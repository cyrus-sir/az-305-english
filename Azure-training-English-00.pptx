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229" r:id="rId4"/>
    <p:sldMasterId id="2147484742" r:id="rId5"/>
  </p:sldMasterIdLst>
  <p:notesMasterIdLst>
    <p:notesMasterId r:id="rId13"/>
  </p:notesMasterIdLst>
  <p:handoutMasterIdLst>
    <p:handoutMasterId r:id="rId14"/>
  </p:handoutMasterIdLst>
  <p:sldIdLst>
    <p:sldId id="262" r:id="rId6"/>
    <p:sldId id="1874" r:id="rId7"/>
    <p:sldId id="1886" r:id="rId8"/>
    <p:sldId id="2147470152" r:id="rId9"/>
    <p:sldId id="1877" r:id="rId10"/>
    <p:sldId id="2076138162" r:id="rId11"/>
    <p:sldId id="1857" r:id="rId12"/>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White Template" id="{A073DAE3-B461-442F-A3D3-6642BD875E45}">
          <p14:sldIdLst>
            <p14:sldId id="262"/>
            <p14:sldId id="1874"/>
            <p14:sldId id="1886"/>
            <p14:sldId id="2147470152"/>
            <p14:sldId id="1877"/>
            <p14:sldId id="2076138162"/>
            <p14:sldId id="185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88F"/>
    <a:srgbClr val="0078D4"/>
    <a:srgbClr val="1A1A1A"/>
    <a:srgbClr val="FFFFFF"/>
    <a:srgbClr val="00BCF2"/>
    <a:srgbClr val="40CDF5"/>
    <a:srgbClr val="40587C"/>
    <a:srgbClr val="00B0E3"/>
    <a:srgbClr val="005291"/>
    <a:srgbClr val="BA6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7BD0C3-EB20-4AD5-B19F-C72EC515270D}" v="2" dt="2021-05-07T22:37:29.6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864" autoAdjust="0"/>
  </p:normalViewPr>
  <p:slideViewPr>
    <p:cSldViewPr snapToGrid="0">
      <p:cViewPr varScale="1">
        <p:scale>
          <a:sx n="90" d="100"/>
          <a:sy n="90" d="100"/>
        </p:scale>
        <p:origin x="1272" y="8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7/12/2022 9:37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7/12/2022 9:36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Cyrus had deliver Azure training or consultancy services to CLP, </a:t>
            </a:r>
            <a:r>
              <a:rPr lang="en-HK" dirty="0" err="1"/>
              <a:t>Smartone</a:t>
            </a:r>
            <a:r>
              <a:rPr lang="en-HK" dirty="0"/>
              <a:t>, HPH, MTRC, etc.</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7/12/2022 9:36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2547677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7/12/2022 9:36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893535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7/12/2022 9:36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34799126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quare photo 2">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sp>
        <p:nvSpPr>
          <p:cNvPr id="8" name="Rectangle 7">
            <a:extLst>
              <a:ext uri="{FF2B5EF4-FFF2-40B4-BE49-F238E27FC236}">
                <a16:creationId xmlns:a16="http://schemas.microsoft.com/office/drawing/2014/main" id="{9D026004-6E63-4034-A1B0-34BE8CEF3D76}"/>
              </a:ext>
            </a:extLst>
          </p:cNvPr>
          <p:cNvSpPr/>
          <p:nvPr userDrawn="1"/>
        </p:nvSpPr>
        <p:spPr bwMode="auto">
          <a:xfrm>
            <a:off x="5334000" y="0"/>
            <a:ext cx="6858000" cy="6858000"/>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00240D"/>
              </a:solidFill>
              <a:ea typeface="Segoe UI" pitchFamily="34" charset="0"/>
              <a:cs typeface="Segoe UI" pitchFamily="34" charset="0"/>
            </a:endParaRPr>
          </a:p>
        </p:txBody>
      </p:sp>
      <p:pic>
        <p:nvPicPr>
          <p:cNvPr id="12" name="Picture 11">
            <a:extLst>
              <a:ext uri="{FF2B5EF4-FFF2-40B4-BE49-F238E27FC236}">
                <a16:creationId xmlns:a16="http://schemas.microsoft.com/office/drawing/2014/main" id="{5FC1A9B4-AD16-4E53-919C-38204BAF9E3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1605435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2"/>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42812751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3484146F-B82A-434C-9C4F-0832F9A133E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88193" y="5975465"/>
            <a:ext cx="2190448" cy="806762"/>
          </a:xfrm>
          <a:prstGeom prst="rect">
            <a:avLst/>
          </a:prstGeom>
        </p:spPr>
      </p:pic>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26A21282-FB9F-47D6-81D7-B96F191BF5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88193" y="5975465"/>
            <a:ext cx="2190448" cy="806762"/>
          </a:xfrm>
          <a:prstGeom prst="rect">
            <a:avLst/>
          </a:prstGeom>
        </p:spPr>
      </p:pic>
    </p:spTree>
    <p:extLst>
      <p:ext uri="{BB962C8B-B14F-4D97-AF65-F5344CB8AC3E}">
        <p14:creationId xmlns:p14="http://schemas.microsoft.com/office/powerpoint/2010/main" val="1703268474"/>
      </p:ext>
    </p:extLst>
  </p:cSld>
  <p:clrMapOvr>
    <a:masterClrMapping/>
  </p:clrMapOvr>
  <p:transition>
    <p:fade/>
  </p:transition>
  <p:extLst>
    <p:ext uri="{DCECCB84-F9BA-43D5-87BE-67443E8EF086}">
      <p15:sldGuideLst xmlns:p15="http://schemas.microsoft.com/office/powerpoint/2012/main">
        <p15:guide id="2" orient="horz" pos="1272" userDrawn="1">
          <p15:clr>
            <a:srgbClr val="5ACBF0"/>
          </p15:clr>
        </p15:guide>
        <p15:guide id="3" orient="horz" pos="288" userDrawn="1">
          <p15:clr>
            <a:srgbClr val="5ACBF0"/>
          </p15:clr>
        </p15:guide>
        <p15:guide id="5" orient="horz" pos="904" userDrawn="1">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2" userDrawn="1">
          <p15:clr>
            <a:srgbClr val="5ACBF0"/>
          </p15:clr>
        </p15:guide>
        <p15:guide id="3" orient="horz" pos="904"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9335521"/>
      </p:ext>
    </p:extLst>
  </p:cSld>
  <p:clrMapOvr>
    <a:masterClrMapping/>
  </p:clrMapOvr>
  <p:transition>
    <p:fade/>
  </p:transition>
  <p:extLst>
    <p:ext uri="{DCECCB84-F9BA-43D5-87BE-67443E8EF086}">
      <p15:sldGuideLst xmlns:p15="http://schemas.microsoft.com/office/powerpoint/2012/main">
        <p15:guide id="3" orient="horz" pos="900" userDrawn="1">
          <p15:clr>
            <a:srgbClr val="5ACBF0"/>
          </p15:clr>
        </p15:guide>
        <p15:guide id="4" orient="horz" pos="1276" userDrawn="1">
          <p15:clr>
            <a:srgbClr val="5ACBF0"/>
          </p15:clr>
        </p15:guide>
        <p15:guide id="5" orient="horz" pos="288"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6" name="Picture 5">
            <a:extLst>
              <a:ext uri="{FF2B5EF4-FFF2-40B4-BE49-F238E27FC236}">
                <a16:creationId xmlns:a16="http://schemas.microsoft.com/office/drawing/2014/main" id="{869F059F-BD0F-4211-86F6-E960C3EC183D}"/>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36503582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guide id="4" orient="horz" pos="2505"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27829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tx2"/>
                </a:solidFill>
              </a:defRPr>
            </a:lvl1pPr>
          </a:lstStyle>
          <a:p>
            <a:r>
              <a:rPr lang="en-US" dirty="0">
                <a:solidFill>
                  <a:schemeClr val="tx1"/>
                </a:solidFill>
              </a:rPr>
              <a:t>Microsoft Security title</a:t>
            </a:r>
            <a:endParaRPr lang="en-US" dirty="0"/>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50DC78AD-4336-4E8D-8F70-4C35FEF409C7}"/>
              </a:ext>
            </a:extLst>
          </p:cNvPr>
          <p:cNvPicPr>
            <a:picLocks noChangeAspect="1"/>
          </p:cNvPicPr>
          <p:nvPr/>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36723320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bg1"/>
                </a:solidFill>
              </a:defRPr>
            </a:lvl1pPr>
          </a:lstStyle>
          <a:p>
            <a:r>
              <a:rPr lang="en-US" dirty="0"/>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1"/>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0AF2B48A-0CD5-4E5D-BBFC-0FF17E42D728}"/>
              </a:ext>
            </a:extLst>
          </p:cNvPr>
          <p:cNvPicPr>
            <a:picLocks noChangeAspect="1"/>
          </p:cNvPicPr>
          <p:nvPr/>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33891127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rgbClr val="000000"/>
                </a:solidFill>
              </a:defRPr>
            </a:lvl1pPr>
          </a:lstStyle>
          <a:p>
            <a:r>
              <a:rPr lang="en-US" dirty="0"/>
              <a:t>Azure presentation</a:t>
            </a:r>
            <a:br>
              <a:rPr lang="en-US" dirty="0"/>
            </a:br>
            <a:r>
              <a:rPr lang="en-US" dirty="0"/>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442466"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DA65376C-9C1C-452A-9C27-75EE7927ABA8}"/>
              </a:ext>
            </a:extLst>
          </p:cNvPr>
          <p:cNvPicPr>
            <a:picLocks noChangeAspect="1"/>
          </p:cNvPicPr>
          <p:nvPr/>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4118198574"/>
      </p:ext>
    </p:extLst>
  </p:cSld>
  <p:clrMapOvr>
    <a:masterClrMapping/>
  </p:clrMapOvr>
  <p:transition>
    <p:fade/>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p:nvPicPr>
        <p:blipFill>
          <a:blip r:embed="rId2"/>
          <a:stretch>
            <a:fillRect/>
          </a:stretch>
        </p:blipFill>
        <p:spPr>
          <a:xfrm>
            <a:off x="136885" y="159691"/>
            <a:ext cx="2635247" cy="871753"/>
          </a:xfrm>
          <a:prstGeom prst="rect">
            <a:avLst/>
          </a:prstGeom>
        </p:spPr>
      </p:pic>
      <p:grpSp>
        <p:nvGrpSpPr>
          <p:cNvPr id="37" name="Group 36">
            <a:extLst>
              <a:ext uri="{FF2B5EF4-FFF2-40B4-BE49-F238E27FC236}">
                <a16:creationId xmlns:a16="http://schemas.microsoft.com/office/drawing/2014/main" id="{695F69F3-6C65-4C67-BE9F-99EE13ECA942}"/>
              </a:ext>
            </a:extLst>
          </p:cNvPr>
          <p:cNvGrpSpPr/>
          <p:nvPr/>
        </p:nvGrpSpPr>
        <p:grpSpPr>
          <a:xfrm>
            <a:off x="6600946" y="859776"/>
            <a:ext cx="5148588" cy="5138447"/>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111171486"/>
      </p:ext>
    </p:extLst>
  </p:cSld>
  <p:clrMapOvr>
    <a:masterClrMapping/>
  </p:clrMapOvr>
  <p:transition>
    <p:fade/>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p:nvPicPr>
        <p:blipFill>
          <a:blip r:embed="rId2"/>
          <a:stretch>
            <a:fillRect/>
          </a:stretch>
        </p:blipFill>
        <p:spPr>
          <a:xfrm>
            <a:off x="136885" y="159691"/>
            <a:ext cx="2635247" cy="871753"/>
          </a:xfrm>
          <a:prstGeom prst="rect">
            <a:avLst/>
          </a:prstGeom>
        </p:spPr>
      </p:pic>
      <p:sp>
        <p:nvSpPr>
          <p:cNvPr id="72" name="Rectangle 71">
            <a:extLst>
              <a:ext uri="{FF2B5EF4-FFF2-40B4-BE49-F238E27FC236}">
                <a16:creationId xmlns:a16="http://schemas.microsoft.com/office/drawing/2014/main" id="{5E3B1CB1-53A4-41B0-A2BE-8C0CF51F9838}"/>
              </a:ext>
            </a:extLst>
          </p:cNvPr>
          <p:cNvSpPr/>
          <p:nvPr/>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Tree>
    <p:extLst>
      <p:ext uri="{BB962C8B-B14F-4D97-AF65-F5344CB8AC3E}">
        <p14:creationId xmlns:p14="http://schemas.microsoft.com/office/powerpoint/2010/main" val="1642576174"/>
      </p:ext>
    </p:extLst>
  </p:cSld>
  <p:clrMapOvr>
    <a:masterClrMapping/>
  </p:clrMapOvr>
  <p:transition>
    <p:fade/>
  </p:transition>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0446298"/>
      </p:ext>
    </p:extLst>
  </p:cSld>
  <p:clrMapOvr>
    <a:masterClrMapping/>
  </p:clrMapOvr>
  <p:transition>
    <p:fade/>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32089" y="1083334"/>
            <a:ext cx="11341268" cy="400110"/>
          </a:xfrm>
        </p:spPr>
        <p:txBody>
          <a:bodyPr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74174133"/>
      </p:ext>
    </p:extLst>
  </p:cSld>
  <p:clrMapOvr>
    <a:masterClrMapping/>
  </p:clrMapOvr>
  <p:transition>
    <p:fade/>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544286"/>
          </a:xfrm>
        </p:spPr>
        <p:txBody>
          <a:bodyPr/>
          <a:lstStyle>
            <a:lvl1pPr>
              <a:spcBef>
                <a:spcPts val="392"/>
              </a:spcBef>
              <a:spcAft>
                <a:spcPts val="588"/>
              </a:spcAft>
              <a:defRPr sz="2400" b="0">
                <a:latin typeface="+mn-lt"/>
              </a:defRPr>
            </a:lvl1pPr>
            <a:lvl2pPr>
              <a:spcBef>
                <a:spcPts val="392"/>
              </a:spcBef>
              <a:spcAft>
                <a:spcPts val="588"/>
              </a:spcAft>
              <a:defRPr sz="2400" b="0">
                <a:latin typeface="+mn-lt"/>
              </a:defRPr>
            </a:lvl2pPr>
            <a:lvl3pPr>
              <a:spcBef>
                <a:spcPts val="392"/>
              </a:spcBef>
              <a:spcAft>
                <a:spcPts val="588"/>
              </a:spcAft>
              <a:defRPr sz="2400" b="0">
                <a:latin typeface="+mn-lt"/>
              </a:defRPr>
            </a:lvl3pPr>
            <a:lvl4pPr>
              <a:spcBef>
                <a:spcPts val="392"/>
              </a:spcBef>
              <a:spcAft>
                <a:spcPts val="588"/>
              </a:spcAft>
              <a:defRPr sz="2400" b="0">
                <a:latin typeface="+mn-lt"/>
              </a:defRPr>
            </a:lvl4pPr>
            <a:lvl5pPr>
              <a:spcBef>
                <a:spcPts val="392"/>
              </a:spcBef>
              <a:spcAft>
                <a:spcPts val="588"/>
              </a:spcAft>
              <a:defRPr sz="2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03475237"/>
      </p:ext>
    </p:extLst>
  </p:cSld>
  <p:clrMapOvr>
    <a:masterClrMapping/>
  </p:clrMapOvr>
  <p:transition>
    <p:fade/>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5670550"/>
            <a:ext cx="12192000" cy="74695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797806"/>
            <a:ext cx="11341268" cy="492443"/>
          </a:xfrm>
        </p:spPr>
        <p:txBody>
          <a:bodyPr anchor="ctr"/>
          <a:lstStyle>
            <a:lvl1pPr>
              <a:defRPr sz="2000"/>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54899687"/>
      </p:ext>
    </p:extLst>
  </p:cSld>
  <p:clrMapOvr>
    <a:masterClrMapping/>
  </p:clrMapOvr>
  <p:transition>
    <p:fade/>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6229350" y="1456896"/>
            <a:ext cx="5543550"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159096983"/>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05125072"/>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56897"/>
            <a:ext cx="5394960" cy="2544286"/>
          </a:xfrm>
        </p:spPr>
        <p:txBody>
          <a:bodyPr/>
          <a:lstStyle>
            <a:lvl1pPr>
              <a:spcBef>
                <a:spcPts val="392"/>
              </a:spcBef>
              <a:spcAft>
                <a:spcPts val="588"/>
              </a:spcAft>
              <a:defRPr sz="2400" b="0">
                <a:latin typeface="+mn-lt"/>
              </a:defRPr>
            </a:lvl1pPr>
            <a:lvl2pPr marL="336145" indent="-224097">
              <a:spcBef>
                <a:spcPts val="392"/>
              </a:spcBef>
              <a:spcAft>
                <a:spcPts val="588"/>
              </a:spcAft>
              <a:buFont typeface="Arial" panose="020B0604020202020204" pitchFamily="34" charset="0"/>
              <a:buChar char="•"/>
              <a:defRPr sz="2400" b="0">
                <a:solidFill>
                  <a:schemeClr val="tx1"/>
                </a:solidFill>
                <a:latin typeface="+mn-lt"/>
              </a:defRPr>
            </a:lvl2pPr>
            <a:lvl3pPr marL="280121" indent="-280121">
              <a:spcBef>
                <a:spcPts val="392"/>
              </a:spcBef>
              <a:spcAft>
                <a:spcPts val="588"/>
              </a:spcAft>
              <a:buFont typeface="Arial" panose="020B0604020202020204" pitchFamily="34" charset="0"/>
              <a:buChar char="•"/>
              <a:defRPr sz="2400" b="0">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sz="2400" b="0">
                <a:solidFill>
                  <a:schemeClr val="tx1"/>
                </a:solidFill>
                <a:latin typeface="+mn-lt"/>
              </a:defRPr>
            </a:lvl4pPr>
            <a:lvl5pPr marL="168072" indent="-168072">
              <a:spcBef>
                <a:spcPts val="392"/>
              </a:spcBef>
              <a:spcAft>
                <a:spcPts val="588"/>
              </a:spcAft>
              <a:buFont typeface="Arial" panose="020B0604020202020204" pitchFamily="34" charset="0"/>
              <a:buChar char="•"/>
              <a:defRPr sz="2400" b="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6" y="1611250"/>
            <a:ext cx="0" cy="456321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2544286"/>
          </a:xfrm>
        </p:spPr>
        <p:txBody>
          <a:bodyPr/>
          <a:lstStyle>
            <a:lvl1pPr>
              <a:spcBef>
                <a:spcPts val="392"/>
              </a:spcBef>
              <a:spcAft>
                <a:spcPts val="588"/>
              </a:spcAft>
              <a:defRPr sz="2400" b="0">
                <a:latin typeface="+mn-lt"/>
              </a:defRPr>
            </a:lvl1pPr>
            <a:lvl2pPr marL="336145" indent="-224097">
              <a:spcBef>
                <a:spcPts val="392"/>
              </a:spcBef>
              <a:spcAft>
                <a:spcPts val="588"/>
              </a:spcAft>
              <a:buFont typeface="Arial" panose="020B0604020202020204" pitchFamily="34" charset="0"/>
              <a:buChar char="•"/>
              <a:defRPr sz="2400" b="0">
                <a:solidFill>
                  <a:schemeClr val="tx1"/>
                </a:solidFill>
                <a:latin typeface="+mn-lt"/>
              </a:defRPr>
            </a:lvl2pPr>
            <a:lvl3pPr marL="280121" indent="-280121">
              <a:spcBef>
                <a:spcPts val="392"/>
              </a:spcBef>
              <a:spcAft>
                <a:spcPts val="588"/>
              </a:spcAft>
              <a:buFont typeface="Arial" panose="020B0604020202020204" pitchFamily="34" charset="0"/>
              <a:buChar char="•"/>
              <a:defRPr sz="2400" b="0">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sz="2400" b="0">
                <a:solidFill>
                  <a:schemeClr val="tx1"/>
                </a:solidFill>
                <a:latin typeface="+mn-lt"/>
              </a:defRPr>
            </a:lvl4pPr>
            <a:lvl5pPr marL="168072" indent="-168072">
              <a:spcBef>
                <a:spcPts val="392"/>
              </a:spcBef>
              <a:spcAft>
                <a:spcPts val="588"/>
              </a:spcAft>
              <a:buFont typeface="Arial" panose="020B0604020202020204" pitchFamily="34" charset="0"/>
              <a:buChar char="•"/>
              <a:defRPr sz="2400" b="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16810003"/>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229350" y="1456896"/>
            <a:ext cx="5531577"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33136030"/>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3 rows</a:t>
            </a:r>
          </a:p>
        </p:txBody>
      </p:sp>
      <p:sp>
        <p:nvSpPr>
          <p:cNvPr id="5" name="Text Placeholder 4"/>
          <p:cNvSpPr>
            <a:spLocks noGrp="1"/>
          </p:cNvSpPr>
          <p:nvPr>
            <p:ph type="body" sz="quarter" idx="11" hasCustomPrompt="1"/>
          </p:nvPr>
        </p:nvSpPr>
        <p:spPr>
          <a:xfrm>
            <a:off x="4078288" y="1358901"/>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816784"/>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4078288" y="4274667"/>
            <a:ext cx="7695070" cy="122443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197571221"/>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4 rows</a:t>
            </a:r>
          </a:p>
        </p:txBody>
      </p:sp>
      <p:sp>
        <p:nvSpPr>
          <p:cNvPr id="5" name="Text Placeholder 4"/>
          <p:cNvSpPr>
            <a:spLocks noGrp="1"/>
          </p:cNvSpPr>
          <p:nvPr>
            <p:ph type="body" sz="quarter" idx="11" hasCustomPrompt="1"/>
          </p:nvPr>
        </p:nvSpPr>
        <p:spPr>
          <a:xfrm>
            <a:off x="4078288" y="985704"/>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339411"/>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693118"/>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5046824"/>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38266217"/>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6 rows</a:t>
            </a:r>
          </a:p>
        </p:txBody>
      </p:sp>
      <p:sp>
        <p:nvSpPr>
          <p:cNvPr id="5" name="Text Placeholder 4"/>
          <p:cNvSpPr>
            <a:spLocks noGrp="1"/>
          </p:cNvSpPr>
          <p:nvPr>
            <p:ph type="body" sz="quarter" idx="11" hasCustomPrompt="1"/>
          </p:nvPr>
        </p:nvSpPr>
        <p:spPr>
          <a:xfrm>
            <a:off x="4078288" y="691125"/>
            <a:ext cx="7695070" cy="822645"/>
          </a:xfr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619933"/>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548741"/>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477549"/>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40635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533516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63997621"/>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8 rows</a:t>
            </a:r>
          </a:p>
        </p:txBody>
      </p:sp>
      <p:sp>
        <p:nvSpPr>
          <p:cNvPr id="5" name="Text Placeholder 4"/>
          <p:cNvSpPr>
            <a:spLocks noGrp="1"/>
          </p:cNvSpPr>
          <p:nvPr>
            <p:ph type="body" sz="quarter" idx="11" hasCustomPrompt="1"/>
          </p:nvPr>
        </p:nvSpPr>
        <p:spPr>
          <a:xfrm>
            <a:off x="4078288" y="466348"/>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4" name="Text Placeholder 4"/>
          <p:cNvSpPr>
            <a:spLocks noGrp="1"/>
          </p:cNvSpPr>
          <p:nvPr>
            <p:ph type="body" sz="quarter" idx="15" hasCustomPrompt="1"/>
          </p:nvPr>
        </p:nvSpPr>
        <p:spPr>
          <a:xfrm>
            <a:off x="4078288" y="1216264"/>
            <a:ext cx="7695069" cy="675889"/>
          </a:xfrm>
        </p:spPr>
        <p:txBody>
          <a:bodyPr vert="horz" wrap="square" lIns="0" tIns="0" rIns="0" bIns="0" rtlCol="0" anchor="ctr">
            <a:noAutofit/>
          </a:bodyPr>
          <a:lstStyle>
            <a:lvl2pPr>
              <a:defRPr lang="en-US" sz="1600" b="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6" name="Text Placeholder 4"/>
          <p:cNvSpPr>
            <a:spLocks noGrp="1"/>
          </p:cNvSpPr>
          <p:nvPr>
            <p:ph type="body" sz="quarter" idx="17" hasCustomPrompt="1"/>
          </p:nvPr>
        </p:nvSpPr>
        <p:spPr>
          <a:xfrm>
            <a:off x="4078288" y="1966180"/>
            <a:ext cx="7695069" cy="675889"/>
          </a:xfr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8" name="Text Placeholder 4"/>
          <p:cNvSpPr>
            <a:spLocks noGrp="1"/>
          </p:cNvSpPr>
          <p:nvPr>
            <p:ph type="body" sz="quarter" idx="19" hasCustomPrompt="1"/>
          </p:nvPr>
        </p:nvSpPr>
        <p:spPr>
          <a:xfrm>
            <a:off x="4078288" y="2716096"/>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20" name="Text Placeholder 4"/>
          <p:cNvSpPr>
            <a:spLocks noGrp="1"/>
          </p:cNvSpPr>
          <p:nvPr>
            <p:ph type="body" sz="quarter" idx="21" hasCustomPrompt="1"/>
          </p:nvPr>
        </p:nvSpPr>
        <p:spPr>
          <a:xfrm>
            <a:off x="4078288" y="3466012"/>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215928"/>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965844"/>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4078288" y="5715763"/>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30090325"/>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378075"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dirty="0"/>
              <a:t>Agenda</a:t>
            </a:r>
            <a:br>
              <a:rPr lang="en-US" dirty="0"/>
            </a:br>
            <a:r>
              <a:rPr lang="en-US" dirty="0"/>
              <a:t>8 rows</a:t>
            </a:r>
          </a:p>
        </p:txBody>
      </p:sp>
      <p:sp>
        <p:nvSpPr>
          <p:cNvPr id="5" name="Text Placeholder 4"/>
          <p:cNvSpPr>
            <a:spLocks noGrp="1"/>
          </p:cNvSpPr>
          <p:nvPr>
            <p:ph type="body" sz="quarter" idx="11" hasCustomPrompt="1"/>
          </p:nvPr>
        </p:nvSpPr>
        <p:spPr>
          <a:xfrm>
            <a:off x="3619500" y="466348"/>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4" name="Text Placeholder 4"/>
          <p:cNvSpPr>
            <a:spLocks noGrp="1"/>
          </p:cNvSpPr>
          <p:nvPr>
            <p:ph type="body" sz="quarter" idx="15" hasCustomPrompt="1"/>
          </p:nvPr>
        </p:nvSpPr>
        <p:spPr>
          <a:xfrm>
            <a:off x="3619500" y="1308612"/>
            <a:ext cx="3330574"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dirty="0"/>
              <a:t>Body copy Segoe UI Regular 14/18. The quick brown fox jumps over the lazy dog. </a:t>
            </a:r>
          </a:p>
        </p:txBody>
      </p:sp>
      <p:sp>
        <p:nvSpPr>
          <p:cNvPr id="16" name="Text Placeholder 4"/>
          <p:cNvSpPr>
            <a:spLocks noGrp="1"/>
          </p:cNvSpPr>
          <p:nvPr>
            <p:ph type="body" sz="quarter" idx="17" hasCustomPrompt="1"/>
          </p:nvPr>
        </p:nvSpPr>
        <p:spPr>
          <a:xfrm>
            <a:off x="3619500" y="2150876"/>
            <a:ext cx="3330574"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dirty="0"/>
              <a:t>Body copy Segoe UI Regular 14/18. The quick brown fox jumps over the lazy dog. </a:t>
            </a:r>
          </a:p>
        </p:txBody>
      </p:sp>
      <p:sp>
        <p:nvSpPr>
          <p:cNvPr id="18" name="Text Placeholder 4"/>
          <p:cNvSpPr>
            <a:spLocks noGrp="1"/>
          </p:cNvSpPr>
          <p:nvPr>
            <p:ph type="body" sz="quarter" idx="19" hasCustomPrompt="1"/>
          </p:nvPr>
        </p:nvSpPr>
        <p:spPr>
          <a:xfrm>
            <a:off x="3619500" y="2993140"/>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20" name="Text Placeholder 4"/>
          <p:cNvSpPr>
            <a:spLocks noGrp="1"/>
          </p:cNvSpPr>
          <p:nvPr>
            <p:ph type="body" sz="quarter" idx="21" hasCustomPrompt="1"/>
          </p:nvPr>
        </p:nvSpPr>
        <p:spPr>
          <a:xfrm>
            <a:off x="3619500" y="3835404"/>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619500" y="5519930"/>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66348"/>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8612"/>
            <a:ext cx="3442157"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dirty="0"/>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50876"/>
            <a:ext cx="3442157"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dirty="0"/>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93140"/>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5404"/>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8331200" y="5519930"/>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59318390"/>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dirty="0"/>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468134"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5" name="Text Placeholder 4"/>
          <p:cNvSpPr>
            <a:spLocks noGrp="1"/>
          </p:cNvSpPr>
          <p:nvPr>
            <p:ph type="body" sz="quarter" idx="11" hasCustomPrompt="1"/>
          </p:nvPr>
        </p:nvSpPr>
        <p:spPr>
          <a:xfrm>
            <a:off x="418643" y="4708215"/>
            <a:ext cx="365293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5014828"/>
            <a:ext cx="365293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4308909"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293969"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8159021"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10" name="Text Placeholder 4"/>
          <p:cNvSpPr>
            <a:spLocks noGrp="1"/>
          </p:cNvSpPr>
          <p:nvPr>
            <p:ph type="body" sz="quarter" idx="13" hasCustomPrompt="1"/>
          </p:nvPr>
        </p:nvSpPr>
        <p:spPr>
          <a:xfrm>
            <a:off x="8144083"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50001306"/>
      </p:ext>
    </p:extLst>
  </p:cSld>
  <p:clrMapOvr>
    <a:masterClrMapping/>
  </p:clrMapOvr>
  <p:transition>
    <p:fade/>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dirty="0"/>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9697686"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p:spPr>
        <p:txBody>
          <a:bodyPr anchor="ctr">
            <a:noAutofit/>
          </a:bodyPr>
          <a:lstStyle>
            <a:lvl1pPr algn="ctr">
              <a:defRPr/>
            </a:lvl1pPr>
          </a:lstStyle>
          <a:p>
            <a:r>
              <a:rPr lang="en-US"/>
              <a:t>Click icon to add picture</a:t>
            </a:r>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025130206"/>
      </p:ext>
    </p:extLst>
  </p:cSld>
  <p:clrMapOvr>
    <a:masterClrMapping/>
  </p:clrMapOvr>
  <p:transition>
    <p:fade/>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18643" y="2161629"/>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18643" y="3628878"/>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1121767512"/>
      </p:ext>
    </p:extLst>
  </p:cSld>
  <p:clrMapOvr>
    <a:masterClrMapping/>
  </p:clrMapOvr>
  <p:transition>
    <p:fade/>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a:t>
            </a:r>
            <a:r>
              <a:rPr lang="en-US" dirty="0" err="1"/>
              <a:t>Semibold</a:t>
            </a:r>
            <a:r>
              <a:rPr lang="en-US" dirty="0"/>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418644" y="306804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282367"/>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418644" y="40814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29578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418644" y="5094886"/>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530920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865053345"/>
      </p:ext>
    </p:extLst>
  </p:cSld>
  <p:clrMapOvr>
    <a:masterClrMapping/>
  </p:clrMapOvr>
  <p:transition>
    <p:fade/>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709493"/>
            <a:ext cx="5579310" cy="369332"/>
          </a:xfrm>
          <a:prstGeom prst="rect">
            <a:avLst/>
          </a:prstGeom>
        </p:spPr>
        <p:txBody>
          <a:bodyPr wrap="square" lIns="0" tIns="0" rIns="0" bIns="0" anchor="b">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a:t>
            </a:r>
            <a:r>
              <a:rPr lang="en-US" dirty="0" err="1"/>
              <a:t>Semibold</a:t>
            </a:r>
            <a:r>
              <a:rPr lang="en-US" dirty="0"/>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267319"/>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422400" y="3066417"/>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80740"/>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422400" y="40798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29416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422400" y="5093259"/>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530758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324275441"/>
      </p:ext>
    </p:extLst>
  </p:cSld>
  <p:clrMapOvr>
    <a:masterClrMapping/>
  </p:clrMapOvr>
  <p:transition>
    <p:fade/>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dirty="0"/>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418644" y="2660048"/>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418644" y="393713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418644" y="521421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28019727"/>
      </p:ext>
    </p:extLst>
  </p:cSld>
  <p:clrMapOvr>
    <a:masterClrMapping/>
  </p:clrMapOvr>
  <p:transition>
    <p:fade/>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dirty="0"/>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015567550"/>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endParaRPr lang="en-US" dirty="0"/>
          </a:p>
        </p:txBody>
      </p:sp>
      <p:sp>
        <p:nvSpPr>
          <p:cNvPr id="4" name="Text Placeholder 3"/>
          <p:cNvSpPr>
            <a:spLocks noGrp="1"/>
          </p:cNvSpPr>
          <p:nvPr>
            <p:ph type="body" sz="quarter" idx="10" hasCustomPrompt="1"/>
          </p:nvPr>
        </p:nvSpPr>
        <p:spPr>
          <a:xfrm>
            <a:off x="418644" y="1456898"/>
            <a:ext cx="5408119" cy="615553"/>
          </a:xfrm>
          <a:prstGeom prst="rect">
            <a:avLst/>
          </a:prstGeom>
        </p:spPr>
        <p:txBody>
          <a:bodyPr wrap="square" lIns="0" tIns="0" rIns="0" bIns="0">
            <a:spAutoFit/>
          </a:bodyPr>
          <a:lstStyle>
            <a:lvl1pPr marL="0" indent="0">
              <a:lnSpc>
                <a:spcPts val="2353"/>
              </a:lnSpc>
              <a:buNone/>
              <a:defRPr sz="24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dirty="0" err="1"/>
              <a:t>Large</a:t>
            </a:r>
            <a:r>
              <a:rPr lang="pt-BR" dirty="0"/>
              <a:t> </a:t>
            </a:r>
            <a:r>
              <a:rPr lang="pt-BR" dirty="0" err="1"/>
              <a:t>subhead</a:t>
            </a:r>
            <a:r>
              <a:rPr lang="pt-BR" dirty="0"/>
              <a:t> Segoe UI </a:t>
            </a:r>
            <a:r>
              <a:rPr lang="pt-BR" dirty="0" err="1"/>
              <a:t>Semibold</a:t>
            </a:r>
            <a:r>
              <a:rPr lang="pt-BR" dirty="0"/>
              <a:t> Regular 20/24</a:t>
            </a:r>
            <a:endParaRPr lang="en-US" dirty="0"/>
          </a:p>
        </p:txBody>
      </p:sp>
      <p:sp>
        <p:nvSpPr>
          <p:cNvPr id="5" name="Text Placeholder 4"/>
          <p:cNvSpPr>
            <a:spLocks noGrp="1"/>
          </p:cNvSpPr>
          <p:nvPr>
            <p:ph type="body" sz="quarter" idx="11" hasCustomPrompt="1"/>
          </p:nvPr>
        </p:nvSpPr>
        <p:spPr>
          <a:xfrm>
            <a:off x="418643" y="2158886"/>
            <a:ext cx="5408118" cy="2339102"/>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Segoe UI Regular 14/18. The quick brown fox jumps over the lazy dog. The quick brown fox jumps over the lazy dog. The quick brown fox jumps over the lazy dog.</a:t>
            </a:r>
          </a:p>
          <a:p>
            <a:pPr lvl="0"/>
            <a:r>
              <a:rPr lang="en-US" dirty="0"/>
              <a:t>Body copy Segoe UI Regular 14/18. The quick brown fox jumps over the lazy dog. The quick brown fox jumps over the lazy dog. The quick brown fox jumps over the lazy dog.</a:t>
            </a:r>
          </a:p>
          <a:p>
            <a:pPr lvl="0"/>
            <a:r>
              <a:rPr lang="en-US" dirty="0"/>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4444774" y="586254"/>
            <a:ext cx="7747227" cy="627174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6357959" y="1699714"/>
            <a:ext cx="5834041" cy="4319326"/>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997804248"/>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dirty="0"/>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334447" y="586564"/>
            <a:ext cx="10869930" cy="6271436"/>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265962" y="1702827"/>
            <a:ext cx="7660076" cy="4311543"/>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1549099"/>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455992" y="5947380"/>
            <a:ext cx="3618381"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4303152"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2293493924"/>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4"/>
            <a:ext cx="11343820" cy="4960181"/>
          </a:xfrm>
          <a:prstGeom prst="rect">
            <a:avLst/>
          </a:prstGeom>
        </p:spPr>
        <p:txBody>
          <a:bodyPr anchor="ctr" anchorCtr="0"/>
          <a:lstStyle>
            <a:lvl1pPr algn="ctr">
              <a:defRPr sz="2400"/>
            </a:lvl1pPr>
          </a:lstStyle>
          <a:p>
            <a:r>
              <a:rPr lang="en-US"/>
              <a:t>Click icon to add table</a:t>
            </a:r>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81606519"/>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_Text option 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p:txBody>
          <a:bodyPr/>
          <a:lstStyle/>
          <a:p>
            <a:r>
              <a:rPr lang="en-US"/>
              <a:t>Click to edit Master title style</a:t>
            </a:r>
            <a:endParaRPr lang="en-US" dirty="0"/>
          </a:p>
        </p:txBody>
      </p:sp>
      <p:sp>
        <p:nvSpPr>
          <p:cNvPr id="5" name="Text Placeholder 4"/>
          <p:cNvSpPr>
            <a:spLocks noGrp="1"/>
          </p:cNvSpPr>
          <p:nvPr>
            <p:ph type="body" sz="quarter" idx="11" hasCustomPrompt="1"/>
          </p:nvPr>
        </p:nvSpPr>
        <p:spPr>
          <a:xfrm>
            <a:off x="431095" y="2740880"/>
            <a:ext cx="2603367" cy="2988507"/>
          </a:xfr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dirty="0"/>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344578" y="2739464"/>
            <a:ext cx="2603367" cy="2988507"/>
          </a:xfr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6258062" y="2739464"/>
            <a:ext cx="2603367" cy="2988507"/>
          </a:xfr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9171546" y="2739464"/>
            <a:ext cx="2603367" cy="2988507"/>
          </a:xfr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44738245-4240-4679-8431-2218AB616298}"/>
              </a:ext>
              <a:ext uri="{C183D7F6-B498-43B3-948B-1728B52AA6E4}">
                <adec:decorative xmlns:adec="http://schemas.microsoft.com/office/drawing/2017/decorative" val="1"/>
              </a:ext>
            </a:extLst>
          </p:cNvPr>
          <p:cNvCxnSpPr>
            <a:cxnSpLocks/>
          </p:cNvCxnSpPr>
          <p:nvPr/>
        </p:nvCxnSpPr>
        <p:spPr>
          <a:xfrm>
            <a:off x="3189521"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9099E02-C7DB-4453-A260-90431D88E427}"/>
              </a:ext>
              <a:ext uri="{C183D7F6-B498-43B3-948B-1728B52AA6E4}">
                <adec:decorative xmlns:adec="http://schemas.microsoft.com/office/drawing/2017/decorative" val="1"/>
              </a:ext>
            </a:extLst>
          </p:cNvPr>
          <p:cNvCxnSpPr>
            <a:cxnSpLocks/>
          </p:cNvCxnSpPr>
          <p:nvPr/>
        </p:nvCxnSpPr>
        <p:spPr>
          <a:xfrm>
            <a:off x="6103006"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C193CAE-888D-4B82-A6DF-559BB7F55658}"/>
              </a:ext>
              <a:ext uri="{C183D7F6-B498-43B3-948B-1728B52AA6E4}">
                <adec:decorative xmlns:adec="http://schemas.microsoft.com/office/drawing/2017/decorative" val="1"/>
              </a:ext>
            </a:extLst>
          </p:cNvPr>
          <p:cNvCxnSpPr>
            <a:cxnSpLocks/>
          </p:cNvCxnSpPr>
          <p:nvPr/>
        </p:nvCxnSpPr>
        <p:spPr>
          <a:xfrm>
            <a:off x="9016490"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35DDF1D4-BDBC-4EF5-9960-9F822820EED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91777403"/>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two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dirty="0"/>
              <a:t>Body copy Segoe UI </a:t>
            </a:r>
            <a:r>
              <a:rPr lang="en-US" dirty="0" err="1"/>
              <a:t>Semibold</a:t>
            </a:r>
            <a:r>
              <a:rPr lang="en-US" dirty="0"/>
              <a:t> 20/24. </a:t>
            </a:r>
          </a:p>
          <a:p>
            <a:pPr lvl="1"/>
            <a:r>
              <a:rPr lang="en-US" dirty="0"/>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96184404"/>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977758471"/>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64298124"/>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66708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980724"/>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065671331"/>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71665268"/>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p:nvCxnSpPr>
        <p:spPr>
          <a:xfrm>
            <a:off x="1568744" y="4629985"/>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726875"/>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08765799"/>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five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568744" y="241295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568744" y="342809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568744" y="4443230"/>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568744" y="545836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45857059"/>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six rows</a:t>
            </a:r>
          </a:p>
        </p:txBody>
      </p:sp>
      <p:sp>
        <p:nvSpPr>
          <p:cNvPr id="5" name="Text Placeholder 4"/>
          <p:cNvSpPr>
            <a:spLocks noGrp="1"/>
          </p:cNvSpPr>
          <p:nvPr>
            <p:ph type="body" sz="quarter" idx="11" hasCustomPrompt="1"/>
          </p:nvPr>
        </p:nvSpPr>
        <p:spPr>
          <a:xfrm>
            <a:off x="1389459" y="1456896"/>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403101" y="224450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329"/>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403101" y="309081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49762"/>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403101" y="3937128"/>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6194"/>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403101" y="4783440"/>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2627"/>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403101" y="562975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689059"/>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185619527"/>
      </p:ext>
    </p:extLst>
  </p:cSld>
  <p:clrMapOvr>
    <a:masterClrMapping/>
  </p:clrMapOvr>
  <p:transition>
    <p:fade/>
  </p:transition>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 &amp; two columns</a:t>
            </a:r>
          </a:p>
        </p:txBody>
      </p:sp>
      <p:sp>
        <p:nvSpPr>
          <p:cNvPr id="5" name="Text Placeholder 4"/>
          <p:cNvSpPr>
            <a:spLocks noGrp="1"/>
          </p:cNvSpPr>
          <p:nvPr>
            <p:ph type="body" sz="quarter" idx="11" hasCustomPrompt="1"/>
          </p:nvPr>
        </p:nvSpPr>
        <p:spPr>
          <a:xfrm>
            <a:off x="1568744"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568744"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568744"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7379943"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7379943"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2008338"/>
      </p:ext>
    </p:extLst>
  </p:cSld>
  <p:clrMapOvr>
    <a:masterClrMapping/>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five rows &amp; two columns</a:t>
            </a:r>
          </a:p>
        </p:txBody>
      </p:sp>
      <p:sp>
        <p:nvSpPr>
          <p:cNvPr id="5" name="Text Placeholder 4"/>
          <p:cNvSpPr>
            <a:spLocks noGrp="1"/>
          </p:cNvSpPr>
          <p:nvPr>
            <p:ph type="body" sz="quarter" idx="11" hasCustomPrompt="1"/>
          </p:nvPr>
        </p:nvSpPr>
        <p:spPr>
          <a:xfrm>
            <a:off x="1568744"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568744"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568744"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568744"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568744"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7379943"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7379943"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7379943"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7379943"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88512068"/>
      </p:ext>
    </p:extLst>
  </p:cSld>
  <p:clrMapOvr>
    <a:masterClrMapping/>
  </p:clrMapOvr>
  <p:transition>
    <p:fade/>
  </p:transition>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3"/>
            <a:ext cx="5578933"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457323"/>
            <a:ext cx="5572801"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12648577"/>
      </p:ext>
    </p:extLst>
  </p:cSld>
  <p:clrMapOvr>
    <a:masterClrMapping/>
  </p:clrMapOvr>
  <p:transition>
    <p:fade/>
  </p:transition>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54922718"/>
      </p:ext>
    </p:extLst>
  </p:cSld>
  <p:clrMapOvr>
    <a:masterClrMapping/>
  </p:clrMapOvr>
  <p:transition>
    <p:fade/>
  </p:transition>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08990204"/>
      </p:ext>
    </p:extLst>
  </p:cSld>
  <p:clrMapOvr>
    <a:masterClrMapping/>
  </p:clrMapOvr>
  <p:transition>
    <p:fade/>
  </p:transition>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766149874"/>
      </p:ext>
    </p:extLst>
  </p:cSld>
  <p:clrMapOvr>
    <a:masterClrMapping/>
  </p:clrMapOvr>
  <p:transition>
    <p:fade/>
  </p:transition>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9" name="Picture 8" descr="A close up of a logo&#10;&#10;Description automatically generated">
            <a:extLst>
              <a:ext uri="{FF2B5EF4-FFF2-40B4-BE49-F238E27FC236}">
                <a16:creationId xmlns:a16="http://schemas.microsoft.com/office/drawing/2014/main" id="{627962C6-3D96-4CE6-8E4F-540B7A0E6F3A}"/>
              </a:ext>
            </a:extLst>
          </p:cNvPr>
          <p:cNvPicPr>
            <a:picLocks noChangeAspect="1"/>
          </p:cNvPicPr>
          <p:nvPr/>
        </p:nvPicPr>
        <p:blipFill>
          <a:blip r:embed="rId2"/>
          <a:stretch>
            <a:fillRect/>
          </a:stretch>
        </p:blipFill>
        <p:spPr>
          <a:xfrm>
            <a:off x="146409" y="159693"/>
            <a:ext cx="3471501" cy="871754"/>
          </a:xfrm>
          <a:prstGeom prst="rect">
            <a:avLst/>
          </a:prstGeom>
        </p:spPr>
      </p:pic>
    </p:spTree>
    <p:extLst>
      <p:ext uri="{BB962C8B-B14F-4D97-AF65-F5344CB8AC3E}">
        <p14:creationId xmlns:p14="http://schemas.microsoft.com/office/powerpoint/2010/main" val="3485828621"/>
      </p:ext>
    </p:extLst>
  </p:cSld>
  <p:clrMapOvr>
    <a:masterClrMapping/>
  </p:clrMapOvr>
  <p:transition>
    <p:fade/>
  </p:transition>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1457325"/>
            <a:ext cx="11344219" cy="701675"/>
          </a:xfrm>
          <a:prstGeom prst="rect">
            <a:avLst/>
          </a:prstGeom>
          <a:noFill/>
        </p:spPr>
        <p:txBody>
          <a:bodyPr lIns="0" tIns="0" rIns="0" bIns="182880" anchor="t" anchorCtr="0"/>
          <a:lstStyle>
            <a:lvl1pPr>
              <a:defRPr sz="3200" strike="noStrike" spc="-49" baseline="0">
                <a:solidFill>
                  <a:schemeClr val="bg2"/>
                </a:solidFill>
              </a:defRPr>
            </a:lvl1pPr>
          </a:lstStyle>
          <a:p>
            <a:r>
              <a:rPr lang="en-US" dirty="0"/>
              <a:t>Heading goes here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2159000"/>
            <a:ext cx="11330434" cy="553998"/>
          </a:xfrm>
          <a:prstGeom prst="rect">
            <a:avLst/>
          </a:prstGeom>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lang="en-US" sz="2400" kern="1200" spc="-49" baseline="0" dirty="0">
                <a:solidFill>
                  <a:schemeClr val="bg2"/>
                </a:solidFill>
                <a:latin typeface="+mj-lt"/>
                <a:ea typeface="+mn-ea"/>
                <a:cs typeface="+mn-cs"/>
              </a:defRPr>
            </a:lvl1pPr>
            <a:lvl2pPr>
              <a:defRPr sz="1765">
                <a:solidFill>
                  <a:srgbClr val="000000"/>
                </a:solidFill>
              </a:defRPr>
            </a:lvl2pPr>
            <a:lvl3pPr>
              <a:defRPr sz="1372"/>
            </a:lvl3pPr>
            <a:lvl4pPr>
              <a:defRPr sz="1372"/>
            </a:lvl4pPr>
            <a:lvl5pPr>
              <a:defRPr sz="1029"/>
            </a:lvl5pPr>
          </a:lstStyle>
          <a:p>
            <a:pPr lvl="0"/>
            <a:r>
              <a:rPr lang="en-US" dirty="0"/>
              <a:t>Text goes here</a:t>
            </a:r>
          </a:p>
        </p:txBody>
      </p:sp>
      <p:pic>
        <p:nvPicPr>
          <p:cNvPr id="4" name="Picture 3" descr="A picture containing drawing&#10;&#10;Description automatically generated">
            <a:extLst>
              <a:ext uri="{FF2B5EF4-FFF2-40B4-BE49-F238E27FC236}">
                <a16:creationId xmlns:a16="http://schemas.microsoft.com/office/drawing/2014/main" id="{5CC1D709-E431-42C5-A75F-9A42EF995404}"/>
              </a:ext>
            </a:extLst>
          </p:cNvPr>
          <p:cNvPicPr>
            <a:picLocks noChangeAspect="1"/>
          </p:cNvPicPr>
          <p:nvPr/>
        </p:nvPicPr>
        <p:blipFill>
          <a:blip r:embed="rId2"/>
          <a:stretch>
            <a:fillRect/>
          </a:stretch>
        </p:blipFill>
        <p:spPr>
          <a:xfrm>
            <a:off x="64294" y="85724"/>
            <a:ext cx="2384426" cy="1068717"/>
          </a:xfrm>
          <a:prstGeom prst="rect">
            <a:avLst/>
          </a:prstGeom>
        </p:spPr>
      </p:pic>
      <p:sp>
        <p:nvSpPr>
          <p:cNvPr id="2" name="Footer Placeholder 1">
            <a:extLst>
              <a:ext uri="{FF2B5EF4-FFF2-40B4-BE49-F238E27FC236}">
                <a16:creationId xmlns:a16="http://schemas.microsoft.com/office/drawing/2014/main" id="{CB34F2AE-FCDF-4A97-A628-7BA7ADAEFF0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spTree>
    <p:extLst>
      <p:ext uri="{BB962C8B-B14F-4D97-AF65-F5344CB8AC3E}">
        <p14:creationId xmlns:p14="http://schemas.microsoft.com/office/powerpoint/2010/main" val="3839903117"/>
      </p:ext>
    </p:extLst>
  </p:cSld>
  <p:clrMapOvr>
    <a:masterClrMapping/>
  </p:clrMapOvr>
  <p:transition>
    <p:fade/>
  </p:transition>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Title square photo 2">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sp>
        <p:nvSpPr>
          <p:cNvPr id="8" name="Rectangle 7">
            <a:extLst>
              <a:ext uri="{FF2B5EF4-FFF2-40B4-BE49-F238E27FC236}">
                <a16:creationId xmlns:a16="http://schemas.microsoft.com/office/drawing/2014/main" id="{9D026004-6E63-4034-A1B0-34BE8CEF3D76}"/>
              </a:ext>
            </a:extLst>
          </p:cNvPr>
          <p:cNvSpPr/>
          <p:nvPr userDrawn="1"/>
        </p:nvSpPr>
        <p:spPr bwMode="auto">
          <a:xfrm>
            <a:off x="5334000" y="0"/>
            <a:ext cx="6858000" cy="6858000"/>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00240D"/>
              </a:solidFill>
              <a:ea typeface="Segoe UI" pitchFamily="34" charset="0"/>
              <a:cs typeface="Segoe UI" pitchFamily="34" charset="0"/>
            </a:endParaRPr>
          </a:p>
        </p:txBody>
      </p:sp>
      <p:pic>
        <p:nvPicPr>
          <p:cNvPr id="12" name="Picture 11">
            <a:extLst>
              <a:ext uri="{FF2B5EF4-FFF2-40B4-BE49-F238E27FC236}">
                <a16:creationId xmlns:a16="http://schemas.microsoft.com/office/drawing/2014/main" id="{5FC1A9B4-AD16-4E53-919C-38204BAF9E3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2972092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3484146F-B82A-434C-9C4F-0832F9A133E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88193" y="5975465"/>
            <a:ext cx="2190448" cy="806762"/>
          </a:xfrm>
          <a:prstGeom prst="rect">
            <a:avLst/>
          </a:prstGeom>
        </p:spPr>
      </p:pic>
    </p:spTree>
    <p:extLst>
      <p:ext uri="{BB962C8B-B14F-4D97-AF65-F5344CB8AC3E}">
        <p14:creationId xmlns:p14="http://schemas.microsoft.com/office/powerpoint/2010/main" val="78522724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26A21282-FB9F-47D6-81D7-B96F191BF5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88193" y="5975465"/>
            <a:ext cx="2190448" cy="806762"/>
          </a:xfrm>
          <a:prstGeom prst="rect">
            <a:avLst/>
          </a:prstGeom>
        </p:spPr>
      </p:pic>
    </p:spTree>
    <p:extLst>
      <p:ext uri="{BB962C8B-B14F-4D97-AF65-F5344CB8AC3E}">
        <p14:creationId xmlns:p14="http://schemas.microsoft.com/office/powerpoint/2010/main" val="158112610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27456414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2.xml"/><Relationship Id="rId18" Type="http://schemas.openxmlformats.org/officeDocument/2006/relationships/slideLayout" Target="../slideLayouts/slideLayout27.xml"/><Relationship Id="rId26" Type="http://schemas.openxmlformats.org/officeDocument/2006/relationships/slideLayout" Target="../slideLayouts/slideLayout35.xml"/><Relationship Id="rId39" Type="http://schemas.openxmlformats.org/officeDocument/2006/relationships/slideLayout" Target="../slideLayouts/slideLayout48.xml"/><Relationship Id="rId3" Type="http://schemas.openxmlformats.org/officeDocument/2006/relationships/slideLayout" Target="../slideLayouts/slideLayout12.xml"/><Relationship Id="rId21" Type="http://schemas.openxmlformats.org/officeDocument/2006/relationships/slideLayout" Target="../slideLayouts/slideLayout30.xml"/><Relationship Id="rId34" Type="http://schemas.openxmlformats.org/officeDocument/2006/relationships/slideLayout" Target="../slideLayouts/slideLayout43.xml"/><Relationship Id="rId42" Type="http://schemas.openxmlformats.org/officeDocument/2006/relationships/slideLayout" Target="../slideLayouts/slideLayout51.xml"/><Relationship Id="rId47" Type="http://schemas.openxmlformats.org/officeDocument/2006/relationships/slideLayout" Target="../slideLayouts/slideLayout56.xml"/><Relationship Id="rId50" Type="http://schemas.openxmlformats.org/officeDocument/2006/relationships/slideLayout" Target="../slideLayouts/slideLayout59.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5" Type="http://schemas.openxmlformats.org/officeDocument/2006/relationships/slideLayout" Target="../slideLayouts/slideLayout34.xml"/><Relationship Id="rId33" Type="http://schemas.openxmlformats.org/officeDocument/2006/relationships/slideLayout" Target="../slideLayouts/slideLayout42.xml"/><Relationship Id="rId38" Type="http://schemas.openxmlformats.org/officeDocument/2006/relationships/slideLayout" Target="../slideLayouts/slideLayout47.xml"/><Relationship Id="rId46" Type="http://schemas.openxmlformats.org/officeDocument/2006/relationships/slideLayout" Target="../slideLayouts/slideLayout55.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slideLayout" Target="../slideLayouts/slideLayout29.xml"/><Relationship Id="rId29" Type="http://schemas.openxmlformats.org/officeDocument/2006/relationships/slideLayout" Target="../slideLayouts/slideLayout38.xml"/><Relationship Id="rId41" Type="http://schemas.openxmlformats.org/officeDocument/2006/relationships/slideLayout" Target="../slideLayouts/slideLayout50.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24" Type="http://schemas.openxmlformats.org/officeDocument/2006/relationships/slideLayout" Target="../slideLayouts/slideLayout33.xml"/><Relationship Id="rId32" Type="http://schemas.openxmlformats.org/officeDocument/2006/relationships/slideLayout" Target="../slideLayouts/slideLayout41.xml"/><Relationship Id="rId37" Type="http://schemas.openxmlformats.org/officeDocument/2006/relationships/slideLayout" Target="../slideLayouts/slideLayout46.xml"/><Relationship Id="rId40" Type="http://schemas.openxmlformats.org/officeDocument/2006/relationships/slideLayout" Target="../slideLayouts/slideLayout49.xml"/><Relationship Id="rId45" Type="http://schemas.openxmlformats.org/officeDocument/2006/relationships/slideLayout" Target="../slideLayouts/slideLayout54.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23" Type="http://schemas.openxmlformats.org/officeDocument/2006/relationships/slideLayout" Target="../slideLayouts/slideLayout32.xml"/><Relationship Id="rId28" Type="http://schemas.openxmlformats.org/officeDocument/2006/relationships/slideLayout" Target="../slideLayouts/slideLayout37.xml"/><Relationship Id="rId36" Type="http://schemas.openxmlformats.org/officeDocument/2006/relationships/slideLayout" Target="../slideLayouts/slideLayout45.xml"/><Relationship Id="rId49" Type="http://schemas.openxmlformats.org/officeDocument/2006/relationships/slideLayout" Target="../slideLayouts/slideLayout58.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31" Type="http://schemas.openxmlformats.org/officeDocument/2006/relationships/slideLayout" Target="../slideLayouts/slideLayout40.xml"/><Relationship Id="rId44" Type="http://schemas.openxmlformats.org/officeDocument/2006/relationships/slideLayout" Target="../slideLayouts/slideLayout53.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 Id="rId22" Type="http://schemas.openxmlformats.org/officeDocument/2006/relationships/slideLayout" Target="../slideLayouts/slideLayout31.xml"/><Relationship Id="rId27" Type="http://schemas.openxmlformats.org/officeDocument/2006/relationships/slideLayout" Target="../slideLayouts/slideLayout36.xml"/><Relationship Id="rId30" Type="http://schemas.openxmlformats.org/officeDocument/2006/relationships/slideLayout" Target="../slideLayouts/slideLayout39.xml"/><Relationship Id="rId35" Type="http://schemas.openxmlformats.org/officeDocument/2006/relationships/slideLayout" Target="../slideLayouts/slideLayout44.xml"/><Relationship Id="rId43" Type="http://schemas.openxmlformats.org/officeDocument/2006/relationships/slideLayout" Target="../slideLayouts/slideLayout52.xml"/><Relationship Id="rId48" Type="http://schemas.openxmlformats.org/officeDocument/2006/relationships/slideLayout" Target="../slideLayouts/slideLayout57.xml"/><Relationship Id="rId8" Type="http://schemas.openxmlformats.org/officeDocument/2006/relationships/slideLayout" Target="../slideLayouts/slideLayout17.xml"/><Relationship Id="rId5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609" r:id="rId1"/>
    <p:sldLayoutId id="2147484741" r:id="rId2"/>
    <p:sldLayoutId id="2147484240" r:id="rId3"/>
    <p:sldLayoutId id="2147484241" r:id="rId4"/>
    <p:sldLayoutId id="2147484474" r:id="rId5"/>
    <p:sldLayoutId id="2147484247" r:id="rId6"/>
    <p:sldLayoutId id="2147484603" r:id="rId7"/>
    <p:sldLayoutId id="2147484584" r:id="rId8"/>
    <p:sldLayoutId id="2147484583" r:id="rId9"/>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18643" y="1456898"/>
            <a:ext cx="11341268" cy="2492990"/>
          </a:xfrm>
          <a:prstGeom prst="rect">
            <a:avLst/>
          </a:prstGeom>
        </p:spPr>
        <p:txBody>
          <a:bodyPr vert="horz" wrap="square" lIns="0" tIns="91440" rIns="146304" bIns="91440" rtlCol="0">
            <a:spAutoFit/>
          </a:bodyPr>
          <a:lstStyle/>
          <a:p>
            <a:pPr lvl="1"/>
            <a:r>
              <a:rPr lang="en-US" dirty="0"/>
              <a:t>Large: subhead Segoe UI Regular 20/24</a:t>
            </a:r>
          </a:p>
          <a:p>
            <a:pPr lvl="2"/>
            <a:r>
              <a:rPr lang="en-US" dirty="0"/>
              <a:t>Medium: paragraph heading Segoe UI </a:t>
            </a:r>
            <a:r>
              <a:rPr lang="en-US" dirty="0" err="1"/>
              <a:t>Semibold</a:t>
            </a:r>
            <a:r>
              <a:rPr lang="en-US" dirty="0"/>
              <a:t> 14/18</a:t>
            </a:r>
          </a:p>
          <a:p>
            <a:pPr lvl="3"/>
            <a:r>
              <a:rPr lang="en-US" dirty="0"/>
              <a:t>Medium: paragraph body copy Segoe UI Regular 14/18</a:t>
            </a:r>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grpSp>
        <p:nvGrpSpPr>
          <p:cNvPr id="13" name="Group 12">
            <a:extLst>
              <a:ext uri="{FF2B5EF4-FFF2-40B4-BE49-F238E27FC236}">
                <a16:creationId xmlns:a16="http://schemas.microsoft.com/office/drawing/2014/main" id="{E44624BD-1B5A-49BF-A660-FB967C992154}"/>
              </a:ext>
            </a:extLst>
          </p:cNvPr>
          <p:cNvGrpSpPr/>
          <p:nvPr/>
        </p:nvGrpSpPr>
        <p:grpSpPr>
          <a:xfrm rot="5400000">
            <a:off x="9114924" y="3156600"/>
            <a:ext cx="6843276" cy="530076"/>
            <a:chOff x="-2857775" y="8147048"/>
            <a:chExt cx="11623156" cy="1498603"/>
          </a:xfrm>
        </p:grpSpPr>
        <p:sp>
          <p:nvSpPr>
            <p:cNvPr id="14" name="Rectangle 13">
              <a:extLst>
                <a:ext uri="{FF2B5EF4-FFF2-40B4-BE49-F238E27FC236}">
                  <a16:creationId xmlns:a16="http://schemas.microsoft.com/office/drawing/2014/main" id="{B7BB6BA6-0E25-40ED-9E86-E1ADB171F38F}"/>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Gray</a:t>
              </a:r>
            </a:p>
            <a:p>
              <a:pPr defTabSz="914102" fontAlgn="base">
                <a:spcBef>
                  <a:spcPct val="0"/>
                </a:spcBef>
                <a:spcAft>
                  <a:spcPts val="98"/>
                </a:spcAft>
              </a:pPr>
              <a:r>
                <a:rPr lang="en-US" sz="588" dirty="0">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dirty="0">
                  <a:solidFill>
                    <a:schemeClr val="bg1"/>
                  </a:solidFill>
                  <a:ea typeface="Segoe UI" pitchFamily="34" charset="0"/>
                  <a:cs typeface="Segoe UI" pitchFamily="34" charset="0"/>
                </a:rPr>
                <a:t>Hex #75757A</a:t>
              </a:r>
            </a:p>
          </p:txBody>
        </p:sp>
        <p:sp>
          <p:nvSpPr>
            <p:cNvPr id="15" name="Rectangle 14">
              <a:extLst>
                <a:ext uri="{FF2B5EF4-FFF2-40B4-BE49-F238E27FC236}">
                  <a16:creationId xmlns:a16="http://schemas.microsoft.com/office/drawing/2014/main" id="{2B86C892-8813-4C52-B1CD-6C3224A42168}"/>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Blue-Gray</a:t>
              </a:r>
            </a:p>
            <a:p>
              <a:pPr defTabSz="914102" fontAlgn="base">
                <a:spcBef>
                  <a:spcPct val="0"/>
                </a:spcBef>
                <a:spcAft>
                  <a:spcPts val="98"/>
                </a:spcAft>
              </a:pPr>
              <a:r>
                <a:rPr lang="en-US" sz="588" dirty="0">
                  <a:solidFill>
                    <a:schemeClr val="bg1"/>
                  </a:solidFill>
                  <a:ea typeface="Segoe UI" pitchFamily="34" charset="0"/>
                  <a:cs typeface="Segoe UI" pitchFamily="34" charset="0"/>
                </a:rPr>
                <a:t>R36 G58 B94</a:t>
              </a:r>
            </a:p>
            <a:p>
              <a:pPr defTabSz="914102" fontAlgn="base">
                <a:spcBef>
                  <a:spcPct val="0"/>
                </a:spcBef>
                <a:spcAft>
                  <a:spcPts val="98"/>
                </a:spcAft>
              </a:pPr>
              <a:r>
                <a:rPr lang="en-US" sz="588" dirty="0">
                  <a:solidFill>
                    <a:schemeClr val="bg1"/>
                  </a:solidFill>
                  <a:ea typeface="Segoe UI" pitchFamily="34" charset="0"/>
                  <a:cs typeface="Segoe UI" pitchFamily="34" charset="0"/>
                </a:rPr>
                <a:t>Hex #243A5E</a:t>
              </a:r>
            </a:p>
          </p:txBody>
        </p:sp>
        <p:sp>
          <p:nvSpPr>
            <p:cNvPr id="16" name="Rectangle 15">
              <a:extLst>
                <a:ext uri="{FF2B5EF4-FFF2-40B4-BE49-F238E27FC236}">
                  <a16:creationId xmlns:a16="http://schemas.microsoft.com/office/drawing/2014/main" id="{C6F005C9-9D4A-4760-B079-613D55BEF6C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a:t>
              </a:r>
            </a:p>
            <a:p>
              <a:pPr defTabSz="914102" fontAlgn="base">
                <a:spcBef>
                  <a:spcPct val="0"/>
                </a:spcBef>
                <a:spcAft>
                  <a:spcPts val="98"/>
                </a:spcAft>
              </a:pPr>
              <a:r>
                <a:rPr lang="en-US" sz="588" dirty="0">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#0078D4</a:t>
              </a:r>
            </a:p>
          </p:txBody>
        </p:sp>
        <p:grpSp>
          <p:nvGrpSpPr>
            <p:cNvPr id="17" name="Group 16">
              <a:extLst>
                <a:ext uri="{FF2B5EF4-FFF2-40B4-BE49-F238E27FC236}">
                  <a16:creationId xmlns:a16="http://schemas.microsoft.com/office/drawing/2014/main" id="{2AA8C56F-41A8-41CF-9D47-B07BB80801DD}"/>
                </a:ext>
              </a:extLst>
            </p:cNvPr>
            <p:cNvGrpSpPr/>
            <p:nvPr userDrawn="1"/>
          </p:nvGrpSpPr>
          <p:grpSpPr>
            <a:xfrm>
              <a:off x="-2857775" y="8147048"/>
              <a:ext cx="3321653" cy="1498596"/>
              <a:chOff x="-2857775" y="8250837"/>
              <a:chExt cx="3321653" cy="1394819"/>
            </a:xfrm>
          </p:grpSpPr>
          <p:sp>
            <p:nvSpPr>
              <p:cNvPr id="18" name="Rectangle 17">
                <a:extLst>
                  <a:ext uri="{FF2B5EF4-FFF2-40B4-BE49-F238E27FC236}">
                    <a16:creationId xmlns:a16="http://schemas.microsoft.com/office/drawing/2014/main" id="{A786E9CC-EF5A-451C-9E90-03F4B57973DF}"/>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Black</a:t>
                </a:r>
              </a:p>
              <a:p>
                <a:pPr defTabSz="914102" fontAlgn="base">
                  <a:spcBef>
                    <a:spcPct val="0"/>
                  </a:spcBef>
                  <a:spcAft>
                    <a:spcPts val="98"/>
                  </a:spcAft>
                </a:pPr>
                <a:r>
                  <a:rPr lang="en-US" sz="588" dirty="0">
                    <a:solidFill>
                      <a:schemeClr val="bg1"/>
                    </a:solidFill>
                    <a:ea typeface="Segoe UI" pitchFamily="34" charset="0"/>
                    <a:cs typeface="Segoe UI" pitchFamily="34" charset="0"/>
                  </a:rPr>
                  <a:t>R0 G0 B0</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#000000</a:t>
                </a:r>
              </a:p>
            </p:txBody>
          </p:sp>
          <p:sp>
            <p:nvSpPr>
              <p:cNvPr id="19" name="Rectangle 18">
                <a:extLst>
                  <a:ext uri="{FF2B5EF4-FFF2-40B4-BE49-F238E27FC236}">
                    <a16:creationId xmlns:a16="http://schemas.microsoft.com/office/drawing/2014/main" id="{09B13B5B-71AA-4DFE-9DEE-1DF6184F0582}"/>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tx1"/>
                    </a:solidFill>
                    <a:ea typeface="Segoe UI" pitchFamily="34" charset="0"/>
                    <a:cs typeface="Segoe UI" pitchFamily="34" charset="0"/>
                  </a:rPr>
                  <a:t>White</a:t>
                </a:r>
              </a:p>
              <a:p>
                <a:pPr defTabSz="914102" fontAlgn="base">
                  <a:spcBef>
                    <a:spcPct val="0"/>
                  </a:spcBef>
                  <a:spcAft>
                    <a:spcPts val="98"/>
                  </a:spcAft>
                </a:pPr>
                <a:r>
                  <a:rPr lang="en-US" sz="588" dirty="0">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dirty="0">
                    <a:solidFill>
                      <a:schemeClr val="tx1"/>
                    </a:solidFill>
                    <a:ea typeface="Segoe UI" pitchFamily="34" charset="0"/>
                    <a:cs typeface="Segoe UI" pitchFamily="34" charset="0"/>
                  </a:rPr>
                  <a:t>Hex #FFFFFF</a:t>
                </a:r>
              </a:p>
            </p:txBody>
          </p:sp>
        </p:grpSp>
      </p:grpSp>
      <p:sp>
        <p:nvSpPr>
          <p:cNvPr id="11" name="Title Placeholder 1">
            <a:extLst>
              <a:ext uri="{FF2B5EF4-FFF2-40B4-BE49-F238E27FC236}">
                <a16:creationId xmlns:a16="http://schemas.microsoft.com/office/drawing/2014/main" id="{20F47F7E-C74A-4A65-B7A5-D72925334A6D}"/>
              </a:ext>
            </a:extLst>
          </p:cNvPr>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12" name="Text Placeholder 3">
            <a:extLst>
              <a:ext uri="{FF2B5EF4-FFF2-40B4-BE49-F238E27FC236}">
                <a16:creationId xmlns:a16="http://schemas.microsoft.com/office/drawing/2014/main" id="{2DDB1D2F-AB16-47E2-AEA2-52185EE73E2E}"/>
              </a:ext>
            </a:extLst>
          </p:cNvPr>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0" name="GRID" hidden="1">
            <a:extLst>
              <a:ext uri="{FF2B5EF4-FFF2-40B4-BE49-F238E27FC236}">
                <a16:creationId xmlns:a16="http://schemas.microsoft.com/office/drawing/2014/main" id="{F9854452-BEE2-4D6F-AF3F-EDE5557096F1}"/>
              </a:ext>
            </a:extLst>
          </p:cNvPr>
          <p:cNvGrpSpPr/>
          <p:nvPr userDrawn="1"/>
        </p:nvGrpSpPr>
        <p:grpSpPr>
          <a:xfrm>
            <a:off x="0" y="0"/>
            <a:ext cx="12192000" cy="6858000"/>
            <a:chOff x="0" y="0"/>
            <a:chExt cx="12192000" cy="6858000"/>
          </a:xfrm>
        </p:grpSpPr>
        <p:cxnSp>
          <p:nvCxnSpPr>
            <p:cNvPr id="21" name="Straight Connector 20">
              <a:extLst>
                <a:ext uri="{FF2B5EF4-FFF2-40B4-BE49-F238E27FC236}">
                  <a16:creationId xmlns:a16="http://schemas.microsoft.com/office/drawing/2014/main" id="{E5B85046-081D-4F59-AEE2-421B029011B3}"/>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FC44EF8-B27F-4536-ACB0-198F36C24F28}"/>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7DC5FA7-6F36-409D-BC70-62B33BEA3FD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017990B-24FF-4B5B-8D31-3B2FFE93BAC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5A01494-B921-437B-A423-AB20FB069A42}"/>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C5C73E5-7B00-44E0-9374-3355B7B7201B}"/>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93BFEA6-004B-4D27-A931-C1D54015C4F3}"/>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0E74427-0B0E-421F-8E29-397FC22F231F}"/>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CD8DBD4-596F-472F-8D6A-66B6C274E3DF}"/>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31450DF-6901-4582-9532-25A53162441A}"/>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C5A3584-CF26-4747-B278-677319D4F5F6}"/>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9375F60-25F0-4830-8906-5E8E350BEED9}"/>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3176288-D3AA-4B9F-BE31-BDDA09A81BA6}"/>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F258125-1DFC-4512-95B3-0998DFA64EAB}"/>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DA43343-B730-49DC-BA20-1E52B159B080}"/>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1ED16F1-E23F-4744-A1BF-CF4C7350A3ED}"/>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F4F339E-35EA-4535-B93C-146BA9AC868C}"/>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290CBD8-D61A-42FF-A80D-1B39B8CF84B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79BA91F-3BDA-4288-AD5C-BE8833317BE5}"/>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AD3ED5C-8E8E-4AEB-B653-841CD702D9BF}"/>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9B79AD9-D798-492D-A2EA-B588782BF4FD}"/>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1DB1ED9-9E7F-467D-9DE9-636913529AA9}"/>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93FA38F7-7F1D-4E37-B549-8AB0776470DE}"/>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687F059-BB79-41C0-9779-9B93BE85C3B6}"/>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BEE6E387-635E-4E7F-A3FD-2A08F62BB9D5}"/>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536BD53-4F5F-4462-BD2A-4B7F301C5103}"/>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20A9654B-7FA0-421D-A086-C1E9D47EBCA7}"/>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F5D5440-94C3-43FF-A2DE-CD15659C8C50}"/>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F3DE375-635E-4C10-AEAA-85CC8F812963}"/>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E0705675-F654-42B7-907F-2BFF4E429FD1}"/>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6072DA8-81A3-427C-BA87-555E7E805F3D}"/>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9ACDFF9-1C2A-4022-8D7B-669B8129D1C4}"/>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7089712-815B-4793-B41B-371863CAA2CE}"/>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E111DF8-2BAC-4D3A-9F9B-37CBD53CCD6F}"/>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55" name=".64 square" hidden="1">
            <a:extLst>
              <a:ext uri="{FF2B5EF4-FFF2-40B4-BE49-F238E27FC236}">
                <a16:creationId xmlns:a16="http://schemas.microsoft.com/office/drawing/2014/main" id="{09588731-E1A9-4E7F-BFCF-F3E5C777D026}"/>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56" name=".32 square" hidden="1">
            <a:extLst>
              <a:ext uri="{FF2B5EF4-FFF2-40B4-BE49-F238E27FC236}">
                <a16:creationId xmlns:a16="http://schemas.microsoft.com/office/drawing/2014/main" id="{B5536126-1068-4215-B543-D243D41DF7D3}"/>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040566296"/>
      </p:ext>
    </p:extLst>
  </p:cSld>
  <p:clrMap bg1="lt1" tx1="dk1" bg2="lt2" tx2="dk2" accent1="accent1" accent2="accent2" accent3="accent3" accent4="accent4" accent5="accent5" accent6="accent6" hlink="hlink" folHlink="folHlink"/>
  <p:sldLayoutIdLst>
    <p:sldLayoutId id="2147484743" r:id="rId1"/>
    <p:sldLayoutId id="2147484744" r:id="rId2"/>
    <p:sldLayoutId id="2147484745" r:id="rId3"/>
    <p:sldLayoutId id="2147484746" r:id="rId4"/>
    <p:sldLayoutId id="2147484747" r:id="rId5"/>
    <p:sldLayoutId id="2147484748" r:id="rId6"/>
    <p:sldLayoutId id="2147484749" r:id="rId7"/>
    <p:sldLayoutId id="2147484750" r:id="rId8"/>
    <p:sldLayoutId id="2147484751" r:id="rId9"/>
    <p:sldLayoutId id="2147484752" r:id="rId10"/>
    <p:sldLayoutId id="2147484753" r:id="rId11"/>
    <p:sldLayoutId id="2147484754" r:id="rId12"/>
    <p:sldLayoutId id="2147484755" r:id="rId13"/>
    <p:sldLayoutId id="2147484756" r:id="rId14"/>
    <p:sldLayoutId id="2147484757" r:id="rId15"/>
    <p:sldLayoutId id="2147484758" r:id="rId16"/>
    <p:sldLayoutId id="2147484759" r:id="rId17"/>
    <p:sldLayoutId id="2147484760" r:id="rId18"/>
    <p:sldLayoutId id="2147484761" r:id="rId19"/>
    <p:sldLayoutId id="2147484762" r:id="rId20"/>
    <p:sldLayoutId id="2147484763" r:id="rId21"/>
    <p:sldLayoutId id="2147484764" r:id="rId22"/>
    <p:sldLayoutId id="2147484765" r:id="rId23"/>
    <p:sldLayoutId id="2147484766" r:id="rId24"/>
    <p:sldLayoutId id="2147484767" r:id="rId25"/>
    <p:sldLayoutId id="2147484768" r:id="rId26"/>
    <p:sldLayoutId id="2147484769" r:id="rId27"/>
    <p:sldLayoutId id="2147484770" r:id="rId28"/>
    <p:sldLayoutId id="2147484771" r:id="rId29"/>
    <p:sldLayoutId id="2147484772" r:id="rId30"/>
    <p:sldLayoutId id="2147484773" r:id="rId31"/>
    <p:sldLayoutId id="2147484774" r:id="rId32"/>
    <p:sldLayoutId id="2147484775" r:id="rId33"/>
    <p:sldLayoutId id="2147484776" r:id="rId34"/>
    <p:sldLayoutId id="2147484777" r:id="rId35"/>
    <p:sldLayoutId id="2147484778" r:id="rId36"/>
    <p:sldLayoutId id="2147484779" r:id="rId37"/>
    <p:sldLayoutId id="2147484780" r:id="rId38"/>
    <p:sldLayoutId id="2147484781" r:id="rId39"/>
    <p:sldLayoutId id="2147484782" r:id="rId40"/>
    <p:sldLayoutId id="2147484783" r:id="rId41"/>
    <p:sldLayoutId id="2147484784" r:id="rId42"/>
    <p:sldLayoutId id="2147484785" r:id="rId43"/>
    <p:sldLayoutId id="2147484786" r:id="rId44"/>
    <p:sldLayoutId id="2147484787" r:id="rId45"/>
    <p:sldLayoutId id="2147484788" r:id="rId46"/>
    <p:sldLayoutId id="2147484789" r:id="rId47"/>
    <p:sldLayoutId id="2147484790" r:id="rId48"/>
    <p:sldLayoutId id="2147484791" r:id="rId49"/>
    <p:sldLayoutId id="2147484792" r:id="rId50"/>
  </p:sldLayoutIdLst>
  <p:transition>
    <p:fade/>
  </p:transition>
  <p:hf sldNum="0" hdr="0" ft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guide id="56" pos="368" userDrawn="1">
          <p15:clr>
            <a:srgbClr val="C35EA4"/>
          </p15:clr>
        </p15:guide>
        <p15:guide id="57" pos="7313" userDrawn="1">
          <p15:clr>
            <a:srgbClr val="C35EA4"/>
          </p15:clr>
        </p15:guide>
        <p15:guide id="58" orient="horz" pos="369" userDrawn="1">
          <p15:clr>
            <a:srgbClr val="C35EA4"/>
          </p15:clr>
        </p15:guide>
        <p15:guide id="59" orient="horz" pos="3949" userDrawn="1">
          <p15:clr>
            <a:srgbClr val="C35EA4"/>
          </p15:clr>
        </p15:guide>
        <p15:guide id="60" orient="horz" pos="184" userDrawn="1">
          <p15:clr>
            <a:srgbClr val="A4A3A4"/>
          </p15:clr>
        </p15:guide>
        <p15:guide id="61" pos="185" userDrawn="1">
          <p15:clr>
            <a:srgbClr val="A4A3A4"/>
          </p15:clr>
        </p15:guide>
        <p15:guide id="62" orient="horz" pos="4135" userDrawn="1">
          <p15:clr>
            <a:srgbClr val="A4A3A4"/>
          </p15:clr>
        </p15:guide>
        <p15:guide id="63" pos="7495"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5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20.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20.xml"/><Relationship Id="rId5" Type="http://schemas.openxmlformats.org/officeDocument/2006/relationships/image" Target="../media/image28.png"/><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3" Type="http://schemas.openxmlformats.org/officeDocument/2006/relationships/hyperlink" Target="https://bit.ly/3EVYAj7" TargetMode="External"/><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1AD11-C05B-4487-A246-ED644C73C692}"/>
              </a:ext>
            </a:extLst>
          </p:cNvPr>
          <p:cNvSpPr>
            <a:spLocks noGrp="1"/>
          </p:cNvSpPr>
          <p:nvPr>
            <p:ph type="title"/>
          </p:nvPr>
        </p:nvSpPr>
        <p:spPr>
          <a:xfrm>
            <a:off x="578738" y="3283505"/>
            <a:ext cx="4167887" cy="1071062"/>
          </a:xfrm>
        </p:spPr>
        <p:txBody>
          <a:bodyPr/>
          <a:lstStyle/>
          <a:p>
            <a:r>
              <a:rPr lang="fr-FR" dirty="0">
                <a:solidFill>
                  <a:schemeClr val="tx1"/>
                </a:solidFill>
              </a:rPr>
              <a:t>Microsoft Azure Training</a:t>
            </a:r>
            <a:endParaRPr lang="en-US" dirty="0">
              <a:solidFill>
                <a:schemeClr val="tx1"/>
              </a:solidFill>
            </a:endParaRPr>
          </a:p>
        </p:txBody>
      </p:sp>
      <p:sp>
        <p:nvSpPr>
          <p:cNvPr id="3" name="Text Placeholder 2">
            <a:extLst>
              <a:ext uri="{FF2B5EF4-FFF2-40B4-BE49-F238E27FC236}">
                <a16:creationId xmlns:a16="http://schemas.microsoft.com/office/drawing/2014/main" id="{53A4F27D-9766-438B-809D-9CFAA7EFFD7D}"/>
              </a:ext>
            </a:extLst>
          </p:cNvPr>
          <p:cNvSpPr>
            <a:spLocks noGrp="1"/>
          </p:cNvSpPr>
          <p:nvPr>
            <p:ph type="body" sz="quarter" idx="12"/>
          </p:nvPr>
        </p:nvSpPr>
        <p:spPr>
          <a:xfrm>
            <a:off x="582042" y="4574666"/>
            <a:ext cx="4164583" cy="677108"/>
          </a:xfrm>
        </p:spPr>
        <p:txBody>
          <a:bodyPr/>
          <a:lstStyle/>
          <a:p>
            <a:r>
              <a:rPr lang="en-US" dirty="0"/>
              <a:t>Cyrus Cheng</a:t>
            </a:r>
            <a:br>
              <a:rPr lang="en-US" dirty="0"/>
            </a:br>
            <a:r>
              <a:rPr lang="en-US" dirty="0"/>
              <a:t>ITSWS - FO </a:t>
            </a:r>
            <a:r>
              <a:rPr lang="en-US" dirty="0" err="1"/>
              <a:t>Cashout</a:t>
            </a:r>
            <a:r>
              <a:rPr lang="en-US" dirty="0"/>
              <a:t> Team</a:t>
            </a:r>
          </a:p>
        </p:txBody>
      </p:sp>
      <p:pic>
        <p:nvPicPr>
          <p:cNvPr id="4098" name="Picture 2" descr="HKJC are Being Sued for failing to Pay Out a Winning Bet - Gambling Herald">
            <a:extLst>
              <a:ext uri="{FF2B5EF4-FFF2-40B4-BE49-F238E27FC236}">
                <a16:creationId xmlns:a16="http://schemas.microsoft.com/office/drawing/2014/main" id="{C745B710-30C1-444C-BB96-744721E298E2}"/>
              </a:ext>
            </a:extLst>
          </p:cNvPr>
          <p:cNvPicPr>
            <a:picLocks noGrp="1" noChangeAspect="1" noChangeArrowheads="1"/>
          </p:cNvPicPr>
          <p:nvPr>
            <p:ph type="pic" sz="quarter" idx="13"/>
          </p:nvPr>
        </p:nvPicPr>
        <p:blipFill>
          <a:blip r:embed="rId2" cstate="email">
            <a:extLst>
              <a:ext uri="{28A0092B-C50C-407E-A947-70E740481C1C}">
                <a14:useLocalDpi xmlns:a14="http://schemas.microsoft.com/office/drawing/2010/main"/>
              </a:ext>
            </a:extLst>
          </a:blip>
          <a:srcRect/>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The Hong Kong Jockey Club">
            <a:extLst>
              <a:ext uri="{FF2B5EF4-FFF2-40B4-BE49-F238E27FC236}">
                <a16:creationId xmlns:a16="http://schemas.microsoft.com/office/drawing/2014/main" id="{072F594E-46DB-485B-9E22-71C0EAAF6B8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4166624" y="228700"/>
            <a:ext cx="980708" cy="1133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8870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B34AD-5CA0-463B-8945-5A34D71E77EE}"/>
              </a:ext>
            </a:extLst>
          </p:cNvPr>
          <p:cNvSpPr>
            <a:spLocks noGrp="1"/>
          </p:cNvSpPr>
          <p:nvPr>
            <p:ph type="title"/>
          </p:nvPr>
        </p:nvSpPr>
        <p:spPr/>
        <p:txBody>
          <a:bodyPr/>
          <a:lstStyle/>
          <a:p>
            <a:r>
              <a:rPr lang="en-US" dirty="0"/>
              <a:t>Welcome</a:t>
            </a:r>
          </a:p>
        </p:txBody>
      </p:sp>
      <p:graphicFrame>
        <p:nvGraphicFramePr>
          <p:cNvPr id="4" name="Table 6">
            <a:extLst>
              <a:ext uri="{FF2B5EF4-FFF2-40B4-BE49-F238E27FC236}">
                <a16:creationId xmlns:a16="http://schemas.microsoft.com/office/drawing/2014/main" id="{37FD6B94-AC03-4160-A1B8-18C16DC1240A}"/>
              </a:ext>
            </a:extLst>
          </p:cNvPr>
          <p:cNvGraphicFramePr>
            <a:graphicFrameLocks noGrp="1"/>
          </p:cNvGraphicFramePr>
          <p:nvPr>
            <p:extLst>
              <p:ext uri="{D42A27DB-BD31-4B8C-83A1-F6EECF244321}">
                <p14:modId xmlns:p14="http://schemas.microsoft.com/office/powerpoint/2010/main" val="4176238935"/>
              </p:ext>
            </p:extLst>
          </p:nvPr>
        </p:nvGraphicFramePr>
        <p:xfrm>
          <a:off x="432089" y="1120690"/>
          <a:ext cx="11341268" cy="4109466"/>
        </p:xfrm>
        <a:graphic>
          <a:graphicData uri="http://schemas.openxmlformats.org/drawingml/2006/table">
            <a:tbl>
              <a:tblPr firstRow="1" bandRow="1">
                <a:tableStyleId>{5C22544A-7EE6-4342-B048-85BDC9FD1C3A}</a:tableStyleId>
              </a:tblPr>
              <a:tblGrid>
                <a:gridCol w="5670634">
                  <a:extLst>
                    <a:ext uri="{9D8B030D-6E8A-4147-A177-3AD203B41FA5}">
                      <a16:colId xmlns:a16="http://schemas.microsoft.com/office/drawing/2014/main" val="2255807720"/>
                    </a:ext>
                  </a:extLst>
                </a:gridCol>
                <a:gridCol w="5670634">
                  <a:extLst>
                    <a:ext uri="{9D8B030D-6E8A-4147-A177-3AD203B41FA5}">
                      <a16:colId xmlns:a16="http://schemas.microsoft.com/office/drawing/2014/main" val="2856454902"/>
                    </a:ext>
                  </a:extLst>
                </a:gridCol>
              </a:tblGrid>
              <a:tr h="370840">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2000" b="0" kern="1200" dirty="0">
                          <a:solidFill>
                            <a:srgbClr val="0070C0"/>
                          </a:solidFill>
                          <a:latin typeface="+mj-lt"/>
                          <a:ea typeface="+mn-ea"/>
                          <a:cs typeface="+mn-cs"/>
                        </a:rPr>
                        <a:t>Thank you for joining us today.</a:t>
                      </a:r>
                      <a:endParaRPr lang="en-US" sz="2000" b="0" kern="1200" dirty="0">
                        <a:solidFill>
                          <a:schemeClr val="lt1"/>
                        </a:solidFill>
                        <a:latin typeface="+mj-lt"/>
                        <a:ea typeface="+mn-ea"/>
                        <a:cs typeface="+mn-cs"/>
                      </a:endParaRPr>
                    </a:p>
                    <a:p>
                      <a:pPr marL="0" marR="0" lvl="0" indent="0" algn="l" defTabSz="914367" rtl="0" eaLnBrk="1" fontAlgn="auto" latinLnBrk="0" hangingPunct="1">
                        <a:lnSpc>
                          <a:spcPct val="100000"/>
                        </a:lnSpc>
                        <a:spcBef>
                          <a:spcPts val="0"/>
                        </a:spcBef>
                        <a:spcAft>
                          <a:spcPts val="0"/>
                        </a:spcAft>
                        <a:buClrTx/>
                        <a:buSzTx/>
                        <a:buFontTx/>
                        <a:buNone/>
                        <a:tabLst/>
                        <a:defRPr/>
                      </a:pPr>
                      <a:r>
                        <a:rPr lang="en-US" sz="2000" b="0" dirty="0">
                          <a:solidFill>
                            <a:schemeClr val="tx1"/>
                          </a:solidFill>
                          <a:latin typeface="Segoe UI" panose="020B0502040204020203" pitchFamily="34" charset="0"/>
                          <a:cs typeface="Segoe UI" panose="020B0502040204020203" pitchFamily="34" charset="0"/>
                        </a:rPr>
                        <a:t>We’ve worked together with the Microsoft Partner Network and Microsoft IT Academies to bring you a world-class learning experience. </a:t>
                      </a:r>
                    </a:p>
                    <a:p>
                      <a:pPr marL="0" marR="0" lvl="0" indent="0" algn="l" defTabSz="914367" rtl="0" eaLnBrk="1" fontAlgn="auto" latinLnBrk="0" hangingPunct="1">
                        <a:lnSpc>
                          <a:spcPct val="100000"/>
                        </a:lnSpc>
                        <a:spcBef>
                          <a:spcPts val="0"/>
                        </a:spcBef>
                        <a:spcAft>
                          <a:spcPts val="0"/>
                        </a:spcAft>
                        <a:buClrTx/>
                        <a:buSzTx/>
                        <a:buFontTx/>
                        <a:buNone/>
                        <a:tabLst/>
                        <a:defRPr/>
                      </a:pPr>
                      <a:endParaRPr lang="en-US" dirty="0"/>
                    </a:p>
                  </a:txBody>
                  <a:tcPr>
                    <a:solidFill>
                      <a:schemeClr val="bg2"/>
                    </a:solid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2000" b="0" kern="1200" dirty="0">
                          <a:solidFill>
                            <a:srgbClr val="0070C0"/>
                          </a:solidFill>
                          <a:latin typeface="+mj-lt"/>
                          <a:ea typeface="+mn-ea"/>
                          <a:cs typeface="+mn-cs"/>
                        </a:rPr>
                        <a:t>Microsoft Certified Trainers + Instructors.</a:t>
                      </a:r>
                    </a:p>
                    <a:p>
                      <a:pPr marL="0" marR="0" lvl="0" indent="0" algn="l" defTabSz="914367" rtl="0" eaLnBrk="1" fontAlgn="auto" latinLnBrk="0" hangingPunct="1">
                        <a:lnSpc>
                          <a:spcPct val="100000"/>
                        </a:lnSpc>
                        <a:spcBef>
                          <a:spcPts val="0"/>
                        </a:spcBef>
                        <a:spcAft>
                          <a:spcPts val="0"/>
                        </a:spcAft>
                        <a:buClrTx/>
                        <a:buSzTx/>
                        <a:buFontTx/>
                        <a:buNone/>
                        <a:tabLst/>
                        <a:defRPr/>
                      </a:pPr>
                      <a:r>
                        <a:rPr lang="en-US" sz="2000" b="0" kern="1200" dirty="0">
                          <a:solidFill>
                            <a:schemeClr val="tx1"/>
                          </a:solidFill>
                          <a:latin typeface="Segoe UI" panose="020B0502040204020203" pitchFamily="34" charset="0"/>
                          <a:ea typeface="+mn-ea"/>
                          <a:cs typeface="Segoe UI" panose="020B0502040204020203" pitchFamily="34" charset="0"/>
                        </a:rPr>
                        <a:t>Your instructor is a premier technical and instructional expert who meets ongoing certification requirements. </a:t>
                      </a:r>
                    </a:p>
                  </a:txBody>
                  <a:tcPr>
                    <a:solidFill>
                      <a:schemeClr val="bg2"/>
                    </a:solidFill>
                  </a:tcPr>
                </a:tc>
                <a:extLst>
                  <a:ext uri="{0D108BD9-81ED-4DB2-BD59-A6C34878D82A}">
                    <a16:rowId xmlns:a16="http://schemas.microsoft.com/office/drawing/2014/main" val="3074192712"/>
                  </a:ext>
                </a:extLst>
              </a:tr>
              <a:tr h="370840">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2000" b="0" kern="1200" dirty="0">
                          <a:solidFill>
                            <a:srgbClr val="0070C0"/>
                          </a:solidFill>
                          <a:latin typeface="+mj-lt"/>
                          <a:ea typeface="+mn-ea"/>
                          <a:cs typeface="+mn-cs"/>
                        </a:rPr>
                        <a:t>Customer Satisfaction Guarantee.</a:t>
                      </a:r>
                    </a:p>
                    <a:p>
                      <a:pPr marL="0" marR="0" lvl="0" indent="0" algn="l" defTabSz="914367" rtl="0" eaLnBrk="1" fontAlgn="auto" latinLnBrk="0" hangingPunct="1">
                        <a:lnSpc>
                          <a:spcPct val="100000"/>
                        </a:lnSpc>
                        <a:spcBef>
                          <a:spcPts val="0"/>
                        </a:spcBef>
                        <a:spcAft>
                          <a:spcPts val="0"/>
                        </a:spcAft>
                        <a:buClrTx/>
                        <a:buSzTx/>
                        <a:buFontTx/>
                        <a:buNone/>
                        <a:tabLst/>
                        <a:defRPr/>
                      </a:pPr>
                      <a:r>
                        <a:rPr lang="en-US" sz="2000" b="0" kern="1200" dirty="0">
                          <a:solidFill>
                            <a:schemeClr val="tx1"/>
                          </a:solidFill>
                          <a:latin typeface="Segoe UI" panose="020B0502040204020203" pitchFamily="34" charset="0"/>
                          <a:ea typeface="+mn-ea"/>
                          <a:cs typeface="Segoe UI" panose="020B0502040204020203" pitchFamily="34" charset="0"/>
                        </a:rPr>
                        <a:t>Our partners offer a satisfaction guarantee, and we hold them accountable for it. </a:t>
                      </a:r>
                      <a:br>
                        <a:rPr lang="en-US" sz="2000" b="0" kern="1200" dirty="0">
                          <a:solidFill>
                            <a:schemeClr val="tx1"/>
                          </a:solidFill>
                          <a:latin typeface="Segoe UI" panose="020B0502040204020203" pitchFamily="34" charset="0"/>
                          <a:ea typeface="+mn-ea"/>
                          <a:cs typeface="Segoe UI" panose="020B0502040204020203" pitchFamily="34" charset="0"/>
                        </a:rPr>
                      </a:br>
                      <a:endParaRPr lang="en-US" sz="2000" b="0" kern="1200" dirty="0">
                        <a:solidFill>
                          <a:schemeClr val="tx1"/>
                        </a:solidFill>
                        <a:latin typeface="Segoe UI" panose="020B0502040204020203" pitchFamily="34" charset="0"/>
                        <a:ea typeface="+mn-ea"/>
                        <a:cs typeface="Segoe UI" panose="020B0502040204020203" pitchFamily="34" charset="0"/>
                      </a:endParaRPr>
                    </a:p>
                    <a:p>
                      <a:pPr marL="0" marR="0" lvl="0" indent="0" algn="l" defTabSz="914367" rtl="0" eaLnBrk="1" fontAlgn="auto" latinLnBrk="0" hangingPunct="1">
                        <a:lnSpc>
                          <a:spcPct val="100000"/>
                        </a:lnSpc>
                        <a:spcBef>
                          <a:spcPts val="0"/>
                        </a:spcBef>
                        <a:spcAft>
                          <a:spcPts val="0"/>
                        </a:spcAft>
                        <a:buClrTx/>
                        <a:buSzTx/>
                        <a:buFontTx/>
                        <a:buNone/>
                        <a:tabLst/>
                        <a:defRPr/>
                      </a:pPr>
                      <a:r>
                        <a:rPr lang="en-US" sz="2000" b="0" kern="1200" dirty="0">
                          <a:solidFill>
                            <a:schemeClr val="tx1"/>
                          </a:solidFill>
                          <a:latin typeface="Segoe UI" panose="020B0502040204020203" pitchFamily="34" charset="0"/>
                          <a:ea typeface="+mn-ea"/>
                          <a:cs typeface="Segoe UI" panose="020B0502040204020203" pitchFamily="34" charset="0"/>
                        </a:rPr>
                        <a:t>At the end of class, please complete an evaluation of today’s experience. We value your feedback!  </a:t>
                      </a:r>
                    </a:p>
                  </a:txBody>
                  <a:tcPr>
                    <a:solidFill>
                      <a:schemeClr val="bg2"/>
                    </a:solidFill>
                  </a:tcPr>
                </a:tc>
                <a:tc>
                  <a:txBody>
                    <a:bodyPr/>
                    <a:lstStyle/>
                    <a:p>
                      <a:pPr marL="0" indent="0">
                        <a:spcBef>
                          <a:spcPts val="0"/>
                        </a:spcBef>
                        <a:buFont typeface="Wingdings" panose="05000000000000000000" pitchFamily="2" charset="2"/>
                        <a:buNone/>
                      </a:pPr>
                      <a:r>
                        <a:rPr lang="en-US" sz="2000" b="0" kern="1200" dirty="0">
                          <a:solidFill>
                            <a:srgbClr val="0070C0"/>
                          </a:solidFill>
                          <a:latin typeface="+mj-lt"/>
                          <a:ea typeface="+mn-ea"/>
                          <a:cs typeface="+mn-cs"/>
                        </a:rPr>
                        <a:t>Certification Exam Benefits.</a:t>
                      </a:r>
                    </a:p>
                    <a:p>
                      <a:pPr marL="0" marR="0" lvl="0" indent="0" algn="l" defTabSz="914367" rtl="0" eaLnBrk="1" fontAlgn="auto" latinLnBrk="0" hangingPunct="1">
                        <a:lnSpc>
                          <a:spcPct val="100000"/>
                        </a:lnSpc>
                        <a:spcBef>
                          <a:spcPts val="0"/>
                        </a:spcBef>
                        <a:spcAft>
                          <a:spcPts val="0"/>
                        </a:spcAft>
                        <a:buClrTx/>
                        <a:buSzTx/>
                        <a:buFontTx/>
                        <a:buNone/>
                        <a:tabLst/>
                        <a:defRPr/>
                      </a:pPr>
                      <a:r>
                        <a:rPr lang="en-US" sz="2000" b="0" kern="1200" dirty="0">
                          <a:solidFill>
                            <a:schemeClr val="tx1"/>
                          </a:solidFill>
                          <a:latin typeface="Segoe UI" panose="020B0502040204020203" pitchFamily="34" charset="0"/>
                          <a:ea typeface="+mn-ea"/>
                          <a:cs typeface="Segoe UI" panose="020B0502040204020203" pitchFamily="34" charset="0"/>
                        </a:rPr>
                        <a:t>After training, consider pursuing a Microsoft Certification to help distinguish your technical expertise and experience. Ask your instructor about available exam promotions and discounts.</a:t>
                      </a:r>
                    </a:p>
                    <a:p>
                      <a:pPr marL="0" marR="0" lvl="0" indent="0" algn="l" defTabSz="914367" rtl="0" eaLnBrk="1" fontAlgn="auto" latinLnBrk="0" hangingPunct="1">
                        <a:lnSpc>
                          <a:spcPct val="100000"/>
                        </a:lnSpc>
                        <a:spcBef>
                          <a:spcPts val="0"/>
                        </a:spcBef>
                        <a:spcAft>
                          <a:spcPts val="0"/>
                        </a:spcAft>
                        <a:buClrTx/>
                        <a:buSzTx/>
                        <a:buFontTx/>
                        <a:buNone/>
                        <a:tabLst/>
                        <a:defRPr/>
                      </a:pPr>
                      <a:endParaRPr lang="en-US" sz="2000" b="0" kern="1200" dirty="0">
                        <a:solidFill>
                          <a:schemeClr val="tx1"/>
                        </a:solidFill>
                        <a:latin typeface="Segoe UI" panose="020B0502040204020203" pitchFamily="34" charset="0"/>
                        <a:ea typeface="+mn-ea"/>
                        <a:cs typeface="Segoe UI" panose="020B0502040204020203" pitchFamily="34" charset="0"/>
                      </a:endParaRPr>
                    </a:p>
                    <a:p>
                      <a:pPr marL="0" marR="0" lvl="0" indent="0" algn="l" defTabSz="914367" rtl="0" eaLnBrk="1" fontAlgn="auto" latinLnBrk="0" hangingPunct="1">
                        <a:lnSpc>
                          <a:spcPct val="100000"/>
                        </a:lnSpc>
                        <a:spcBef>
                          <a:spcPts val="0"/>
                        </a:spcBef>
                        <a:spcAft>
                          <a:spcPts val="0"/>
                        </a:spcAft>
                        <a:buClrTx/>
                        <a:buSzTx/>
                        <a:buFontTx/>
                        <a:buNone/>
                        <a:tabLst/>
                        <a:defRPr/>
                      </a:pPr>
                      <a:r>
                        <a:rPr lang="en-US" sz="2000" b="0" kern="1200" dirty="0">
                          <a:solidFill>
                            <a:schemeClr val="tx1"/>
                          </a:solidFill>
                          <a:latin typeface="Segoe UI" panose="020B0502040204020203" pitchFamily="34" charset="0"/>
                          <a:ea typeface="+mn-ea"/>
                          <a:cs typeface="Segoe UI" panose="020B0502040204020203" pitchFamily="34" charset="0"/>
                        </a:rPr>
                        <a:t>We wish you a great learning experience and ongoing career success!</a:t>
                      </a:r>
                      <a:endParaRPr lang="en-US" dirty="0">
                        <a:solidFill>
                          <a:schemeClr val="tx1"/>
                        </a:solidFill>
                      </a:endParaRPr>
                    </a:p>
                  </a:txBody>
                  <a:tcPr>
                    <a:solidFill>
                      <a:schemeClr val="bg2"/>
                    </a:solidFill>
                  </a:tcPr>
                </a:tc>
                <a:extLst>
                  <a:ext uri="{0D108BD9-81ED-4DB2-BD59-A6C34878D82A}">
                    <a16:rowId xmlns:a16="http://schemas.microsoft.com/office/drawing/2014/main" val="382848287"/>
                  </a:ext>
                </a:extLst>
              </a:tr>
            </a:tbl>
          </a:graphicData>
        </a:graphic>
      </p:graphicFrame>
    </p:spTree>
    <p:extLst>
      <p:ext uri="{BB962C8B-B14F-4D97-AF65-F5344CB8AC3E}">
        <p14:creationId xmlns:p14="http://schemas.microsoft.com/office/powerpoint/2010/main" val="321900275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0E70478-E774-40C4-8729-EFEB83E0DAFF}"/>
              </a:ext>
            </a:extLst>
          </p:cNvPr>
          <p:cNvSpPr>
            <a:spLocks noGrp="1"/>
          </p:cNvSpPr>
          <p:nvPr>
            <p:ph type="title"/>
          </p:nvPr>
        </p:nvSpPr>
        <p:spPr/>
        <p:txBody>
          <a:bodyPr/>
          <a:lstStyle/>
          <a:p>
            <a:r>
              <a:rPr lang="en-US" dirty="0"/>
              <a:t>About this course</a:t>
            </a:r>
          </a:p>
        </p:txBody>
      </p:sp>
      <p:sp>
        <p:nvSpPr>
          <p:cNvPr id="3" name="Text Placeholder 2">
            <a:extLst>
              <a:ext uri="{FF2B5EF4-FFF2-40B4-BE49-F238E27FC236}">
                <a16:creationId xmlns:a16="http://schemas.microsoft.com/office/drawing/2014/main" id="{C7800266-E237-4CBA-8E39-3A0C482C87E3}"/>
              </a:ext>
            </a:extLst>
          </p:cNvPr>
          <p:cNvSpPr>
            <a:spLocks noGrp="1"/>
          </p:cNvSpPr>
          <p:nvPr>
            <p:ph sz="quarter" idx="10"/>
          </p:nvPr>
        </p:nvSpPr>
        <p:spPr>
          <a:xfrm>
            <a:off x="419100" y="1144268"/>
            <a:ext cx="11340811" cy="5273238"/>
          </a:xfrm>
        </p:spPr>
        <p:txBody>
          <a:bodyPr/>
          <a:lstStyle/>
          <a:p>
            <a:pPr marL="342900" indent="-342900">
              <a:spcAft>
                <a:spcPts val="1200"/>
              </a:spcAft>
              <a:buFont typeface="Arial" panose="020B0604020202020204" pitchFamily="34" charset="0"/>
              <a:buChar char="•"/>
            </a:pPr>
            <a:r>
              <a:rPr lang="en-US" sz="2400" dirty="0">
                <a:latin typeface="+mn-lt"/>
              </a:rPr>
              <a:t>This course provides foundational level knowledge on cloud concepts; core Azure services; security, privacy, compliance, and trust; and Azure pricing and support.</a:t>
            </a:r>
          </a:p>
          <a:p>
            <a:pPr marL="342900" indent="-342900">
              <a:spcAft>
                <a:spcPts val="1200"/>
              </a:spcAft>
              <a:buFont typeface="Arial" panose="020B0604020202020204" pitchFamily="34" charset="0"/>
              <a:buChar char="•"/>
            </a:pPr>
            <a:r>
              <a:rPr lang="en-US" sz="2400" dirty="0">
                <a:latin typeface="+mn-lt"/>
              </a:rPr>
              <a:t>The audience for this course is just beginning to learn about cloud computing and how Microsoft Azure provides that service. </a:t>
            </a:r>
          </a:p>
          <a:p>
            <a:pPr marL="342900" indent="-342900">
              <a:spcAft>
                <a:spcPts val="1200"/>
              </a:spcAft>
              <a:buFont typeface="Arial" panose="020B0604020202020204" pitchFamily="34" charset="0"/>
              <a:buChar char="•"/>
            </a:pPr>
            <a:r>
              <a:rPr lang="en-US" sz="2400" dirty="0">
                <a:latin typeface="+mn-lt"/>
              </a:rPr>
              <a:t>There are no prerequisites for the course, but students with an IT background will find the concepts easier to understand. </a:t>
            </a:r>
          </a:p>
          <a:p>
            <a:pPr marL="342900" indent="-342900">
              <a:spcAft>
                <a:spcPts val="1200"/>
              </a:spcAft>
              <a:buFont typeface="Arial" panose="020B0604020202020204" pitchFamily="34" charset="0"/>
              <a:buChar char="•"/>
            </a:pPr>
            <a:r>
              <a:rPr lang="en-US" dirty="0"/>
              <a:t>This course originally is a </a:t>
            </a:r>
            <a:r>
              <a:rPr lang="en-US" b="1" dirty="0"/>
              <a:t>5 days </a:t>
            </a:r>
            <a:r>
              <a:rPr lang="en-US" dirty="0"/>
              <a:t>courses for</a:t>
            </a:r>
            <a:r>
              <a:rPr lang="en-US" b="1" dirty="0"/>
              <a:t> </a:t>
            </a:r>
            <a:r>
              <a:rPr lang="en-US" i="1" u="sng" dirty="0"/>
              <a:t>Microsoft Certified: Azure Solutions Architect </a:t>
            </a:r>
            <a:r>
              <a:rPr lang="en-US" b="1" i="1" u="sng" dirty="0"/>
              <a:t>Expert</a:t>
            </a:r>
          </a:p>
          <a:p>
            <a:pPr marL="342900" indent="-342900">
              <a:spcAft>
                <a:spcPts val="1200"/>
              </a:spcAft>
              <a:buFont typeface="Arial" panose="020B0604020202020204" pitchFamily="34" charset="0"/>
              <a:buChar char="•"/>
            </a:pPr>
            <a:r>
              <a:rPr lang="en-US" b="1" dirty="0"/>
              <a:t>Customized with some content change and abstracted into 1 days 5 hours course</a:t>
            </a:r>
          </a:p>
          <a:p>
            <a:pPr marL="342900" indent="-342900">
              <a:spcAft>
                <a:spcPts val="1200"/>
              </a:spcAft>
              <a:buFont typeface="Arial" panose="020B0604020202020204" pitchFamily="34" charset="0"/>
              <a:buChar char="•"/>
            </a:pPr>
            <a:r>
              <a:rPr lang="en-US" b="1" dirty="0"/>
              <a:t>Demo and lab is skipped due to running out of time</a:t>
            </a:r>
          </a:p>
        </p:txBody>
      </p:sp>
    </p:spTree>
    <p:extLst>
      <p:ext uri="{BB962C8B-B14F-4D97-AF65-F5344CB8AC3E}">
        <p14:creationId xmlns:p14="http://schemas.microsoft.com/office/powerpoint/2010/main" val="342360164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2FEE7-5008-4DA1-892C-91635126B322}"/>
              </a:ext>
            </a:extLst>
          </p:cNvPr>
          <p:cNvSpPr>
            <a:spLocks noGrp="1"/>
          </p:cNvSpPr>
          <p:nvPr>
            <p:ph type="title"/>
          </p:nvPr>
        </p:nvSpPr>
        <p:spPr/>
        <p:txBody>
          <a:bodyPr>
            <a:normAutofit/>
          </a:bodyPr>
          <a:lstStyle/>
          <a:p>
            <a:r>
              <a:rPr lang="en-US" dirty="0"/>
              <a:t>Hello, World!</a:t>
            </a:r>
          </a:p>
        </p:txBody>
      </p:sp>
      <p:sp>
        <p:nvSpPr>
          <p:cNvPr id="12" name="Text Placeholder 11">
            <a:extLst>
              <a:ext uri="{FF2B5EF4-FFF2-40B4-BE49-F238E27FC236}">
                <a16:creationId xmlns:a16="http://schemas.microsoft.com/office/drawing/2014/main" id="{07BCCABA-E2B3-4E60-8DF7-9DE67965D7C3}"/>
              </a:ext>
            </a:extLst>
          </p:cNvPr>
          <p:cNvSpPr>
            <a:spLocks noGrp="1"/>
          </p:cNvSpPr>
          <p:nvPr>
            <p:ph sz="quarter" idx="10"/>
          </p:nvPr>
        </p:nvSpPr>
        <p:spPr>
          <a:xfrm>
            <a:off x="419449" y="1457179"/>
            <a:ext cx="5056153" cy="5555367"/>
          </a:xfrm>
        </p:spPr>
        <p:txBody>
          <a:bodyPr/>
          <a:lstStyle/>
          <a:p>
            <a:pPr marL="342834" indent="-342834">
              <a:buFont typeface="Arial" panose="020B0604020202020204" pitchFamily="34" charset="0"/>
              <a:buChar char="•"/>
            </a:pPr>
            <a:r>
              <a:rPr lang="en-US" dirty="0">
                <a:latin typeface="+mn-lt"/>
              </a:rPr>
              <a:t>Cyrus Cheng</a:t>
            </a:r>
          </a:p>
          <a:p>
            <a:pPr marL="342834" indent="-342834">
              <a:buFont typeface="Arial" panose="020B0604020202020204" pitchFamily="34" charset="0"/>
              <a:buChar char="•"/>
            </a:pPr>
            <a:r>
              <a:rPr lang="en-US" sz="1800" dirty="0">
                <a:latin typeface="+mn-lt"/>
              </a:rPr>
              <a:t>Microsoft Certified Trainer (Since 2019)</a:t>
            </a:r>
            <a:br>
              <a:rPr lang="en-US" sz="1800" dirty="0">
                <a:latin typeface="+mn-lt"/>
              </a:rPr>
            </a:br>
            <a:r>
              <a:rPr lang="en-US" sz="1800" dirty="0">
                <a:latin typeface="+mn-lt"/>
              </a:rPr>
              <a:t>Azure Solutions Architect</a:t>
            </a:r>
            <a:br>
              <a:rPr lang="en-US" sz="1800" dirty="0">
                <a:latin typeface="+mn-lt"/>
              </a:rPr>
            </a:br>
            <a:r>
              <a:rPr lang="en-US" sz="1800" dirty="0">
                <a:latin typeface="+mn-lt"/>
              </a:rPr>
              <a:t>Azure Developer Associate</a:t>
            </a:r>
          </a:p>
          <a:p>
            <a:pPr marL="342834" indent="-342834">
              <a:buFont typeface="Arial" panose="020B0604020202020204" pitchFamily="34" charset="0"/>
              <a:buChar char="•"/>
            </a:pPr>
            <a:r>
              <a:rPr lang="en-US" dirty="0">
                <a:latin typeface="+mn-lt"/>
              </a:rPr>
              <a:t>ITSWS - </a:t>
            </a:r>
            <a:r>
              <a:rPr lang="en-US" dirty="0" err="1">
                <a:latin typeface="+mn-lt"/>
              </a:rPr>
              <a:t>Cashout</a:t>
            </a:r>
            <a:r>
              <a:rPr lang="en-US" dirty="0">
                <a:latin typeface="+mn-lt"/>
              </a:rPr>
              <a:t> Team Tech. Lead</a:t>
            </a:r>
            <a:br>
              <a:rPr lang="en-US" dirty="0">
                <a:latin typeface="+mn-lt"/>
              </a:rPr>
            </a:br>
            <a:r>
              <a:rPr lang="en-US" dirty="0">
                <a:latin typeface="+mn-lt"/>
              </a:rPr>
              <a:t>HKMU Parttime Lecturer</a:t>
            </a:r>
          </a:p>
          <a:p>
            <a:pPr marL="342834" indent="-342834">
              <a:buFont typeface="Arial" panose="020B0604020202020204" pitchFamily="34" charset="0"/>
              <a:buChar char="•"/>
            </a:pPr>
            <a:r>
              <a:rPr lang="en-US" dirty="0">
                <a:latin typeface="+mn-lt"/>
              </a:rPr>
              <a:t>Specialized in</a:t>
            </a:r>
          </a:p>
          <a:p>
            <a:pPr marL="678915" lvl="1" indent="-342834"/>
            <a:r>
              <a:rPr lang="en-US" dirty="0"/>
              <a:t>Azure, </a:t>
            </a:r>
            <a:r>
              <a:rPr lang="en-US" dirty="0">
                <a:latin typeface="+mn-lt"/>
              </a:rPr>
              <a:t>SharePoint</a:t>
            </a:r>
            <a:r>
              <a:rPr lang="en-US" dirty="0"/>
              <a:t>, .NET</a:t>
            </a:r>
          </a:p>
          <a:p>
            <a:pPr marL="678915" lvl="1" indent="-342834"/>
            <a:r>
              <a:rPr lang="en-US" dirty="0"/>
              <a:t>Spring Boot / Spring Cloud</a:t>
            </a:r>
          </a:p>
          <a:p>
            <a:pPr marL="678915" lvl="1" indent="-342834"/>
            <a:r>
              <a:rPr lang="en-US" dirty="0"/>
              <a:t>React, Vue</a:t>
            </a:r>
          </a:p>
          <a:p>
            <a:pPr marL="678915" lvl="1" indent="-342834"/>
            <a:r>
              <a:rPr lang="en-US" dirty="0">
                <a:latin typeface="+mn-lt"/>
              </a:rPr>
              <a:t>K8</a:t>
            </a:r>
            <a:r>
              <a:rPr lang="en-US" dirty="0"/>
              <a:t>S Development</a:t>
            </a:r>
          </a:p>
          <a:p>
            <a:pPr marL="678915" lvl="1" indent="-342834"/>
            <a:r>
              <a:rPr lang="en-US">
                <a:latin typeface="+mn-lt"/>
              </a:rPr>
              <a:t>Microservices </a:t>
            </a:r>
            <a:r>
              <a:rPr lang="en-US" dirty="0">
                <a:latin typeface="+mn-lt"/>
              </a:rPr>
              <a:t>Arch. Design</a:t>
            </a:r>
          </a:p>
          <a:p>
            <a:pPr marL="342834" indent="-342834">
              <a:buFont typeface="Arial" panose="020B0604020202020204" pitchFamily="34" charset="0"/>
              <a:buChar char="•"/>
            </a:pPr>
            <a:endParaRPr lang="en-US" dirty="0">
              <a:latin typeface="+mn-lt"/>
            </a:endParaRPr>
          </a:p>
        </p:txBody>
      </p:sp>
      <p:pic>
        <p:nvPicPr>
          <p:cNvPr id="1026" name="Picture 2" descr="Cyrus Cheng">
            <a:extLst>
              <a:ext uri="{FF2B5EF4-FFF2-40B4-BE49-F238E27FC236}">
                <a16:creationId xmlns:a16="http://schemas.microsoft.com/office/drawing/2014/main" id="{B7E59943-451C-6487-B28F-C8D47E0AA4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2800" y="1214005"/>
            <a:ext cx="2116464" cy="211646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icrosoft Certified Trainer 2022-2023">
            <a:extLst>
              <a:ext uri="{FF2B5EF4-FFF2-40B4-BE49-F238E27FC236}">
                <a16:creationId xmlns:a16="http://schemas.microsoft.com/office/drawing/2014/main" id="{73CF0C9E-B2BB-B5BA-89FB-79DBD30EC66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64805" y="3872404"/>
            <a:ext cx="1369190" cy="136919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icrosoft Certified: Azure Developer Associate (Legacy)">
            <a:extLst>
              <a:ext uri="{FF2B5EF4-FFF2-40B4-BE49-F238E27FC236}">
                <a16:creationId xmlns:a16="http://schemas.microsoft.com/office/drawing/2014/main" id="{B56BFC1F-5CD8-BB6E-7FF9-2EA4CFEBED9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12799" y="3872404"/>
            <a:ext cx="1369190" cy="136919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Microsoft Microsoft Certified: Azure Solutions Architect Expert  Certification Practice Test Questions &amp; Exam Dumps - PrepAway">
            <a:extLst>
              <a:ext uri="{FF2B5EF4-FFF2-40B4-BE49-F238E27FC236}">
                <a16:creationId xmlns:a16="http://schemas.microsoft.com/office/drawing/2014/main" id="{CA55488E-E63F-FAF8-2E08-20890B30866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24379" y="3793750"/>
            <a:ext cx="2290548" cy="147249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icrosoft Certified: Power Platform Fundamentals">
            <a:extLst>
              <a:ext uri="{FF2B5EF4-FFF2-40B4-BE49-F238E27FC236}">
                <a16:creationId xmlns:a16="http://schemas.microsoft.com/office/drawing/2014/main" id="{0B020B68-4A89-47CD-14F1-4DD102C4DE8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344357" y="5334580"/>
            <a:ext cx="1120343" cy="112034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Microsoft Certified: Azure AI Fundamentals">
            <a:extLst>
              <a:ext uri="{FF2B5EF4-FFF2-40B4-BE49-F238E27FC236}">
                <a16:creationId xmlns:a16="http://schemas.microsoft.com/office/drawing/2014/main" id="{DFFBBEAF-F067-00A2-AA7A-67CE5944959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846413" y="5334580"/>
            <a:ext cx="1100907" cy="1100907"/>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Microsoft Certified: Azure Data Fundamentals">
            <a:extLst>
              <a:ext uri="{FF2B5EF4-FFF2-40B4-BE49-F238E27FC236}">
                <a16:creationId xmlns:a16="http://schemas.microsoft.com/office/drawing/2014/main" id="{29900167-D68E-EDB7-2E33-3289E4EE25E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314020" y="5323287"/>
            <a:ext cx="1100907" cy="1100907"/>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MCSD: App Builder — Certified 2018">
            <a:extLst>
              <a:ext uri="{FF2B5EF4-FFF2-40B4-BE49-F238E27FC236}">
                <a16:creationId xmlns:a16="http://schemas.microsoft.com/office/drawing/2014/main" id="{4A9A6423-BED0-29A5-4917-04F429010642}"/>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842302" y="5313569"/>
            <a:ext cx="1120343" cy="1120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539405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F1ACE-0577-4609-8287-8147FCBE1655}"/>
              </a:ext>
            </a:extLst>
          </p:cNvPr>
          <p:cNvSpPr>
            <a:spLocks noGrp="1"/>
          </p:cNvSpPr>
          <p:nvPr>
            <p:ph type="title"/>
          </p:nvPr>
        </p:nvSpPr>
        <p:spPr/>
        <p:txBody>
          <a:bodyPr/>
          <a:lstStyle/>
          <a:p>
            <a:r>
              <a:rPr lang="en-US" dirty="0"/>
              <a:t>Facilities</a:t>
            </a:r>
          </a:p>
        </p:txBody>
      </p:sp>
      <p:sp>
        <p:nvSpPr>
          <p:cNvPr id="3" name="Text Placeholder 2">
            <a:extLst>
              <a:ext uri="{FF2B5EF4-FFF2-40B4-BE49-F238E27FC236}">
                <a16:creationId xmlns:a16="http://schemas.microsoft.com/office/drawing/2014/main" id="{B60ABB6F-B94C-4150-89BD-BEC2A743FDC7}"/>
              </a:ext>
            </a:extLst>
          </p:cNvPr>
          <p:cNvSpPr>
            <a:spLocks noGrp="1"/>
          </p:cNvSpPr>
          <p:nvPr>
            <p:ph sz="quarter" idx="10"/>
          </p:nvPr>
        </p:nvSpPr>
        <p:spPr>
          <a:xfrm>
            <a:off x="418643" y="1456897"/>
            <a:ext cx="2619525" cy="2785378"/>
          </a:xfrm>
        </p:spPr>
        <p:txBody>
          <a:bodyPr/>
          <a:lstStyle/>
          <a:p>
            <a:pPr marL="342900" indent="-342900">
              <a:spcBef>
                <a:spcPts val="0"/>
              </a:spcBef>
              <a:spcAft>
                <a:spcPts val="600"/>
              </a:spcAft>
              <a:buFont typeface="Arial" panose="020B0604020202020204" pitchFamily="34" charset="0"/>
              <a:buChar char="•"/>
            </a:pPr>
            <a:r>
              <a:rPr lang="en-US" sz="2400" dirty="0">
                <a:latin typeface="+mn-lt"/>
              </a:rPr>
              <a:t>Class hours</a:t>
            </a:r>
          </a:p>
          <a:p>
            <a:pPr marL="342900" indent="-342900">
              <a:spcBef>
                <a:spcPts val="0"/>
              </a:spcBef>
              <a:spcAft>
                <a:spcPts val="600"/>
              </a:spcAft>
              <a:buFont typeface="Arial" panose="020B0604020202020204" pitchFamily="34" charset="0"/>
              <a:buChar char="•"/>
            </a:pPr>
            <a:r>
              <a:rPr lang="en-US" sz="2400" dirty="0">
                <a:latin typeface="+mn-lt"/>
              </a:rPr>
              <a:t>Building hours</a:t>
            </a:r>
          </a:p>
          <a:p>
            <a:pPr marL="342900" indent="-342900">
              <a:spcBef>
                <a:spcPts val="0"/>
              </a:spcBef>
              <a:spcAft>
                <a:spcPts val="600"/>
              </a:spcAft>
              <a:buFont typeface="Arial" panose="020B0604020202020204" pitchFamily="34" charset="0"/>
              <a:buChar char="•"/>
            </a:pPr>
            <a:r>
              <a:rPr lang="en-US" sz="2400" dirty="0">
                <a:latin typeface="+mn-lt"/>
              </a:rPr>
              <a:t>Parking</a:t>
            </a:r>
          </a:p>
          <a:p>
            <a:pPr marL="342900" indent="-342900">
              <a:spcBef>
                <a:spcPts val="0"/>
              </a:spcBef>
              <a:spcAft>
                <a:spcPts val="600"/>
              </a:spcAft>
              <a:buFont typeface="Arial" panose="020B0604020202020204" pitchFamily="34" charset="0"/>
              <a:buChar char="•"/>
            </a:pPr>
            <a:r>
              <a:rPr lang="en-US" sz="2400" dirty="0">
                <a:latin typeface="+mn-lt"/>
              </a:rPr>
              <a:t>Restrooms</a:t>
            </a:r>
          </a:p>
          <a:p>
            <a:pPr marL="342900" indent="-342900">
              <a:spcBef>
                <a:spcPts val="0"/>
              </a:spcBef>
              <a:spcAft>
                <a:spcPts val="600"/>
              </a:spcAft>
              <a:buFont typeface="Arial" panose="020B0604020202020204" pitchFamily="34" charset="0"/>
              <a:buChar char="•"/>
            </a:pPr>
            <a:r>
              <a:rPr lang="en-US" sz="2400" dirty="0">
                <a:latin typeface="+mn-lt"/>
              </a:rPr>
              <a:t>Meals</a:t>
            </a:r>
          </a:p>
          <a:p>
            <a:pPr marL="342900" indent="-342900">
              <a:spcBef>
                <a:spcPts val="0"/>
              </a:spcBef>
              <a:spcAft>
                <a:spcPts val="600"/>
              </a:spcAft>
              <a:buFont typeface="Arial" panose="020B0604020202020204" pitchFamily="34" charset="0"/>
              <a:buChar char="•"/>
            </a:pPr>
            <a:r>
              <a:rPr lang="en-US" sz="2400" dirty="0">
                <a:latin typeface="+mn-lt"/>
              </a:rPr>
              <a:t>Phones</a:t>
            </a:r>
          </a:p>
        </p:txBody>
      </p:sp>
      <p:sp>
        <p:nvSpPr>
          <p:cNvPr id="15" name="Text Placeholder 2">
            <a:extLst>
              <a:ext uri="{FF2B5EF4-FFF2-40B4-BE49-F238E27FC236}">
                <a16:creationId xmlns:a16="http://schemas.microsoft.com/office/drawing/2014/main" id="{E59D03C4-9BD5-46A2-AC3F-BC9AD7406700}"/>
              </a:ext>
            </a:extLst>
          </p:cNvPr>
          <p:cNvSpPr txBox="1">
            <a:spLocks/>
          </p:cNvSpPr>
          <p:nvPr/>
        </p:nvSpPr>
        <p:spPr>
          <a:xfrm>
            <a:off x="3076541" y="1453704"/>
            <a:ext cx="2619525" cy="2708434"/>
          </a:xfrm>
          <a:prstGeom prst="rect">
            <a:avLst/>
          </a:prstGeom>
        </p:spPr>
        <p:txBody>
          <a:bodyPr vert="horz" wrap="square" lIns="0" tIns="91440" rIns="146304" bIns="91440" rtlCol="0">
            <a:spAutoFit/>
          </a:bodyPr>
          <a:lstStyle>
            <a:lvl1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2400" kern="1200" spc="-49" baseline="0">
                <a:solidFill>
                  <a:srgbClr val="000000"/>
                </a:solidFill>
                <a:latin typeface="+mj-lt"/>
                <a:ea typeface="+mn-ea"/>
                <a:cs typeface="+mn-cs"/>
              </a:defRPr>
            </a:lvl1pPr>
            <a:lvl2pPr marL="336145" marR="0" indent="-224097"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defRPr sz="2000" kern="1200" spc="0" baseline="0">
                <a:solidFill>
                  <a:schemeClr val="tx1"/>
                </a:solidFill>
                <a:latin typeface="+mn-lt"/>
                <a:ea typeface="+mn-ea"/>
                <a:cs typeface="+mn-cs"/>
              </a:defRPr>
            </a:lvl2pPr>
            <a:lvl3pPr marL="280121" marR="0" indent="-280121"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defRPr sz="1600" kern="1200" spc="0" baseline="0">
                <a:solidFill>
                  <a:schemeClr val="tx1"/>
                </a:solidFill>
                <a:latin typeface="+mn-lt"/>
                <a:ea typeface="+mn-ea"/>
                <a:cs typeface="+mn-cs"/>
              </a:defRPr>
            </a:lvl3pPr>
            <a:lvl4pPr marL="672290" marR="0"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sz="1600" kern="1200" spc="0" baseline="0">
                <a:solidFill>
                  <a:schemeClr val="tx1"/>
                </a:solidFill>
                <a:latin typeface="+mn-lt"/>
                <a:ea typeface="+mn-ea"/>
                <a:cs typeface="+mn-cs"/>
              </a:defRPr>
            </a:lvl4pPr>
            <a:lvl5pPr marL="168072" marR="0" indent="-168072"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342900" indent="-342900">
              <a:spcBef>
                <a:spcPts val="0"/>
              </a:spcBef>
              <a:spcAft>
                <a:spcPts val="600"/>
              </a:spcAft>
              <a:buFont typeface="Arial" panose="020B0604020202020204" pitchFamily="34" charset="0"/>
              <a:buChar char="•"/>
            </a:pPr>
            <a:r>
              <a:rPr lang="en-US" dirty="0">
                <a:latin typeface="+mn-lt"/>
              </a:rPr>
              <a:t>Messages</a:t>
            </a:r>
          </a:p>
          <a:p>
            <a:pPr marL="342900" indent="-342900">
              <a:spcBef>
                <a:spcPts val="0"/>
              </a:spcBef>
              <a:spcAft>
                <a:spcPts val="600"/>
              </a:spcAft>
              <a:buFont typeface="Arial" panose="020B0604020202020204" pitchFamily="34" charset="0"/>
              <a:buChar char="•"/>
            </a:pPr>
            <a:r>
              <a:rPr lang="en-US" dirty="0">
                <a:latin typeface="+mn-lt"/>
              </a:rPr>
              <a:t>Smoking</a:t>
            </a:r>
          </a:p>
          <a:p>
            <a:pPr marL="342900" indent="-342900">
              <a:spcBef>
                <a:spcPts val="0"/>
              </a:spcBef>
              <a:spcAft>
                <a:spcPts val="600"/>
              </a:spcAft>
              <a:buFont typeface="Arial" panose="020B0604020202020204" pitchFamily="34" charset="0"/>
              <a:buChar char="•"/>
            </a:pPr>
            <a:r>
              <a:rPr lang="en-US" dirty="0">
                <a:latin typeface="+mn-lt"/>
              </a:rPr>
              <a:t>Internet access </a:t>
            </a:r>
          </a:p>
          <a:p>
            <a:pPr marL="342900" indent="-342900">
              <a:spcBef>
                <a:spcPts val="0"/>
              </a:spcBef>
              <a:spcAft>
                <a:spcPts val="600"/>
              </a:spcAft>
              <a:buFont typeface="Arial" panose="020B0604020202020204" pitchFamily="34" charset="0"/>
              <a:buChar char="•"/>
            </a:pPr>
            <a:r>
              <a:rPr lang="en-US" dirty="0">
                <a:latin typeface="+mn-lt"/>
              </a:rPr>
              <a:t>Recycling</a:t>
            </a:r>
          </a:p>
          <a:p>
            <a:pPr marL="342900" indent="-342900">
              <a:spcBef>
                <a:spcPts val="0"/>
              </a:spcBef>
              <a:spcAft>
                <a:spcPts val="600"/>
              </a:spcAft>
              <a:buFont typeface="Arial" panose="020B0604020202020204" pitchFamily="34" charset="0"/>
              <a:buChar char="•"/>
            </a:pPr>
            <a:r>
              <a:rPr lang="en-US" dirty="0">
                <a:latin typeface="+mn-lt"/>
              </a:rPr>
              <a:t>Emergency procedures</a:t>
            </a:r>
          </a:p>
        </p:txBody>
      </p:sp>
      <p:pic>
        <p:nvPicPr>
          <p:cNvPr id="4" name="Picture 3" descr="Clock.">
            <a:extLst>
              <a:ext uri="{FF2B5EF4-FFF2-40B4-BE49-F238E27FC236}">
                <a16:creationId xmlns:a16="http://schemas.microsoft.com/office/drawing/2014/main" id="{44743720-0B99-40D2-A2A7-A2D2392F9408}"/>
              </a:ext>
            </a:extLst>
          </p:cNvPr>
          <p:cNvPicPr>
            <a:picLocks noChangeAspect="1"/>
          </p:cNvPicPr>
          <p:nvPr/>
        </p:nvPicPr>
        <p:blipFill>
          <a:blip r:embed="rId2"/>
          <a:stretch>
            <a:fillRect/>
          </a:stretch>
        </p:blipFill>
        <p:spPr>
          <a:xfrm>
            <a:off x="7176469" y="2028242"/>
            <a:ext cx="1202732" cy="1202732"/>
          </a:xfrm>
          <a:prstGeom prst="rect">
            <a:avLst/>
          </a:prstGeom>
        </p:spPr>
      </p:pic>
      <p:pic>
        <p:nvPicPr>
          <p:cNvPr id="5" name="Picture 4" descr="Coffee mug.">
            <a:extLst>
              <a:ext uri="{FF2B5EF4-FFF2-40B4-BE49-F238E27FC236}">
                <a16:creationId xmlns:a16="http://schemas.microsoft.com/office/drawing/2014/main" id="{51F8449F-EE12-45EF-AD13-C132060A56C7}"/>
              </a:ext>
            </a:extLst>
          </p:cNvPr>
          <p:cNvPicPr>
            <a:picLocks noChangeAspect="1"/>
          </p:cNvPicPr>
          <p:nvPr/>
        </p:nvPicPr>
        <p:blipFill>
          <a:blip r:embed="rId3"/>
          <a:stretch>
            <a:fillRect/>
          </a:stretch>
        </p:blipFill>
        <p:spPr>
          <a:xfrm>
            <a:off x="9694043" y="1469968"/>
            <a:ext cx="1082875" cy="1686193"/>
          </a:xfrm>
          <a:prstGeom prst="rect">
            <a:avLst/>
          </a:prstGeom>
        </p:spPr>
      </p:pic>
      <p:grpSp>
        <p:nvGrpSpPr>
          <p:cNvPr id="6" name="Group 5" descr="Laptop.">
            <a:extLst>
              <a:ext uri="{FF2B5EF4-FFF2-40B4-BE49-F238E27FC236}">
                <a16:creationId xmlns:a16="http://schemas.microsoft.com/office/drawing/2014/main" id="{1E664AD6-F76D-4BBE-8051-87694F425CDC}"/>
              </a:ext>
            </a:extLst>
          </p:cNvPr>
          <p:cNvGrpSpPr>
            <a:grpSpLocks noChangeAspect="1"/>
          </p:cNvGrpSpPr>
          <p:nvPr/>
        </p:nvGrpSpPr>
        <p:grpSpPr>
          <a:xfrm>
            <a:off x="7052965" y="3616842"/>
            <a:ext cx="1424169" cy="1015708"/>
            <a:chOff x="975600" y="4290620"/>
            <a:chExt cx="2006088" cy="1430728"/>
          </a:xfrm>
        </p:grpSpPr>
        <p:grpSp>
          <p:nvGrpSpPr>
            <p:cNvPr id="7" name="Group 6">
              <a:extLst>
                <a:ext uri="{FF2B5EF4-FFF2-40B4-BE49-F238E27FC236}">
                  <a16:creationId xmlns:a16="http://schemas.microsoft.com/office/drawing/2014/main" id="{C266FFDC-864B-4446-BC0A-AC123E8CD036}"/>
                </a:ext>
              </a:extLst>
            </p:cNvPr>
            <p:cNvGrpSpPr>
              <a:grpSpLocks noChangeAspect="1"/>
            </p:cNvGrpSpPr>
            <p:nvPr/>
          </p:nvGrpSpPr>
          <p:grpSpPr>
            <a:xfrm>
              <a:off x="975600" y="4290620"/>
              <a:ext cx="2006088" cy="1430728"/>
              <a:chOff x="1918853" y="3044496"/>
              <a:chExt cx="666391" cy="475141"/>
            </a:xfrm>
          </p:grpSpPr>
          <p:sp>
            <p:nvSpPr>
              <p:cNvPr id="9" name="Round Same Side Corner Rectangle 11">
                <a:extLst>
                  <a:ext uri="{FF2B5EF4-FFF2-40B4-BE49-F238E27FC236}">
                    <a16:creationId xmlns:a16="http://schemas.microsoft.com/office/drawing/2014/main" id="{9407393F-05BA-40DD-84A9-948927489712}"/>
                  </a:ext>
                </a:extLst>
              </p:cNvPr>
              <p:cNvSpPr/>
              <p:nvPr/>
            </p:nvSpPr>
            <p:spPr>
              <a:xfrm>
                <a:off x="1970085" y="3044496"/>
                <a:ext cx="564520" cy="361776"/>
              </a:xfrm>
              <a:custGeom>
                <a:avLst/>
                <a:gdLst/>
                <a:ahLst/>
                <a:cxnLst/>
                <a:rect l="l" t="t" r="r" b="b"/>
                <a:pathLst>
                  <a:path w="564520" h="361776">
                    <a:moveTo>
                      <a:pt x="21117" y="19360"/>
                    </a:moveTo>
                    <a:lnTo>
                      <a:pt x="21117" y="345592"/>
                    </a:lnTo>
                    <a:lnTo>
                      <a:pt x="543404" y="345592"/>
                    </a:lnTo>
                    <a:lnTo>
                      <a:pt x="543404" y="19360"/>
                    </a:lnTo>
                    <a:close/>
                    <a:moveTo>
                      <a:pt x="17539" y="0"/>
                    </a:moveTo>
                    <a:lnTo>
                      <a:pt x="546981" y="0"/>
                    </a:lnTo>
                    <a:cubicBezTo>
                      <a:pt x="556668" y="0"/>
                      <a:pt x="564520" y="7852"/>
                      <a:pt x="564520" y="17539"/>
                    </a:cubicBezTo>
                    <a:lnTo>
                      <a:pt x="564520" y="361776"/>
                    </a:lnTo>
                    <a:lnTo>
                      <a:pt x="0" y="361776"/>
                    </a:lnTo>
                    <a:lnTo>
                      <a:pt x="0" y="17539"/>
                    </a:lnTo>
                    <a:cubicBezTo>
                      <a:pt x="0" y="7852"/>
                      <a:pt x="7852" y="0"/>
                      <a:pt x="17539" y="0"/>
                    </a:cubicBezTo>
                    <a:close/>
                  </a:path>
                </a:pathLst>
              </a:custGeom>
              <a:solidFill>
                <a:srgbClr val="008A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Segoe"/>
                  <a:ea typeface="+mn-ea"/>
                  <a:cs typeface="+mn-cs"/>
                </a:endParaRPr>
              </a:p>
            </p:txBody>
          </p:sp>
          <p:sp>
            <p:nvSpPr>
              <p:cNvPr id="10" name="Trapezoid 12">
                <a:extLst>
                  <a:ext uri="{FF2B5EF4-FFF2-40B4-BE49-F238E27FC236}">
                    <a16:creationId xmlns:a16="http://schemas.microsoft.com/office/drawing/2014/main" id="{34F9318E-A458-4C17-9A98-599BE7D6DE7A}"/>
                  </a:ext>
                </a:extLst>
              </p:cNvPr>
              <p:cNvSpPr/>
              <p:nvPr/>
            </p:nvSpPr>
            <p:spPr>
              <a:xfrm>
                <a:off x="1918853" y="3419324"/>
                <a:ext cx="666391" cy="72881"/>
              </a:xfrm>
              <a:custGeom>
                <a:avLst/>
                <a:gdLst/>
                <a:ahLst/>
                <a:cxnLst/>
                <a:rect l="l" t="t" r="r" b="b"/>
                <a:pathLst>
                  <a:path w="666391" h="84127">
                    <a:moveTo>
                      <a:pt x="257990" y="52557"/>
                    </a:moveTo>
                    <a:lnTo>
                      <a:pt x="241755" y="79989"/>
                    </a:lnTo>
                    <a:lnTo>
                      <a:pt x="424635" y="79989"/>
                    </a:lnTo>
                    <a:lnTo>
                      <a:pt x="408400" y="52557"/>
                    </a:lnTo>
                    <a:close/>
                    <a:moveTo>
                      <a:pt x="49787" y="0"/>
                    </a:moveTo>
                    <a:lnTo>
                      <a:pt x="616604" y="0"/>
                    </a:lnTo>
                    <a:lnTo>
                      <a:pt x="666391" y="84127"/>
                    </a:lnTo>
                    <a:lnTo>
                      <a:pt x="0" y="84127"/>
                    </a:lnTo>
                    <a:close/>
                  </a:path>
                </a:pathLst>
              </a:custGeom>
              <a:solidFill>
                <a:srgbClr val="008A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Segoe"/>
                  <a:ea typeface="+mn-ea"/>
                  <a:cs typeface="+mn-cs"/>
                </a:endParaRPr>
              </a:p>
            </p:txBody>
          </p:sp>
          <p:sp>
            <p:nvSpPr>
              <p:cNvPr id="11" name="Rectangle 10">
                <a:extLst>
                  <a:ext uri="{FF2B5EF4-FFF2-40B4-BE49-F238E27FC236}">
                    <a16:creationId xmlns:a16="http://schemas.microsoft.com/office/drawing/2014/main" id="{7CEDA283-111F-4587-A497-5714908E72C7}"/>
                  </a:ext>
                </a:extLst>
              </p:cNvPr>
              <p:cNvSpPr/>
              <p:nvPr/>
            </p:nvSpPr>
            <p:spPr>
              <a:xfrm>
                <a:off x="1919446" y="3492205"/>
                <a:ext cx="665798" cy="27432"/>
              </a:xfrm>
              <a:prstGeom prst="rect">
                <a:avLst/>
              </a:prstGeom>
              <a:solidFill>
                <a:srgbClr val="008A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Segoe"/>
                  <a:ea typeface="+mn-ea"/>
                  <a:cs typeface="+mn-cs"/>
                </a:endParaRPr>
              </a:p>
            </p:txBody>
          </p:sp>
        </p:grpSp>
        <p:sp>
          <p:nvSpPr>
            <p:cNvPr id="8" name="Rectangle 7">
              <a:extLst>
                <a:ext uri="{FF2B5EF4-FFF2-40B4-BE49-F238E27FC236}">
                  <a16:creationId xmlns:a16="http://schemas.microsoft.com/office/drawing/2014/main" id="{DEF5667B-B7F7-4F98-B49B-B36839589752}"/>
                </a:ext>
              </a:extLst>
            </p:cNvPr>
            <p:cNvSpPr/>
            <p:nvPr/>
          </p:nvSpPr>
          <p:spPr bwMode="auto">
            <a:xfrm>
              <a:off x="1183880" y="4340003"/>
              <a:ext cx="1572768" cy="9906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grpSp>
      <p:pic>
        <p:nvPicPr>
          <p:cNvPr id="12" name="Picture 11" descr="Female icon. ">
            <a:extLst>
              <a:ext uri="{FF2B5EF4-FFF2-40B4-BE49-F238E27FC236}">
                <a16:creationId xmlns:a16="http://schemas.microsoft.com/office/drawing/2014/main" id="{6759F110-7E4B-4D8A-86F9-0F8C2F845CF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9245136" y="3336149"/>
            <a:ext cx="758815" cy="1500602"/>
          </a:xfrm>
          <a:prstGeom prst="rect">
            <a:avLst/>
          </a:prstGeom>
        </p:spPr>
      </p:pic>
      <p:pic>
        <p:nvPicPr>
          <p:cNvPr id="13" name="Picture 12" descr="Male icon. ">
            <a:extLst>
              <a:ext uri="{FF2B5EF4-FFF2-40B4-BE49-F238E27FC236}">
                <a16:creationId xmlns:a16="http://schemas.microsoft.com/office/drawing/2014/main" id="{D2B8E8B4-D937-4DB4-8616-0A9411847AC6}"/>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a:off x="10017689" y="3393108"/>
            <a:ext cx="609600" cy="1402080"/>
          </a:xfrm>
          <a:prstGeom prst="rect">
            <a:avLst/>
          </a:prstGeom>
        </p:spPr>
      </p:pic>
    </p:spTree>
    <p:extLst>
      <p:ext uri="{BB962C8B-B14F-4D97-AF65-F5344CB8AC3E}">
        <p14:creationId xmlns:p14="http://schemas.microsoft.com/office/powerpoint/2010/main" val="114318526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BA11E-BCFC-2CC8-0F44-286B6CD611C3}"/>
              </a:ext>
            </a:extLst>
          </p:cNvPr>
          <p:cNvSpPr>
            <a:spLocks noGrp="1"/>
          </p:cNvSpPr>
          <p:nvPr>
            <p:ph type="title"/>
          </p:nvPr>
        </p:nvSpPr>
        <p:spPr>
          <a:xfrm>
            <a:off x="442766" y="439819"/>
            <a:ext cx="11306469" cy="402302"/>
          </a:xfrm>
        </p:spPr>
        <p:txBody>
          <a:bodyPr/>
          <a:lstStyle/>
          <a:p>
            <a:r>
              <a:rPr lang="en-HK" dirty="0"/>
              <a:t>How to pronounce “Azure”</a:t>
            </a:r>
          </a:p>
        </p:txBody>
      </p:sp>
      <p:sp>
        <p:nvSpPr>
          <p:cNvPr id="4" name="TextBox 3">
            <a:extLst>
              <a:ext uri="{FF2B5EF4-FFF2-40B4-BE49-F238E27FC236}">
                <a16:creationId xmlns:a16="http://schemas.microsoft.com/office/drawing/2014/main" id="{4AF7B45A-4969-05E9-F400-E1CF8426B04C}"/>
              </a:ext>
            </a:extLst>
          </p:cNvPr>
          <p:cNvSpPr txBox="1"/>
          <p:nvPr/>
        </p:nvSpPr>
        <p:spPr>
          <a:xfrm>
            <a:off x="5047516" y="4776711"/>
            <a:ext cx="2288519" cy="362072"/>
          </a:xfrm>
          <a:prstGeom prst="rect">
            <a:avLst/>
          </a:prstGeom>
          <a:noFill/>
        </p:spPr>
        <p:txBody>
          <a:bodyPr wrap="square">
            <a:spAutoFit/>
          </a:bodyPr>
          <a:lstStyle/>
          <a:p>
            <a:r>
              <a:rPr lang="en-HK" sz="1730" dirty="0">
                <a:hlinkClick r:id="rId3"/>
              </a:rPr>
              <a:t>https://bit.ly/3EVYAj7</a:t>
            </a:r>
            <a:r>
              <a:rPr lang="en-HK" sz="1730" dirty="0"/>
              <a:t> </a:t>
            </a:r>
          </a:p>
        </p:txBody>
      </p:sp>
      <p:pic>
        <p:nvPicPr>
          <p:cNvPr id="8" name="Picture 7">
            <a:extLst>
              <a:ext uri="{FF2B5EF4-FFF2-40B4-BE49-F238E27FC236}">
                <a16:creationId xmlns:a16="http://schemas.microsoft.com/office/drawing/2014/main" id="{A7591F28-55C9-455D-DEF9-1F36BDE363BE}"/>
              </a:ext>
            </a:extLst>
          </p:cNvPr>
          <p:cNvPicPr>
            <a:picLocks noChangeAspect="1"/>
          </p:cNvPicPr>
          <p:nvPr/>
        </p:nvPicPr>
        <p:blipFill>
          <a:blip r:embed="rId4"/>
          <a:stretch>
            <a:fillRect/>
          </a:stretch>
        </p:blipFill>
        <p:spPr>
          <a:xfrm>
            <a:off x="3806785" y="1392845"/>
            <a:ext cx="4630541" cy="3014177"/>
          </a:xfrm>
          <a:prstGeom prst="rect">
            <a:avLst/>
          </a:prstGeom>
        </p:spPr>
      </p:pic>
      <p:sp>
        <p:nvSpPr>
          <p:cNvPr id="9" name="TextBox 8">
            <a:extLst>
              <a:ext uri="{FF2B5EF4-FFF2-40B4-BE49-F238E27FC236}">
                <a16:creationId xmlns:a16="http://schemas.microsoft.com/office/drawing/2014/main" id="{97FD2AF5-70EB-41EC-2725-937F4EED01C1}"/>
              </a:ext>
            </a:extLst>
          </p:cNvPr>
          <p:cNvSpPr txBox="1"/>
          <p:nvPr/>
        </p:nvSpPr>
        <p:spPr>
          <a:xfrm>
            <a:off x="4264426" y="5465156"/>
            <a:ext cx="4050582" cy="941374"/>
          </a:xfrm>
          <a:prstGeom prst="rect">
            <a:avLst/>
          </a:prstGeom>
          <a:noFill/>
        </p:spPr>
        <p:txBody>
          <a:bodyPr wrap="none" lIns="179285" tIns="143428" rIns="179285" bIns="143428" rtlCol="0">
            <a:spAutoFit/>
          </a:bodyPr>
          <a:lstStyle/>
          <a:p>
            <a:pPr algn="ctr">
              <a:lnSpc>
                <a:spcPct val="90000"/>
              </a:lnSpc>
              <a:spcAft>
                <a:spcPts val="588"/>
              </a:spcAft>
            </a:pPr>
            <a:r>
              <a:rPr lang="en-HK" altLang="zh-TW" sz="2353" b="1" dirty="0">
                <a:solidFill>
                  <a:schemeClr val="accent4"/>
                </a:solidFill>
              </a:rPr>
              <a:t>Azure</a:t>
            </a:r>
            <a:br>
              <a:rPr lang="en-HK" altLang="zh-TW" sz="2353" b="1" dirty="0">
                <a:solidFill>
                  <a:schemeClr val="accent4"/>
                </a:solidFill>
              </a:rPr>
            </a:br>
            <a:r>
              <a:rPr lang="en-HK" altLang="zh-TW" sz="2353" b="1" dirty="0"/>
              <a:t>Meaning : </a:t>
            </a:r>
            <a:r>
              <a:rPr lang="en-HK" altLang="zh-TW" sz="2353" b="1" dirty="0">
                <a:solidFill>
                  <a:schemeClr val="accent4"/>
                </a:solidFill>
              </a:rPr>
              <a:t>sky-blue colour</a:t>
            </a:r>
            <a:endParaRPr lang="en-HK" sz="2353" b="1" dirty="0">
              <a:solidFill>
                <a:schemeClr val="accent4"/>
              </a:solidFill>
            </a:endParaRPr>
          </a:p>
        </p:txBody>
      </p:sp>
    </p:spTree>
    <p:extLst>
      <p:ext uri="{BB962C8B-B14F-4D97-AF65-F5344CB8AC3E}">
        <p14:creationId xmlns:p14="http://schemas.microsoft.com/office/powerpoint/2010/main" val="43147487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Course Agenda</a:t>
            </a:r>
          </a:p>
        </p:txBody>
      </p:sp>
      <p:graphicFrame>
        <p:nvGraphicFramePr>
          <p:cNvPr id="8" name="Table 8">
            <a:extLst>
              <a:ext uri="{FF2B5EF4-FFF2-40B4-BE49-F238E27FC236}">
                <a16:creationId xmlns:a16="http://schemas.microsoft.com/office/drawing/2014/main" id="{8B2F1288-01AD-49EA-A5AB-78D86FC6AF45}"/>
              </a:ext>
            </a:extLst>
          </p:cNvPr>
          <p:cNvGraphicFramePr>
            <a:graphicFrameLocks noGrp="1"/>
          </p:cNvGraphicFramePr>
          <p:nvPr>
            <p:extLst>
              <p:ext uri="{D42A27DB-BD31-4B8C-83A1-F6EECF244321}">
                <p14:modId xmlns:p14="http://schemas.microsoft.com/office/powerpoint/2010/main" val="1755783591"/>
              </p:ext>
            </p:extLst>
          </p:nvPr>
        </p:nvGraphicFramePr>
        <p:xfrm>
          <a:off x="2995946" y="1043407"/>
          <a:ext cx="9021710" cy="4090990"/>
        </p:xfrm>
        <a:graphic>
          <a:graphicData uri="http://schemas.openxmlformats.org/drawingml/2006/table">
            <a:tbl>
              <a:tblPr firstRow="1" bandRow="1">
                <a:tableStyleId>{5C22544A-7EE6-4342-B048-85BDC9FD1C3A}</a:tableStyleId>
              </a:tblPr>
              <a:tblGrid>
                <a:gridCol w="9021710">
                  <a:extLst>
                    <a:ext uri="{9D8B030D-6E8A-4147-A177-3AD203B41FA5}">
                      <a16:colId xmlns:a16="http://schemas.microsoft.com/office/drawing/2014/main" val="929034746"/>
                    </a:ext>
                  </a:extLst>
                </a:gridCol>
              </a:tblGrid>
              <a:tr h="818198">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2400" b="0" dirty="0">
                          <a:solidFill>
                            <a:schemeClr val="tx1"/>
                          </a:solidFill>
                          <a:latin typeface="+mn-lt"/>
                        </a:rPr>
                        <a:t>Module 01 – Cloud Adoption &amp; Migration Planning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0551441"/>
                  </a:ext>
                </a:extLst>
              </a:tr>
              <a:tr h="818198">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2400" dirty="0">
                          <a:latin typeface="+mn-lt"/>
                        </a:rPr>
                        <a:t>Module 02 – Core Azure services</a:t>
                      </a: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9519469"/>
                  </a:ext>
                </a:extLst>
              </a:tr>
              <a:tr h="818198">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2400" dirty="0">
                          <a:latin typeface="+mn-lt"/>
                        </a:rPr>
                        <a:t>Module 03 – Data Integration Solutions</a:t>
                      </a: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179017"/>
                  </a:ext>
                </a:extLst>
              </a:tr>
              <a:tr h="818198">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2400" dirty="0">
                          <a:latin typeface="+mn-lt"/>
                        </a:rPr>
                        <a:t>Module 04 – Message And Event Integration</a:t>
                      </a: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077841"/>
                  </a:ext>
                </a:extLst>
              </a:tr>
              <a:tr h="818198">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2400" spc="-49" dirty="0">
                          <a:solidFill>
                            <a:srgbClr val="000000"/>
                          </a:solidFill>
                          <a:latin typeface="+mn-lt"/>
                        </a:rPr>
                        <a:t>Module 05 – Identity, governance, privacy, and compliance</a:t>
                      </a: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3064497"/>
                  </a:ext>
                </a:extLst>
              </a:tr>
            </a:tbl>
          </a:graphicData>
        </a:graphic>
      </p:graphicFrame>
    </p:spTree>
    <p:extLst>
      <p:ext uri="{BB962C8B-B14F-4D97-AF65-F5344CB8AC3E}">
        <p14:creationId xmlns:p14="http://schemas.microsoft.com/office/powerpoint/2010/main" val="27936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HITE TEMPLATE">
  <a:themeElements>
    <a:clrScheme name="ST_Illustration_White_Blue">
      <a:dk1>
        <a:srgbClr val="1A1A1A"/>
      </a:dk1>
      <a:lt1>
        <a:srgbClr val="FFFFFF"/>
      </a:lt1>
      <a:dk2>
        <a:srgbClr val="0D0D0D"/>
      </a:dk2>
      <a:lt2>
        <a:srgbClr val="D2D2D2"/>
      </a:lt2>
      <a:accent1>
        <a:srgbClr val="0078D4"/>
      </a:accent1>
      <a:accent2>
        <a:srgbClr val="002050"/>
      </a:accent2>
      <a:accent3>
        <a:srgbClr val="107C10"/>
      </a:accent3>
      <a:accent4>
        <a:srgbClr val="D73B01"/>
      </a:accent4>
      <a:accent5>
        <a:srgbClr val="737373"/>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Illustration_2018_Cloud_011.potx" id="{762B47AA-A827-4F63-8EDD-1F6B4767BB62}" vid="{53DB83EF-4F78-4F48-A301-01610C79C1EF}"/>
    </a:ext>
  </a:extLst>
</a:theme>
</file>

<file path=ppt/theme/theme2.xml><?xml version="1.0" encoding="utf-8"?>
<a:theme xmlns:a="http://schemas.openxmlformats.org/drawingml/2006/main" name="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5B7356A06F744439C0CE932EEB009F5" ma:contentTypeVersion="6" ma:contentTypeDescription="Create a new document." ma:contentTypeScope="" ma:versionID="d10da16756ea923870ae2deb524579bc">
  <xsd:schema xmlns:xsd="http://www.w3.org/2001/XMLSchema" xmlns:xs="http://www.w3.org/2001/XMLSchema" xmlns:p="http://schemas.microsoft.com/office/2006/metadata/properties" xmlns:ns2="6656ffad-92b0-4efb-bc78-5d5af2c7fd93" xmlns:ns3="e7cc3f53-dbdf-4ffb-90f1-33d3d1806439" targetNamespace="http://schemas.microsoft.com/office/2006/metadata/properties" ma:root="true" ma:fieldsID="b6b9ea322e60814eb61348a7c2360d68" ns2:_="" ns3:_="">
    <xsd:import namespace="6656ffad-92b0-4efb-bc78-5d5af2c7fd93"/>
    <xsd:import namespace="e7cc3f53-dbdf-4ffb-90f1-33d3d180643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56ffad-92b0-4efb-bc78-5d5af2c7fd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7cc3f53-dbdf-4ffb-90f1-33d3d180643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0F385C1-2E82-45AF-B7AA-67D8857994FF}">
  <ds:schemaRefs>
    <ds:schemaRef ds:uri="http://schemas.microsoft.com/sharepoint/v3/contenttype/forms"/>
  </ds:schemaRefs>
</ds:datastoreItem>
</file>

<file path=customXml/itemProps2.xml><?xml version="1.0" encoding="utf-8"?>
<ds:datastoreItem xmlns:ds="http://schemas.openxmlformats.org/officeDocument/2006/customXml" ds:itemID="{B7F77E01-1251-46DC-9B37-0450F0E39E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656ffad-92b0-4efb-bc78-5d5af2c7fd93"/>
    <ds:schemaRef ds:uri="e7cc3f53-dbdf-4ffb-90f1-33d3d18064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04CCE59-3094-4FC2-BA90-278E491ADC24}">
  <ds:schemaRefs>
    <ds:schemaRef ds:uri="e7cc3f53-dbdf-4ffb-90f1-33d3d1806439"/>
    <ds:schemaRef ds:uri="http://purl.org/dc/terms/"/>
    <ds:schemaRef ds:uri="http://purl.org/dc/dcmitype/"/>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6656ffad-92b0-4efb-bc78-5d5af2c7fd93"/>
    <ds:schemaRef ds:uri="http://schemas.microsoft.com/office/2006/metadata/properties"/>
  </ds:schemaRefs>
</ds:datastoreItem>
</file>

<file path=docMetadata/LabelInfo.xml><?xml version="1.0" encoding="utf-8"?>
<clbl:labelList xmlns:clbl="http://schemas.microsoft.com/office/2020/mipLabelMetadata">
  <clbl:label id="{72f988bf-86f1-41af-91ab-2d7cd011db47}" enabled="0" method="" siteId="{72f988bf-86f1-41af-91ab-2d7cd011db47}" removed="1"/>
</clbl:labelList>
</file>

<file path=docProps/app.xml><?xml version="1.0" encoding="utf-8"?>
<Properties xmlns="http://schemas.openxmlformats.org/officeDocument/2006/extended-properties" xmlns:vt="http://schemas.openxmlformats.org/officeDocument/2006/docPropsVTypes">
  <TotalTime>0</TotalTime>
  <Words>492</Words>
  <Application>Microsoft Office PowerPoint</Application>
  <PresentationFormat>Widescreen</PresentationFormat>
  <Paragraphs>62</Paragraphs>
  <Slides>7</Slides>
  <Notes>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7</vt:i4>
      </vt:variant>
    </vt:vector>
  </HeadingPairs>
  <TitlesOfParts>
    <vt:vector size="16" baseType="lpstr">
      <vt:lpstr>Segoe</vt:lpstr>
      <vt:lpstr>Arial</vt:lpstr>
      <vt:lpstr>Segoe UI</vt:lpstr>
      <vt:lpstr>Segoe UI Light</vt:lpstr>
      <vt:lpstr>Segoe UI Semibold</vt:lpstr>
      <vt:lpstr>Segoe UI Semilight</vt:lpstr>
      <vt:lpstr>Wingdings</vt:lpstr>
      <vt:lpstr>WHITE TEMPLATE</vt:lpstr>
      <vt:lpstr>Microsoft Power Platform Template</vt:lpstr>
      <vt:lpstr>Microsoft Azure Training</vt:lpstr>
      <vt:lpstr>Welcome</vt:lpstr>
      <vt:lpstr>About this course</vt:lpstr>
      <vt:lpstr>Hello, World!</vt:lpstr>
      <vt:lpstr>Facilities</vt:lpstr>
      <vt:lpstr>How to pronounce “Azure”</vt:lpstr>
      <vt:lpstr>Course Agenda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AZ-900T0x: Microsoft Azure Fundamentals</dc:title>
  <dc:creator/>
  <cp:lastModifiedBy/>
  <cp:revision>1</cp:revision>
  <dcterms:created xsi:type="dcterms:W3CDTF">2020-08-21T18:56:51Z</dcterms:created>
  <dcterms:modified xsi:type="dcterms:W3CDTF">2022-07-12T14:03:08Z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0x010100A5B7356A06F744439C0CE932EEB009F5</vt:lpwstr>
  </property>
</Properties>
</file>