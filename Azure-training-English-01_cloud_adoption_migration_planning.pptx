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2.xml" ContentType="application/vnd.openxmlformats-officedocument.theme+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4229" r:id="rId4"/>
    <p:sldMasterId id="2147484818" r:id="rId5"/>
    <p:sldMasterId id="2147484745" r:id="rId6"/>
  </p:sldMasterIdLst>
  <p:notesMasterIdLst>
    <p:notesMasterId r:id="rId34"/>
  </p:notesMasterIdLst>
  <p:handoutMasterIdLst>
    <p:handoutMasterId r:id="rId35"/>
  </p:handoutMasterIdLst>
  <p:sldIdLst>
    <p:sldId id="262" r:id="rId7"/>
    <p:sldId id="1856" r:id="rId8"/>
    <p:sldId id="1660" r:id="rId9"/>
    <p:sldId id="2250" r:id="rId10"/>
    <p:sldId id="1945" r:id="rId11"/>
    <p:sldId id="1976" r:id="rId12"/>
    <p:sldId id="2147470157" r:id="rId13"/>
    <p:sldId id="2076138153" r:id="rId14"/>
    <p:sldId id="2147470158" r:id="rId15"/>
    <p:sldId id="2076138154" r:id="rId16"/>
    <p:sldId id="2147470159" r:id="rId17"/>
    <p:sldId id="2147470166" r:id="rId18"/>
    <p:sldId id="2147470167" r:id="rId19"/>
    <p:sldId id="1747" r:id="rId20"/>
    <p:sldId id="2076138168" r:id="rId21"/>
    <p:sldId id="2076138147" r:id="rId22"/>
    <p:sldId id="2076137479" r:id="rId23"/>
    <p:sldId id="3418" r:id="rId24"/>
    <p:sldId id="2134804995" r:id="rId25"/>
    <p:sldId id="2145705841" r:id="rId26"/>
    <p:sldId id="467" r:id="rId27"/>
    <p:sldId id="2147470110" r:id="rId28"/>
    <p:sldId id="2147470163" r:id="rId29"/>
    <p:sldId id="2147470165" r:id="rId30"/>
    <p:sldId id="2147470168" r:id="rId31"/>
    <p:sldId id="2147470161" r:id="rId32"/>
    <p:sldId id="2147470162" r:id="rId33"/>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White Template" id="{A073DAE3-B461-442F-A3D3-6642BD875E45}">
          <p14:sldIdLst>
            <p14:sldId id="262"/>
            <p14:sldId id="1856"/>
            <p14:sldId id="1660"/>
            <p14:sldId id="2250"/>
            <p14:sldId id="1945"/>
            <p14:sldId id="1976"/>
            <p14:sldId id="2147470157"/>
            <p14:sldId id="2076138153"/>
            <p14:sldId id="2147470158"/>
            <p14:sldId id="2076138154"/>
            <p14:sldId id="2147470159"/>
            <p14:sldId id="2147470166"/>
            <p14:sldId id="2147470167"/>
            <p14:sldId id="1747"/>
            <p14:sldId id="2076138168"/>
            <p14:sldId id="2076138147"/>
            <p14:sldId id="2076137479"/>
            <p14:sldId id="3418"/>
            <p14:sldId id="2134804995"/>
            <p14:sldId id="2145705841"/>
            <p14:sldId id="467"/>
            <p14:sldId id="2147470110"/>
          </p14:sldIdLst>
        </p14:section>
        <p14:section name="Images" id="{7DCECBBF-77C9-4C7F-8E4B-0B4CCE8B5B0F}">
          <p14:sldIdLst>
            <p14:sldId id="2147470163"/>
            <p14:sldId id="2147470165"/>
            <p14:sldId id="2147470168"/>
            <p14:sldId id="2147470161"/>
            <p14:sldId id="2147470162"/>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43A5E"/>
    <a:srgbClr val="D0DAF1"/>
    <a:srgbClr val="0078D4"/>
    <a:srgbClr val="1A1A1A"/>
    <a:srgbClr val="00BCF2"/>
    <a:srgbClr val="40CDF5"/>
    <a:srgbClr val="40587C"/>
    <a:srgbClr val="00B0E3"/>
    <a:srgbClr val="0018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97A632-998D-4F9B-B6BD-7C7FD9BE0341}" v="5" dt="2021-05-07T22:38:05.69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106" autoAdjust="0"/>
  </p:normalViewPr>
  <p:slideViewPr>
    <p:cSldViewPr snapToGrid="0">
      <p:cViewPr varScale="1">
        <p:scale>
          <a:sx n="83" d="100"/>
          <a:sy n="83" d="100"/>
        </p:scale>
        <p:origin x="1554" y="96"/>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notesMaster" Target="notesMasters/notesMaster1.xml"/><Relationship Id="rId42" Type="http://schemas.microsoft.com/office/2018/10/relationships/authors" Target="author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commentAuthors" Target="commentAuthor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7/10/2022 4:58 PM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02T00:45:05.805"/>
    </inkml:context>
    <inkml:brush xml:id="br0">
      <inkml:brushProperty name="width" value="0.1" units="cm"/>
      <inkml:brushProperty name="height" value="0.1" units="cm"/>
      <inkml:brushProperty name="color" value="#E71224"/>
    </inkml:brush>
  </inkml:definitions>
  <inkml:trace contextRef="#ctx0" brushRef="#br0">8143 7643 5631 0 0,'-6'-9'2560'0'0,"-6"-12"-2208"0"0,1-9-4928 0 0,1 1 609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7/10/2022 4:58 PM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Light"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azuremarketplace.microsoft.com/en-us/"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E2F19A73-88F5-4B80-A929-CF8E66EE5449}" type="datetime8">
              <a:rPr lang="en-US" smtClean="0"/>
              <a:t>7/10/2022 4:58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a:t>
            </a:fld>
            <a:endParaRPr lang="en-US"/>
          </a:p>
        </p:txBody>
      </p:sp>
    </p:spTree>
    <p:extLst>
      <p:ext uri="{BB962C8B-B14F-4D97-AF65-F5344CB8AC3E}">
        <p14:creationId xmlns:p14="http://schemas.microsoft.com/office/powerpoint/2010/main" val="37153336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7/10/2022 4:58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3</a:t>
            </a:fld>
            <a:endParaRPr lang="en-US"/>
          </a:p>
        </p:txBody>
      </p:sp>
    </p:spTree>
    <p:extLst>
      <p:ext uri="{BB962C8B-B14F-4D97-AF65-F5344CB8AC3E}">
        <p14:creationId xmlns:p14="http://schemas.microsoft.com/office/powerpoint/2010/main" val="16010896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400" dirty="0"/>
              <a:t>Connects end users with Microsoft partners, Independent Software Vendors (ISVs), and start-ups that offer solutions and services for Azure.</a:t>
            </a:r>
          </a:p>
          <a:p>
            <a:r>
              <a:rPr lang="en-US" sz="2400" dirty="0"/>
              <a:t>Azure customers, IT professionals and cloud developers can find, try, purchase, and provision Azure applications and services from certified service providers. </a:t>
            </a:r>
          </a:p>
          <a:p>
            <a:r>
              <a:rPr lang="en-US" sz="2400" dirty="0"/>
              <a:t>Includes close to 10,000 product listings.</a:t>
            </a:r>
          </a:p>
          <a:p>
            <a:endParaRPr lang="en-IE" sz="900" b="0" i="0" u="none" strike="noStrike" kern="1200" dirty="0">
              <a:solidFill>
                <a:schemeClr val="tx1"/>
              </a:solidFill>
              <a:effectLst/>
              <a:latin typeface="Segoe UI Light" pitchFamily="34" charset="0"/>
              <a:ea typeface="+mn-ea"/>
              <a:cs typeface="+mn-cs"/>
            </a:endParaRPr>
          </a:p>
          <a:p>
            <a:r>
              <a:rPr lang="en-IE" sz="900" b="0" i="0" u="none" strike="noStrike" kern="1200" dirty="0">
                <a:solidFill>
                  <a:schemeClr val="tx1"/>
                </a:solidFill>
                <a:effectLst/>
                <a:latin typeface="Segoe UI Light" pitchFamily="34" charset="0"/>
                <a:ea typeface="+mn-ea"/>
                <a:cs typeface="+mn-cs"/>
              </a:rPr>
              <a:t>There is also a </a:t>
            </a:r>
            <a:r>
              <a:rPr lang="en-IE" sz="900" b="1" i="0" u="none" strike="noStrike" kern="1200" dirty="0">
                <a:solidFill>
                  <a:schemeClr val="tx1"/>
                </a:solidFill>
                <a:effectLst/>
                <a:latin typeface="Segoe UI Light" pitchFamily="34" charset="0"/>
                <a:ea typeface="+mn-ea"/>
                <a:cs typeface="+mn-cs"/>
              </a:rPr>
              <a:t>Marketplace FAQ </a:t>
            </a:r>
            <a:r>
              <a:rPr lang="en-IE" sz="900" b="0" i="0" u="none" strike="noStrike" kern="1200" dirty="0">
                <a:solidFill>
                  <a:schemeClr val="tx1"/>
                </a:solidFill>
                <a:effectLst/>
                <a:latin typeface="Segoe UI Light" pitchFamily="34" charset="0"/>
                <a:ea typeface="+mn-ea"/>
                <a:cs typeface="+mn-cs"/>
              </a:rPr>
              <a:t>available at </a:t>
            </a:r>
            <a:r>
              <a:rPr lang="en-IE" u="sng" dirty="0"/>
              <a:t>https://azure.microsoft.com/en-us/marketplace/faq/ </a:t>
            </a:r>
          </a:p>
          <a:p>
            <a:endParaRPr lang="en-IE" sz="900" b="0" i="0" u="none" strike="noStrike" kern="1200" dirty="0">
              <a:solidFill>
                <a:schemeClr val="tx1"/>
              </a:solidFill>
              <a:effectLst/>
              <a:latin typeface="Segoe UI Light"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E" b="1" dirty="0"/>
              <a:t>Azure Marketplace </a:t>
            </a:r>
            <a:r>
              <a:rPr lang="en-IE" dirty="0"/>
              <a:t>- </a:t>
            </a:r>
            <a:r>
              <a:rPr lang="en-IE" dirty="0">
                <a:hlinkClick r:id="rId3"/>
              </a:rPr>
              <a:t>https://azuremarketplace.microsoft.com/en-us/</a:t>
            </a:r>
            <a:r>
              <a:rPr lang="en-IE" dirty="0"/>
              <a:t>  </a:t>
            </a:r>
          </a:p>
          <a:p>
            <a:endParaRPr lang="en-US" dirty="0"/>
          </a:p>
          <a:p>
            <a:r>
              <a:rPr lang="en-US" b="1" dirty="0"/>
              <a:t>Learn and SkillPipe content order note:</a:t>
            </a:r>
          </a:p>
          <a:p>
            <a:r>
              <a:rPr lang="en-US" dirty="0"/>
              <a:t>Note in Learn</a:t>
            </a: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7/10/2022 4:58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5</a:t>
            </a:fld>
            <a:endParaRPr lang="en-US"/>
          </a:p>
        </p:txBody>
      </p:sp>
    </p:spTree>
    <p:extLst>
      <p:ext uri="{BB962C8B-B14F-4D97-AF65-F5344CB8AC3E}">
        <p14:creationId xmlns:p14="http://schemas.microsoft.com/office/powerpoint/2010/main" val="29914491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1000" b="0" kern="1200" dirty="0">
                <a:solidFill>
                  <a:schemeClr val="tx1"/>
                </a:solidFill>
                <a:effectLst/>
                <a:latin typeface="Segoe UI Light" pitchFamily="34" charset="0"/>
                <a:ea typeface="+mn-ea"/>
                <a:cs typeface="+mn-cs"/>
              </a:rPr>
              <a:t>https://docs.microsoft.com/learn/modules/describe-features-tools-for-managing-deploying-azure-resources/2-describe-interacting-azure</a:t>
            </a:r>
            <a:endParaRPr lang="en-IE" sz="900" b="0" u="sng"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7/10/2022 4:58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6</a:t>
            </a:fld>
            <a:endParaRPr lang="en-US"/>
          </a:p>
        </p:txBody>
      </p:sp>
    </p:spTree>
    <p:extLst>
      <p:ext uri="{BB962C8B-B14F-4D97-AF65-F5344CB8AC3E}">
        <p14:creationId xmlns:p14="http://schemas.microsoft.com/office/powerpoint/2010/main" val="27751834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3619146B-24F9-441E-A368-DB3B5A84C1D4}" type="datetime8">
              <a:rPr lang="en-US" smtClean="0"/>
              <a:t>7/10/2022 4:58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7</a:t>
            </a:fld>
            <a:endParaRPr lang="en-US"/>
          </a:p>
        </p:txBody>
      </p:sp>
    </p:spTree>
    <p:extLst>
      <p:ext uri="{BB962C8B-B14F-4D97-AF65-F5344CB8AC3E}">
        <p14:creationId xmlns:p14="http://schemas.microsoft.com/office/powerpoint/2010/main" val="28602746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sz="800" b="1" i="0" u="sng" strike="noStrike" baseline="0" dirty="0">
                <a:solidFill>
                  <a:srgbClr val="000000"/>
                </a:solidFill>
                <a:latin typeface="Calibri" panose="020F0502020204030204" pitchFamily="34" charset="0"/>
              </a:rPr>
              <a:t>Cloud Adoption Strategy Evaluator</a:t>
            </a:r>
            <a:endParaRPr lang="en-HK" sz="800" b="0" i="0" u="sng" strike="noStrike" baseline="0" dirty="0">
              <a:solidFill>
                <a:srgbClr val="000000"/>
              </a:solidFill>
              <a:latin typeface="Calibri" panose="020F0502020204030204" pitchFamily="34" charset="0"/>
            </a:endParaRPr>
          </a:p>
          <a:p>
            <a:r>
              <a:rPr lang="en-HK" sz="800" b="0" i="0" u="none" strike="noStrike" baseline="0" dirty="0">
                <a:solidFill>
                  <a:srgbClr val="000000"/>
                </a:solidFill>
                <a:latin typeface="Calibri" panose="020F0502020204030204" pitchFamily="34" charset="0"/>
              </a:rPr>
              <a:t>https://docs.microsoft.com/en-us/assessments/?mode=pre-assessment&amp;session=local</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u="sng" dirty="0"/>
              <a:t>The cloud adoption journey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https://azure.microsoft.com/cloud-adoption-framework/#cloud-adoption-journey</a:t>
            </a:r>
          </a:p>
          <a:p>
            <a:r>
              <a:rPr lang="en-US" b="1" u="sng" dirty="0">
                <a:solidFill>
                  <a:srgbClr val="000000"/>
                </a:solidFill>
                <a:effectLst/>
                <a:latin typeface="Consolas" panose="020B0609020204030204" pitchFamily="49" charset="0"/>
              </a:rPr>
              <a:t>Azure migration guide overview</a:t>
            </a:r>
            <a:endParaRPr lang="en-US" b="1" u="sng" dirty="0">
              <a:solidFill>
                <a:srgbClr val="A31515"/>
              </a:solidFill>
              <a:effectLst/>
              <a:latin typeface="Consolas" panose="020B0609020204030204" pitchFamily="49" charset="0"/>
            </a:endParaRPr>
          </a:p>
          <a:p>
            <a:r>
              <a:rPr lang="en-US" b="0" dirty="0">
                <a:solidFill>
                  <a:srgbClr val="A31515"/>
                </a:solidFill>
                <a:effectLst/>
                <a:latin typeface="Consolas" panose="020B0609020204030204" pitchFamily="49" charset="0"/>
              </a:rPr>
              <a:t>https://docs.microsoft.com/azure/cloud-adoption-framework/migrate/azure-migration-guide</a:t>
            </a:r>
            <a:endParaRPr lang="en-US" b="0" dirty="0">
              <a:solidFill>
                <a:srgbClr val="000000"/>
              </a:solidFill>
              <a:effectLst/>
              <a:latin typeface="Consolas" panose="020B0609020204030204" pitchFamily="49" charset="0"/>
            </a:endParaRPr>
          </a:p>
          <a:p>
            <a:r>
              <a:rPr lang="en-US" b="1" u="sng" dirty="0">
                <a:solidFill>
                  <a:srgbClr val="000000"/>
                </a:solidFill>
                <a:effectLst/>
                <a:latin typeface="Consolas" panose="020B0609020204030204" pitchFamily="49" charset="0"/>
              </a:rPr>
              <a:t>Azure cloud migration best practices checklist</a:t>
            </a:r>
            <a:r>
              <a:rPr lang="en-US" b="1" u="sng" dirty="0">
                <a:solidFill>
                  <a:srgbClr val="A31515"/>
                </a:solidFill>
                <a:effectLst/>
                <a:latin typeface="Consolas" panose="020B0609020204030204" pitchFamily="49" charset="0"/>
              </a:rPr>
              <a:t> </a:t>
            </a:r>
          </a:p>
          <a:p>
            <a:r>
              <a:rPr lang="en-US" b="0" dirty="0">
                <a:solidFill>
                  <a:srgbClr val="A31515"/>
                </a:solidFill>
                <a:effectLst/>
                <a:latin typeface="Consolas" panose="020B0609020204030204" pitchFamily="49" charset="0"/>
              </a:rPr>
              <a:t>https://docs.microsoft.com/azure/cloud-adoption-framework/migrate/azure-best-practices</a:t>
            </a:r>
          </a:p>
          <a:p>
            <a:r>
              <a:rPr lang="en-US" b="1" u="sng" dirty="0">
                <a:solidFill>
                  <a:srgbClr val="A31515"/>
                </a:solidFill>
                <a:effectLst/>
                <a:latin typeface="Consolas" panose="020B0609020204030204" pitchFamily="49" charset="0"/>
              </a:rPr>
              <a:t>Microsoft Cloud Adoption Framework for Azure</a:t>
            </a:r>
          </a:p>
          <a:p>
            <a:r>
              <a:rPr lang="en-US" b="0" dirty="0">
                <a:solidFill>
                  <a:srgbClr val="A31515"/>
                </a:solidFill>
                <a:effectLst/>
                <a:latin typeface="Consolas" panose="020B0609020204030204" pitchFamily="49" charset="0"/>
              </a:rPr>
              <a:t>https://docs.microsoft.com/learn/modules/microsoft-cloud-adoption-framework-for-azure/</a:t>
            </a:r>
          </a:p>
        </p:txBody>
      </p:sp>
      <p:sp>
        <p:nvSpPr>
          <p:cNvPr id="4" name="Slide Number Placeholder 3"/>
          <p:cNvSpPr>
            <a:spLocks noGrp="1"/>
          </p:cNvSpPr>
          <p:nvPr>
            <p:ph type="sldNum" sz="quarter" idx="5"/>
          </p:nvPr>
        </p:nvSpPr>
        <p:spPr/>
        <p:txBody>
          <a:bodyPr/>
          <a:lstStyle/>
          <a:p>
            <a:fld id="{79ED9CA1-4A12-4327-B19F-AF8FAAE8140B}" type="slidenum">
              <a:rPr lang="en-US" smtClean="0"/>
              <a:t>8</a:t>
            </a:fld>
            <a:endParaRPr lang="en-US"/>
          </a:p>
        </p:txBody>
      </p:sp>
    </p:spTree>
    <p:extLst>
      <p:ext uri="{BB962C8B-B14F-4D97-AF65-F5344CB8AC3E}">
        <p14:creationId xmlns:p14="http://schemas.microsoft.com/office/powerpoint/2010/main" val="27206595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 Adoption Framework migration model - https://docs.microsoft.com/azure/cloud-adoption-framework/migrate/migration-considerations/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000000"/>
                </a:solidFill>
                <a:effectLst/>
                <a:latin typeface="Consolas" panose="020B0609020204030204" pitchFamily="49" charset="0"/>
              </a:rPr>
              <a:t>The One Migrate approach to migrating the IT portfolio - </a:t>
            </a:r>
            <a:r>
              <a:rPr lang="en-US" b="0" dirty="0">
                <a:solidFill>
                  <a:srgbClr val="A31515"/>
                </a:solidFill>
                <a:effectLst/>
                <a:latin typeface="Consolas" panose="020B0609020204030204" pitchFamily="49" charset="0"/>
              </a:rPr>
              <a:t>https://docs.microsoft.com/azure/cloud-adoption-framework/scenarios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solidFill>
                <a:srgbClr val="A31515"/>
              </a:solidFill>
              <a:effectLst/>
              <a:latin typeface="Consolas" panose="020B0609020204030204" pitchFamily="49" charset="0"/>
            </a:endParaRPr>
          </a:p>
          <a:p>
            <a:pPr algn="l">
              <a:buFont typeface="Arial" panose="020B0604020202020204" pitchFamily="34" charset="0"/>
              <a:buNone/>
            </a:pPr>
            <a:r>
              <a:rPr lang="en-US" b="0" i="0" dirty="0">
                <a:solidFill>
                  <a:srgbClr val="24292F"/>
                </a:solidFill>
                <a:effectLst/>
                <a:latin typeface="-apple-system"/>
              </a:rPr>
              <a:t>Questions:</a:t>
            </a:r>
          </a:p>
          <a:p>
            <a:pPr algn="l">
              <a:buFont typeface="Arial" panose="020B0604020202020204" pitchFamily="34" charset="0"/>
              <a:buChar char="•"/>
            </a:pPr>
            <a:r>
              <a:rPr lang="en-US" b="0" i="0" dirty="0">
                <a:solidFill>
                  <a:srgbClr val="24292F"/>
                </a:solidFill>
                <a:effectLst/>
                <a:latin typeface="-apple-system"/>
              </a:rPr>
              <a:t> Why are we moving the solution to Azure?</a:t>
            </a:r>
          </a:p>
          <a:p>
            <a:pPr algn="l">
              <a:buFont typeface="Arial" panose="020B0604020202020204" pitchFamily="34" charset="0"/>
              <a:buChar char="•"/>
            </a:pPr>
            <a:r>
              <a:rPr lang="en-US" b="0" i="0" dirty="0">
                <a:solidFill>
                  <a:srgbClr val="24292F"/>
                </a:solidFill>
                <a:effectLst/>
                <a:latin typeface="-apple-system"/>
              </a:rPr>
              <a:t> What are the business objectives or quantifiable business goals?</a:t>
            </a:r>
          </a:p>
          <a:p>
            <a:pPr algn="l">
              <a:buFont typeface="Arial" panose="020B0604020202020204" pitchFamily="34" charset="0"/>
              <a:buChar char="•"/>
            </a:pPr>
            <a:r>
              <a:rPr lang="en-US" b="0" i="0" dirty="0">
                <a:solidFill>
                  <a:srgbClr val="24292F"/>
                </a:solidFill>
                <a:effectLst/>
                <a:latin typeface="-apple-system"/>
              </a:rPr>
              <a:t> What outcomes will you achieve?</a:t>
            </a:r>
          </a:p>
          <a:p>
            <a:pPr algn="l">
              <a:buFont typeface="Arial" panose="020B0604020202020204" pitchFamily="34" charset="0"/>
              <a:buChar char="•"/>
            </a:pPr>
            <a:r>
              <a:rPr lang="en-US" b="0" i="0" dirty="0">
                <a:solidFill>
                  <a:srgbClr val="24292F"/>
                </a:solidFill>
                <a:effectLst/>
                <a:latin typeface="-apple-system"/>
              </a:rPr>
              <a:t> Is there a timeline for building the solution Azure?</a:t>
            </a:r>
          </a:p>
          <a:p>
            <a:pPr algn="l">
              <a:buFont typeface="Arial" panose="020B0604020202020204" pitchFamily="34" charset="0"/>
              <a:buChar char="•"/>
            </a:pPr>
            <a:r>
              <a:rPr lang="en-US" b="0" i="0" dirty="0">
                <a:solidFill>
                  <a:srgbClr val="24292F"/>
                </a:solidFill>
                <a:effectLst/>
                <a:latin typeface="-apple-system"/>
              </a:rPr>
              <a:t> Is there a targeted event or date for an announcement about the solution's availability on Azure?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solidFill>
                <a:srgbClr val="A31515"/>
              </a:solidFill>
              <a:effectLst/>
              <a:latin typeface="Consolas" panose="020B0609020204030204" pitchFamily="49" charset="0"/>
            </a:endParaRPr>
          </a:p>
          <a:p>
            <a:endParaRPr lang="en-US" dirty="0"/>
          </a:p>
        </p:txBody>
      </p:sp>
      <p:sp>
        <p:nvSpPr>
          <p:cNvPr id="4" name="Slide Number Placeholder 3"/>
          <p:cNvSpPr>
            <a:spLocks noGrp="1"/>
          </p:cNvSpPr>
          <p:nvPr>
            <p:ph type="sldNum" sz="quarter" idx="5"/>
          </p:nvPr>
        </p:nvSpPr>
        <p:spPr/>
        <p:txBody>
          <a:bodyPr/>
          <a:lstStyle/>
          <a:p>
            <a:fld id="{79ED9CA1-4A12-4327-B19F-AF8FAAE8140B}" type="slidenum">
              <a:rPr lang="en-US" smtClean="0"/>
              <a:t>10</a:t>
            </a:fld>
            <a:endParaRPr lang="en-US"/>
          </a:p>
        </p:txBody>
      </p:sp>
    </p:spTree>
    <p:extLst>
      <p:ext uri="{BB962C8B-B14F-4D97-AF65-F5344CB8AC3E}">
        <p14:creationId xmlns:p14="http://schemas.microsoft.com/office/powerpoint/2010/main" val="8271851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sz="1800" b="1" i="0" u="none" strike="noStrike" baseline="0" dirty="0">
                <a:solidFill>
                  <a:srgbClr val="000000"/>
                </a:solidFill>
                <a:latin typeface="Calibri" panose="020F0502020204030204" pitchFamily="34" charset="0"/>
              </a:rPr>
              <a:t>Azure landing zone</a:t>
            </a:r>
            <a:endParaRPr lang="en-HK" sz="1800" b="0" i="0" u="none" strike="noStrike" baseline="0" dirty="0">
              <a:solidFill>
                <a:srgbClr val="000000"/>
              </a:solidFill>
              <a:latin typeface="Calibri" panose="020F0502020204030204" pitchFamily="34" charset="0"/>
            </a:endParaRPr>
          </a:p>
          <a:p>
            <a:r>
              <a:rPr lang="en-HK" sz="1800" b="0" i="0" u="none" strike="noStrike" baseline="0" dirty="0">
                <a:solidFill>
                  <a:srgbClr val="000000"/>
                </a:solidFill>
                <a:latin typeface="Calibri" panose="020F0502020204030204" pitchFamily="34" charset="0"/>
              </a:rPr>
              <a:t>https://docs.microsoft.com/en-us/azure/cloud-adoption-framework/ready/landing-zone/</a:t>
            </a:r>
          </a:p>
          <a:p>
            <a:endParaRPr lang="en-HK" sz="1800" b="0" i="0" u="none" strike="noStrike" baseline="0" dirty="0">
              <a:solidFill>
                <a:srgbClr val="000000"/>
              </a:solidFill>
              <a:latin typeface="Calibri" panose="020F0502020204030204" pitchFamily="34" charset="0"/>
            </a:endParaRPr>
          </a:p>
          <a:p>
            <a:r>
              <a:rPr lang="en-HK" sz="1800" b="1" i="0" u="none" strike="noStrike" baseline="0" dirty="0">
                <a:solidFill>
                  <a:srgbClr val="000000"/>
                </a:solidFill>
                <a:latin typeface="Calibri" panose="020F0502020204030204" pitchFamily="34" charset="0"/>
              </a:rPr>
              <a:t>Example</a:t>
            </a:r>
          </a:p>
          <a:p>
            <a:r>
              <a:rPr lang="en-HK" sz="1800" b="0" i="0" u="none" strike="noStrike" baseline="0" dirty="0">
                <a:solidFill>
                  <a:srgbClr val="000000"/>
                </a:solidFill>
                <a:latin typeface="Calibri" panose="020F0502020204030204" pitchFamily="34" charset="0"/>
              </a:rPr>
              <a:t>https://docs.microsoft.com/en-us/azure/cloud-adoption-framework/ready/landing-zone/implementation-options</a:t>
            </a:r>
          </a:p>
          <a:p>
            <a:endParaRPr lang="en-HK" sz="1800" b="0" i="0" u="none" strike="noStrike" baseline="0" dirty="0">
              <a:solidFill>
                <a:srgbClr val="000000"/>
              </a:solidFill>
              <a:latin typeface="Calibri" panose="020F0502020204030204" pitchFamily="34" charset="0"/>
            </a:endParaRPr>
          </a:p>
          <a:p>
            <a:r>
              <a:rPr lang="en-HK" sz="1800" b="1" i="0" u="none" strike="noStrike" baseline="0" dirty="0">
                <a:solidFill>
                  <a:srgbClr val="000000"/>
                </a:solidFill>
                <a:latin typeface="Calibri" panose="020F0502020204030204" pitchFamily="34" charset="0"/>
              </a:rPr>
              <a:t>ALZ implementation option</a:t>
            </a:r>
            <a:endParaRPr lang="en-HK" sz="1800" b="0" i="0" u="none" strike="noStrike" baseline="0" dirty="0">
              <a:solidFill>
                <a:srgbClr val="000000"/>
              </a:solidFill>
              <a:latin typeface="Calibri" panose="020F0502020204030204" pitchFamily="34" charset="0"/>
            </a:endParaRPr>
          </a:p>
          <a:p>
            <a:r>
              <a:rPr lang="en-HK" sz="1800" b="0" i="0" u="none" strike="noStrike" baseline="0" dirty="0">
                <a:solidFill>
                  <a:srgbClr val="000000"/>
                </a:solidFill>
                <a:latin typeface="Calibri" panose="020F0502020204030204" pitchFamily="34" charset="0"/>
              </a:rPr>
              <a:t>https://docs.microsoft.com/en-us/azure/cloud-adoption-framework/ready/landing-zone/implementation-options</a:t>
            </a:r>
            <a:endParaRPr lang="en-HK"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7/10/2022 4:58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11</a:t>
            </a:fld>
            <a:endParaRPr lang="en-US"/>
          </a:p>
        </p:txBody>
      </p:sp>
    </p:spTree>
    <p:extLst>
      <p:ext uri="{BB962C8B-B14F-4D97-AF65-F5344CB8AC3E}">
        <p14:creationId xmlns:p14="http://schemas.microsoft.com/office/powerpoint/2010/main" val="18191667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3619146B-24F9-441E-A368-DB3B5A84C1D4}" type="datetime8">
              <a:rPr lang="en-US" smtClean="0"/>
              <a:t>7/10/2022 4:58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12</a:t>
            </a:fld>
            <a:endParaRPr lang="en-US"/>
          </a:p>
        </p:txBody>
      </p:sp>
    </p:spTree>
    <p:extLst>
      <p:ext uri="{BB962C8B-B14F-4D97-AF65-F5344CB8AC3E}">
        <p14:creationId xmlns:p14="http://schemas.microsoft.com/office/powerpoint/2010/main" val="7258138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80" dirty="0">
                <a:latin typeface="Segoe UI Light" panose="020B0502040204020203" pitchFamily="34" charset="0"/>
                <a:cs typeface="Segoe UI Light" panose="020B0502040204020203" pitchFamily="34" charset="0"/>
              </a:rPr>
              <a:t>Overview of application migration examples for Azure - https://docs.microsoft.com/azure/cloud-adoption-framework/migrate/azure-best-practices/contoso-migration-overview</a:t>
            </a:r>
          </a:p>
          <a:p>
            <a:endParaRPr lang="en-US" sz="880" dirty="0">
              <a:latin typeface="Segoe UI Light" panose="020B0502040204020203" pitchFamily="34" charset="0"/>
              <a:cs typeface="Segoe UI Light" panose="020B0502040204020203" pitchFamily="34" charset="0"/>
            </a:endParaRPr>
          </a:p>
          <a:p>
            <a:r>
              <a:rPr lang="en-US" sz="880" dirty="0">
                <a:latin typeface="Segoe UI Light" panose="020B0502040204020203" pitchFamily="34" charset="0"/>
                <a:cs typeface="Segoe UI Light" panose="020B0502040204020203" pitchFamily="34" charset="0"/>
              </a:rPr>
              <a:t>The options Replace and Retire would not be considered migration strategies for the purposes of our discussion.</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14</a:t>
            </a:fld>
            <a:endParaRPr lang="en-US"/>
          </a:p>
        </p:txBody>
      </p:sp>
    </p:spTree>
    <p:extLst>
      <p:ext uri="{BB962C8B-B14F-4D97-AF65-F5344CB8AC3E}">
        <p14:creationId xmlns:p14="http://schemas.microsoft.com/office/powerpoint/2010/main" val="9120216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Plan your Azure migration - https://docs.microsoft.com/learn/modules/design-your-migration-to-azure/2-plan-your-azure-migration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There are also optimization tools like Azure Cost Management and Azure Advisor. And other tools like TCO calculator and Service Map.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And more Integration Tools - https://docs.microsoft.com/azure/migrate/migrate-services-overview#integrated-tools.</a:t>
            </a:r>
          </a:p>
          <a:p>
            <a:endParaRPr lang="en-US" dirty="0"/>
          </a:p>
        </p:txBody>
      </p:sp>
      <p:sp>
        <p:nvSpPr>
          <p:cNvPr id="4" name="Slide Number Placeholder 3"/>
          <p:cNvSpPr>
            <a:spLocks noGrp="1"/>
          </p:cNvSpPr>
          <p:nvPr>
            <p:ph type="sldNum" sz="quarter" idx="5"/>
          </p:nvPr>
        </p:nvSpPr>
        <p:spPr/>
        <p:txBody>
          <a:bodyPr/>
          <a:lstStyle/>
          <a:p>
            <a:fld id="{79ED9CA1-4A12-4327-B19F-AF8FAAE8140B}" type="slidenum">
              <a:rPr lang="en-US" smtClean="0"/>
              <a:t>15</a:t>
            </a:fld>
            <a:endParaRPr lang="en-US"/>
          </a:p>
        </p:txBody>
      </p:sp>
    </p:spTree>
    <p:extLst>
      <p:ext uri="{BB962C8B-B14F-4D97-AF65-F5344CB8AC3E}">
        <p14:creationId xmlns:p14="http://schemas.microsoft.com/office/powerpoint/2010/main" val="3769294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8507DC7E-BC41-4478-BA30-CBCC3A644F0A}"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7430365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3619146B-24F9-441E-A368-DB3B5A84C1D4}" type="datetime8">
              <a:rPr lang="en-US" smtClean="0"/>
              <a:t>7/10/2022 4:58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17</a:t>
            </a:fld>
            <a:endParaRPr lang="en-US"/>
          </a:p>
        </p:txBody>
      </p:sp>
    </p:spTree>
    <p:extLst>
      <p:ext uri="{BB962C8B-B14F-4D97-AF65-F5344CB8AC3E}">
        <p14:creationId xmlns:p14="http://schemas.microsoft.com/office/powerpoint/2010/main" val="33083789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 us start with what we hear from our customers in relation to Hybrid Scenarios.</a:t>
            </a:r>
          </a:p>
          <a:p>
            <a:pPr marL="0" indent="0">
              <a:buFont typeface="Arial" panose="020B0604020202020204" pitchFamily="34" charset="0"/>
              <a:buNone/>
            </a:pPr>
            <a:endParaRPr lang="en-US"/>
          </a:p>
          <a:p>
            <a:pPr marL="0" indent="0">
              <a:buFont typeface="Arial" panose="020B0604020202020204" pitchFamily="34" charset="0"/>
              <a:buNone/>
            </a:pPr>
            <a:r>
              <a:rPr lang="en-US"/>
              <a:t>So, these are some of the pain points of the people or teams in specific roles that we hear from the Field.</a:t>
            </a:r>
          </a:p>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7/10/2022 4:59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18</a:t>
            </a:fld>
            <a:endParaRPr lang="en-US"/>
          </a:p>
        </p:txBody>
      </p:sp>
    </p:spTree>
    <p:extLst>
      <p:ext uri="{BB962C8B-B14F-4D97-AF65-F5344CB8AC3E}">
        <p14:creationId xmlns:p14="http://schemas.microsoft.com/office/powerpoint/2010/main" val="35693723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0"/>
              </a:spcAft>
            </a:pPr>
            <a:r>
              <a:rPr lang="en-US" sz="1800">
                <a:effectLst/>
                <a:latin typeface="Segoe UI" panose="020B0502040204020203" pitchFamily="34" charset="0"/>
                <a:ea typeface="Times New Roman" panose="02020603050405020304" pitchFamily="18" charset="0"/>
                <a:cs typeface="Arial" panose="020B0604020202020204" pitchFamily="34" charset="0"/>
              </a:rPr>
              <a:t>Let us now have a bird's eye view of the Azure Arc service. Imagine we have resources…</a:t>
            </a:r>
          </a:p>
          <a:p>
            <a:pPr marL="0" marR="0">
              <a:lnSpc>
                <a:spcPct val="107000"/>
              </a:lnSpc>
              <a:spcBef>
                <a:spcPts val="0"/>
              </a:spcBef>
              <a:spcAft>
                <a:spcPts val="0"/>
              </a:spcAft>
            </a:pPr>
            <a:endParaRPr lang="en-US" sz="1800">
              <a:effectLst/>
              <a:latin typeface="Segoe UI" panose="020B0502040204020203" pitchFamily="34" charset="0"/>
              <a:ea typeface="Times New Roman" panose="02020603050405020304" pitchFamily="18" charset="0"/>
              <a:cs typeface="Arial" panose="020B0604020202020204" pitchFamily="34" charset="0"/>
            </a:endParaRPr>
          </a:p>
          <a:p>
            <a:pPr marL="0" marR="0">
              <a:lnSpc>
                <a:spcPct val="107000"/>
              </a:lnSpc>
              <a:spcBef>
                <a:spcPts val="0"/>
              </a:spcBef>
              <a:spcAft>
                <a:spcPts val="0"/>
              </a:spcAft>
            </a:pPr>
            <a:r>
              <a:rPr lang="en-US" sz="1800" err="1">
                <a:effectLst/>
                <a:latin typeface="Segoe UI" panose="020B0502040204020203" pitchFamily="34" charset="0"/>
                <a:ea typeface="Times New Roman" panose="02020603050405020304" pitchFamily="18" charset="0"/>
                <a:cs typeface="Arial" panose="020B0604020202020204" pitchFamily="34" charset="0"/>
              </a:rPr>
              <a:t>Exta</a:t>
            </a:r>
            <a:r>
              <a:rPr lang="en-US" sz="1800">
                <a:effectLst/>
                <a:latin typeface="Segoe UI" panose="020B0502040204020203" pitchFamily="34" charset="0"/>
                <a:ea typeface="Times New Roman" panose="02020603050405020304" pitchFamily="18" charset="0"/>
                <a:cs typeface="Arial" panose="020B0604020202020204" pitchFamily="34" charset="0"/>
              </a:rPr>
              <a:t> Info:</a:t>
            </a:r>
          </a:p>
          <a:p>
            <a:pPr marL="0" marR="0">
              <a:lnSpc>
                <a:spcPct val="107000"/>
              </a:lnSpc>
              <a:spcBef>
                <a:spcPts val="0"/>
              </a:spcBef>
              <a:spcAft>
                <a:spcPts val="0"/>
              </a:spcAft>
            </a:pPr>
            <a:endParaRPr lang="en-US" sz="1800">
              <a:effectLst/>
              <a:latin typeface="Segoe UI" panose="020B0502040204020203" pitchFamily="34" charset="0"/>
              <a:ea typeface="Times New Roman" panose="02020603050405020304" pitchFamily="18" charset="0"/>
              <a:cs typeface="Arial" panose="020B0604020202020204" pitchFamily="34" charset="0"/>
            </a:endParaRPr>
          </a:p>
          <a:p>
            <a:pPr marL="0" marR="0">
              <a:lnSpc>
                <a:spcPct val="107000"/>
              </a:lnSpc>
              <a:spcBef>
                <a:spcPts val="0"/>
              </a:spcBef>
              <a:spcAft>
                <a:spcPts val="0"/>
              </a:spcAft>
            </a:pPr>
            <a:r>
              <a:rPr lang="en-US" sz="1800">
                <a:effectLst/>
                <a:latin typeface="Segoe UI" panose="020B0502040204020203" pitchFamily="34" charset="0"/>
                <a:ea typeface="Times New Roman" panose="02020603050405020304" pitchFamily="18" charset="0"/>
                <a:cs typeface="Arial" panose="020B0604020202020204" pitchFamily="34" charset="0"/>
              </a:rPr>
              <a:t>To support this momentum, Azure offers unique hybrid and </a:t>
            </a:r>
            <a:r>
              <a:rPr lang="en-US" sz="1800" err="1">
                <a:effectLst/>
                <a:latin typeface="Segoe UI" panose="020B0502040204020203" pitchFamily="34" charset="0"/>
                <a:ea typeface="Times New Roman" panose="02020603050405020304" pitchFamily="18" charset="0"/>
                <a:cs typeface="Arial" panose="020B0604020202020204" pitchFamily="34" charset="0"/>
              </a:rPr>
              <a:t>multicloud</a:t>
            </a:r>
            <a:r>
              <a:rPr lang="en-US" sz="1800">
                <a:effectLst/>
                <a:latin typeface="Segoe UI" panose="020B0502040204020203" pitchFamily="34" charset="0"/>
                <a:ea typeface="Times New Roman" panose="02020603050405020304" pitchFamily="18" charset="0"/>
                <a:cs typeface="Arial" panose="020B0604020202020204" pitchFamily="34" charset="0"/>
              </a:rPr>
              <a:t> capabilities that give customers the flexibility to innovate anywhere in their environment.</a:t>
            </a:r>
            <a:endParaRPr lang="en-US" sz="1800">
              <a:effectLst/>
              <a:latin typeface="Calibri" panose="020F0502020204030204" pitchFamily="34" charset="0"/>
              <a:ea typeface="Calibri" panose="020F0502020204030204" pitchFamily="34" charset="0"/>
              <a:cs typeface="Arial" panose="020B0604020202020204" pitchFamily="34" charset="0"/>
            </a:endParaRPr>
          </a:p>
          <a:p>
            <a:pPr marL="457200" marR="0">
              <a:lnSpc>
                <a:spcPct val="107000"/>
              </a:lnSpc>
              <a:spcBef>
                <a:spcPts val="0"/>
              </a:spcBef>
              <a:spcAft>
                <a:spcPts val="0"/>
              </a:spcAft>
            </a:pPr>
            <a:r>
              <a:rPr lang="en-US" sz="1800">
                <a:effectLst/>
                <a:latin typeface="Segoe UI" panose="020B0502040204020203" pitchFamily="34" charset="0"/>
                <a:ea typeface="Times New Roman" panose="02020603050405020304" pitchFamily="18" charset="0"/>
                <a:cs typeface="Arial" panose="020B0604020202020204" pitchFamily="34" charset="0"/>
              </a:rPr>
              <a:t> </a:t>
            </a:r>
            <a:endParaRPr lang="en-US" sz="180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fontAlgn="base">
              <a:lnSpc>
                <a:spcPct val="107000"/>
              </a:lnSpc>
              <a:spcBef>
                <a:spcPts val="0"/>
              </a:spcBef>
              <a:spcAft>
                <a:spcPts val="0"/>
              </a:spcAft>
              <a:buFont typeface="Symbol" panose="05050102010706020507" pitchFamily="18" charset="2"/>
              <a:buChar char=""/>
            </a:pPr>
            <a:r>
              <a:rPr lang="en-US" sz="1800">
                <a:effectLst/>
                <a:latin typeface="Segoe UI" panose="020B0502040204020203" pitchFamily="34" charset="0"/>
                <a:ea typeface="Times New Roman" panose="02020603050405020304" pitchFamily="18" charset="0"/>
                <a:cs typeface="Arial" panose="020B0604020202020204" pitchFamily="34" charset="0"/>
              </a:rPr>
              <a:t>It’s starts with </a:t>
            </a:r>
            <a:r>
              <a:rPr lang="en-US" sz="1800" b="1">
                <a:effectLst/>
                <a:latin typeface="Segoe UI" panose="020B0502040204020203" pitchFamily="34" charset="0"/>
                <a:ea typeface="Times New Roman" panose="02020603050405020304" pitchFamily="18" charset="0"/>
                <a:cs typeface="Arial" panose="020B0604020202020204" pitchFamily="34" charset="0"/>
              </a:rPr>
              <a:t>Azure Arc</a:t>
            </a:r>
            <a:r>
              <a:rPr lang="en-US" sz="1800">
                <a:effectLst/>
                <a:latin typeface="Segoe UI" panose="020B0502040204020203" pitchFamily="34" charset="0"/>
                <a:ea typeface="Times New Roman" panose="02020603050405020304" pitchFamily="18" charset="0"/>
                <a:cs typeface="Arial" panose="020B0604020202020204" pitchFamily="34" charset="0"/>
              </a:rPr>
              <a:t>. Azure Arc enables you to standardize </a:t>
            </a:r>
            <a:r>
              <a:rPr lang="en-US" sz="1800" b="1">
                <a:effectLst/>
                <a:latin typeface="Segoe UI" panose="020B0502040204020203" pitchFamily="34" charset="0"/>
                <a:ea typeface="Times New Roman" panose="02020603050405020304" pitchFamily="18" charset="0"/>
                <a:cs typeface="Arial" panose="020B0604020202020204" pitchFamily="34" charset="0"/>
              </a:rPr>
              <a:t>visibility, operations</a:t>
            </a:r>
            <a:r>
              <a:rPr lang="en-US" sz="1800">
                <a:effectLst/>
                <a:latin typeface="Segoe UI" panose="020B0502040204020203" pitchFamily="34" charset="0"/>
                <a:ea typeface="Times New Roman" panose="02020603050405020304" pitchFamily="18" charset="0"/>
                <a:cs typeface="Arial" panose="020B0604020202020204" pitchFamily="34" charset="0"/>
              </a:rPr>
              <a:t>, and </a:t>
            </a:r>
            <a:r>
              <a:rPr lang="en-US" sz="1800" b="1">
                <a:effectLst/>
                <a:latin typeface="Segoe UI" panose="020B0502040204020203" pitchFamily="34" charset="0"/>
                <a:ea typeface="Times New Roman" panose="02020603050405020304" pitchFamily="18" charset="0"/>
                <a:cs typeface="Arial" panose="020B0604020202020204" pitchFamily="34" charset="0"/>
              </a:rPr>
              <a:t>compliance</a:t>
            </a:r>
            <a:r>
              <a:rPr lang="en-US" sz="1800">
                <a:effectLst/>
                <a:latin typeface="Segoe UI" panose="020B0502040204020203" pitchFamily="34" charset="0"/>
                <a:ea typeface="Times New Roman" panose="02020603050405020304" pitchFamily="18" charset="0"/>
                <a:cs typeface="Arial" panose="020B0604020202020204" pitchFamily="34" charset="0"/>
              </a:rPr>
              <a:t> across a wide range of resources and locations by extending the Azure control plane. Right from Azure, you can easily organize, govern, and secure Windows, Linux, SQL server, and Kubernetes clusters across data centers, edge, and multi-cloud.  </a:t>
            </a:r>
            <a:endParaRPr lang="en-US" sz="180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0"/>
              </a:spcAft>
              <a:buFont typeface="Symbol" panose="05050102010706020507" pitchFamily="18" charset="2"/>
              <a:buChar char=""/>
            </a:pPr>
            <a:r>
              <a:rPr lang="en-US" sz="1800" b="1">
                <a:effectLst/>
                <a:latin typeface="Segoe UI" panose="020B0502040204020203" pitchFamily="34" charset="0"/>
                <a:ea typeface="Times New Roman" panose="02020603050405020304" pitchFamily="18" charset="0"/>
                <a:cs typeface="Arial" panose="020B0604020202020204" pitchFamily="34" charset="0"/>
              </a:rPr>
              <a:t>Enabled by Azure Arc</a:t>
            </a:r>
            <a:r>
              <a:rPr lang="en-US" sz="1800">
                <a:effectLst/>
                <a:latin typeface="Segoe UI" panose="020B0502040204020203" pitchFamily="34" charset="0"/>
                <a:ea typeface="Times New Roman" panose="02020603050405020304" pitchFamily="18" charset="0"/>
                <a:cs typeface="Arial" panose="020B0604020202020204" pitchFamily="34" charset="0"/>
              </a:rPr>
              <a:t>, you can bring Azure services to any existing infrastructure including other clouds you are using, so you can take advantage of cloud benefits everywhere, such as scalability, fast deployment, and always up-to-date cloud innovation. </a:t>
            </a:r>
            <a:endParaRPr lang="en-US" sz="180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0"/>
              </a:spcAft>
              <a:buFont typeface="Symbol" panose="05050102010706020507" pitchFamily="18" charset="2"/>
              <a:buChar char=""/>
            </a:pPr>
            <a:r>
              <a:rPr lang="en-US" sz="1800">
                <a:effectLst/>
                <a:latin typeface="Segoe UI" panose="020B0502040204020203" pitchFamily="34" charset="0"/>
                <a:ea typeface="Times New Roman" panose="02020603050405020304" pitchFamily="18" charset="0"/>
                <a:cs typeface="Arial" panose="020B0604020202020204" pitchFamily="34" charset="0"/>
              </a:rPr>
              <a:t>You can build Azure-consistent </a:t>
            </a:r>
            <a:r>
              <a:rPr lang="en-US" sz="1800" b="1">
                <a:effectLst/>
                <a:latin typeface="Segoe UI" panose="020B0502040204020203" pitchFamily="34" charset="0"/>
                <a:ea typeface="Times New Roman" panose="02020603050405020304" pitchFamily="18" charset="0"/>
                <a:cs typeface="Arial" panose="020B0604020202020204" pitchFamily="34" charset="0"/>
              </a:rPr>
              <a:t>new cloud infrastructure in your own datacenter with Azure Stack, </a:t>
            </a:r>
            <a:r>
              <a:rPr lang="en-US" sz="1800">
                <a:effectLst/>
                <a:latin typeface="Segoe UI" panose="020B0502040204020203" pitchFamily="34" charset="0"/>
                <a:ea typeface="Times New Roman" panose="02020603050405020304" pitchFamily="18" charset="0"/>
                <a:cs typeface="Arial" panose="020B0604020202020204" pitchFamily="34" charset="0"/>
              </a:rPr>
              <a:t>so you can modernize your datacenter and run cloud native applications on-premises while taking advantage of existing investments and meeting regulatory compliances.  </a:t>
            </a:r>
            <a:endParaRPr lang="en-US" sz="180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0"/>
              </a:spcAft>
              <a:buFont typeface="Symbol" panose="05050102010706020507" pitchFamily="18" charset="2"/>
              <a:buChar char=""/>
            </a:pPr>
            <a:r>
              <a:rPr lang="en-US" sz="1800">
                <a:effectLst/>
                <a:latin typeface="Segoe UI" panose="020B0502040204020203" pitchFamily="34" charset="0"/>
                <a:ea typeface="Times New Roman" panose="02020603050405020304" pitchFamily="18" charset="0"/>
                <a:cs typeface="Arial" panose="020B0604020202020204" pitchFamily="34" charset="0"/>
              </a:rPr>
              <a:t>You can </a:t>
            </a:r>
            <a:r>
              <a:rPr lang="en-US" sz="1800" b="1">
                <a:effectLst/>
                <a:latin typeface="Segoe UI" panose="020B0502040204020203" pitchFamily="34" charset="0"/>
                <a:ea typeface="Times New Roman" panose="02020603050405020304" pitchFamily="18" charset="0"/>
                <a:cs typeface="Arial" panose="020B0604020202020204" pitchFamily="34" charset="0"/>
              </a:rPr>
              <a:t>extend AI to edge devices with Azure IoT</a:t>
            </a:r>
            <a:r>
              <a:rPr lang="en-US" sz="1800">
                <a:effectLst/>
                <a:latin typeface="Segoe UI" panose="020B0502040204020203" pitchFamily="34" charset="0"/>
                <a:ea typeface="Times New Roman" panose="02020603050405020304" pitchFamily="18" charset="0"/>
                <a:cs typeface="Arial" panose="020B0604020202020204" pitchFamily="34" charset="0"/>
              </a:rPr>
              <a:t>, so you can run machine learning and advanced analytics close to the users and the data. As a result, you can gain real-time insights and deliver immersive experiences at the edge of your network, opening up endless new business opportunities.</a:t>
            </a:r>
            <a:endParaRPr lang="en-US" sz="180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0"/>
              </a:spcAft>
            </a:pPr>
            <a:r>
              <a:rPr lang="en-US" sz="1800">
                <a:effectLst/>
                <a:latin typeface="Segoe UI" panose="020B0502040204020203" pitchFamily="34" charset="0"/>
                <a:ea typeface="Times New Roman" panose="02020603050405020304" pitchFamily="18" charset="0"/>
                <a:cs typeface="Arial" panose="020B0604020202020204" pitchFamily="34" charset="0"/>
              </a:rPr>
              <a:t> </a:t>
            </a:r>
            <a:endParaRPr lang="en-US" sz="180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0"/>
              </a:spcAft>
            </a:pPr>
            <a:r>
              <a:rPr lang="en-US" sz="1800">
                <a:effectLst/>
                <a:latin typeface="Segoe UI" panose="020B0502040204020203" pitchFamily="34" charset="0"/>
                <a:ea typeface="Times New Roman" panose="02020603050405020304" pitchFamily="18" charset="0"/>
                <a:cs typeface="Arial" panose="020B0604020202020204" pitchFamily="34" charset="0"/>
              </a:rPr>
              <a:t>This is our portfolio of capabilities to support customer’s  hybrid and </a:t>
            </a:r>
            <a:r>
              <a:rPr lang="en-US" sz="1800" err="1">
                <a:effectLst/>
                <a:latin typeface="Segoe UI" panose="020B0502040204020203" pitchFamily="34" charset="0"/>
                <a:ea typeface="Times New Roman" panose="02020603050405020304" pitchFamily="18" charset="0"/>
                <a:cs typeface="Arial" panose="020B0604020202020204" pitchFamily="34" charset="0"/>
              </a:rPr>
              <a:t>multicloud</a:t>
            </a:r>
            <a:r>
              <a:rPr lang="en-US" sz="1800">
                <a:effectLst/>
                <a:latin typeface="Segoe UI" panose="020B0502040204020203" pitchFamily="34" charset="0"/>
                <a:ea typeface="Times New Roman" panose="02020603050405020304" pitchFamily="18" charset="0"/>
                <a:cs typeface="Arial" panose="020B0604020202020204" pitchFamily="34" charset="0"/>
              </a:rPr>
              <a:t> strategy. </a:t>
            </a:r>
            <a:endParaRPr lang="en-US" sz="1800">
              <a:effectLst/>
              <a:latin typeface="Calibri" panose="020F0502020204030204" pitchFamily="34" charset="0"/>
              <a:ea typeface="Times New Roman" panose="02020603050405020304" pitchFamily="18" charset="0"/>
              <a:cs typeface="Arial" panose="020B0604020202020204" pitchFamily="34" charset="0"/>
            </a:endParaRPr>
          </a:p>
          <a:p>
            <a:pPr marL="0" marR="0">
              <a:lnSpc>
                <a:spcPct val="107000"/>
              </a:lnSpc>
              <a:spcBef>
                <a:spcPts val="0"/>
              </a:spcBef>
              <a:spcAft>
                <a:spcPts val="0"/>
              </a:spcAft>
            </a:pPr>
            <a:r>
              <a:rPr lang="en-US" sz="1800">
                <a:effectLst/>
                <a:latin typeface="Segoe UI" panose="020B0502040204020203" pitchFamily="34" charset="0"/>
                <a:ea typeface="Times New Roman" panose="02020603050405020304" pitchFamily="18" charset="0"/>
                <a:cs typeface="Arial" panose="020B0604020202020204" pitchFamily="34" charset="0"/>
              </a:rPr>
              <a:t> </a:t>
            </a:r>
            <a:endParaRPr lang="en-US" sz="180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0"/>
              </a:spcAft>
            </a:pPr>
            <a:r>
              <a:rPr lang="en-US" sz="1800">
                <a:effectLst/>
                <a:latin typeface="Segoe UI" panose="020B0502040204020203" pitchFamily="34" charset="0"/>
                <a:ea typeface="Times New Roman" panose="02020603050405020304" pitchFamily="18" charset="0"/>
                <a:cs typeface="Arial" panose="020B0604020202020204" pitchFamily="34" charset="0"/>
              </a:rPr>
              <a:t>&lt;CLICK&gt;</a:t>
            </a:r>
            <a:endParaRPr lang="en-US" sz="180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0"/>
              </a:spcAft>
            </a:pPr>
            <a:r>
              <a:rPr lang="en-US" sz="1800">
                <a:effectLst/>
                <a:latin typeface="Segoe UI" panose="020B0502040204020203" pitchFamily="34" charset="0"/>
                <a:ea typeface="Times New Roman" panose="02020603050405020304" pitchFamily="18" charset="0"/>
                <a:cs typeface="Arial" panose="020B0604020202020204" pitchFamily="34" charset="0"/>
              </a:rPr>
              <a:t> </a:t>
            </a:r>
            <a:endParaRPr lang="en-US" sz="1800">
              <a:effectLst/>
              <a:latin typeface="Calibri" panose="020F0502020204030204" pitchFamily="34" charset="0"/>
              <a:ea typeface="Calibri" panose="020F0502020204030204" pitchFamily="34" charset="0"/>
              <a:cs typeface="Arial" panose="020B0604020202020204" pitchFamily="34" charset="0"/>
            </a:endParaRP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7A5470B-F548-4D7E-91A5-A1A993D75FE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912424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sz="1000" b="1">
                <a:effectLst/>
                <a:latin typeface="Segoe UI" panose="020B0502040204020203" pitchFamily="34" charset="0"/>
                <a:ea typeface="Times New Roman" panose="02020603050405020304" pitchFamily="18" charset="0"/>
                <a:cs typeface="Times New Roman" panose="02020603050405020304" pitchFamily="18" charset="0"/>
              </a:rPr>
              <a:t>So, How does Azure Arc make all of this possible.</a:t>
            </a:r>
          </a:p>
          <a:p>
            <a:pPr>
              <a:defRPr/>
            </a:pPr>
            <a:endParaRPr lang="en-US" sz="1000" b="1">
              <a:effectLst/>
              <a:latin typeface="Segoe UI" panose="020B0502040204020203" pitchFamily="34" charset="0"/>
              <a:cs typeface="Times New Roman" panose="02020603050405020304" pitchFamily="18" charset="0"/>
            </a:endParaRPr>
          </a:p>
          <a:p>
            <a:pPr>
              <a:defRPr/>
            </a:pPr>
            <a:r>
              <a:rPr lang="en-US" sz="1000">
                <a:effectLst/>
                <a:latin typeface="Segoe UI" panose="020B0502040204020203" pitchFamily="34" charset="0"/>
                <a:ea typeface="Times New Roman" panose="02020603050405020304" pitchFamily="18" charset="0"/>
                <a:cs typeface="Times New Roman" panose="02020603050405020304" pitchFamily="18" charset="0"/>
              </a:rPr>
              <a:t>There are 2 key parts here:</a:t>
            </a:r>
          </a:p>
          <a:p>
            <a:pPr>
              <a:defRPr/>
            </a:pPr>
            <a:endParaRPr lang="en-US" sz="1000">
              <a:effectLst/>
              <a:latin typeface="Segoe UI" panose="020B0502040204020203" pitchFamily="34" charset="0"/>
              <a:ea typeface="Times New Roman" panose="02020603050405020304" pitchFamily="18" charset="0"/>
              <a:cs typeface="Times New Roman" panose="02020603050405020304" pitchFamily="18" charset="0"/>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900">
                <a:effectLst/>
                <a:latin typeface="Segoe UI" panose="020B0502040204020203" pitchFamily="34" charset="0"/>
                <a:ea typeface="Times New Roman" panose="02020603050405020304" pitchFamily="18" charset="0"/>
                <a:cs typeface="Times New Roman" panose="02020603050405020304" pitchFamily="18" charset="0"/>
              </a:rPr>
              <a:t>The first part is, </a:t>
            </a:r>
            <a:r>
              <a:rPr lang="en-US" sz="900" b="1">
                <a:effectLst/>
                <a:latin typeface="Segoe UI" panose="020B0502040204020203" pitchFamily="34" charset="0"/>
                <a:ea typeface="Times New Roman" panose="02020603050405020304" pitchFamily="18" charset="0"/>
                <a:cs typeface="Times New Roman" panose="02020603050405020304" pitchFamily="18" charset="0"/>
              </a:rPr>
              <a:t>Azure Arc enabled infrastructure </a:t>
            </a:r>
            <a:r>
              <a:rPr lang="en-US" sz="900" b="0">
                <a:effectLst/>
                <a:latin typeface="Segoe UI" panose="020B0502040204020203" pitchFamily="34" charset="0"/>
                <a:ea typeface="Times New Roman" panose="02020603050405020304" pitchFamily="18" charset="0"/>
                <a:cs typeface="Times New Roman" panose="02020603050405020304" pitchFamily="18" charset="0"/>
              </a:rPr>
              <a:t>which</a:t>
            </a:r>
            <a:r>
              <a:rPr lang="en-US" sz="900" b="1">
                <a:effectLst/>
                <a:latin typeface="Segoe UI" panose="020B0502040204020203" pitchFamily="34" charset="0"/>
                <a:ea typeface="Times New Roman" panose="02020603050405020304" pitchFamily="18" charset="0"/>
                <a:cs typeface="Times New Roman" panose="02020603050405020304" pitchFamily="18" charset="0"/>
              </a:rPr>
              <a:t> </a:t>
            </a:r>
            <a:r>
              <a:rPr lang="en-US" sz="900">
                <a:effectLst/>
                <a:latin typeface="Segoe UI" panose="020B0502040204020203" pitchFamily="34" charset="0"/>
                <a:ea typeface="Times New Roman" panose="02020603050405020304" pitchFamily="18" charset="0"/>
                <a:cs typeface="Times New Roman" panose="02020603050405020304" pitchFamily="18" charset="0"/>
              </a:rPr>
              <a:t>enables us to connect our resources, which live outside of Azure today, and operate them as if they were native Azure resources, using the same management tools and services that Azure provides.</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900">
              <a:effectLst/>
              <a:latin typeface="Segoe UI" panose="020B0502040204020203" pitchFamily="34" charset="0"/>
              <a:ea typeface="Times New Roman" panose="02020603050405020304" pitchFamily="18" charset="0"/>
              <a:cs typeface="Times New Roman" panose="02020603050405020304" pitchFamily="18" charset="0"/>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900">
                <a:effectLst/>
                <a:latin typeface="Segoe UI" panose="020B0502040204020203" pitchFamily="34" charset="0"/>
                <a:ea typeface="Times New Roman" panose="02020603050405020304" pitchFamily="18" charset="0"/>
                <a:cs typeface="Times New Roman" panose="02020603050405020304" pitchFamily="18" charset="0"/>
              </a:rPr>
              <a:t>And the second is, Azure Arc enabled services, which gives us the</a:t>
            </a:r>
            <a:r>
              <a:rPr lang="en-US" sz="900" b="1">
                <a:effectLst/>
                <a:latin typeface="Segoe UI" panose="020B0502040204020203" pitchFamily="34" charset="0"/>
                <a:ea typeface="Times New Roman" panose="02020603050405020304" pitchFamily="18" charset="0"/>
                <a:cs typeface="Times New Roman" panose="02020603050405020304" pitchFamily="18" charset="0"/>
              </a:rPr>
              <a:t> flexibility to deploy fully managed Azure services anywhere </a:t>
            </a:r>
            <a:r>
              <a:rPr lang="en-US" sz="900">
                <a:effectLst/>
                <a:latin typeface="Segoe UI" panose="020B0502040204020203" pitchFamily="34" charset="0"/>
                <a:ea typeface="Times New Roman" panose="02020603050405020304" pitchFamily="18" charset="0"/>
                <a:cs typeface="Times New Roman" panose="02020603050405020304" pitchFamily="18" charset="0"/>
              </a:rPr>
              <a:t>– be it on-premises or in other public clouds </a:t>
            </a:r>
            <a:r>
              <a:rPr lang="en-US" sz="900" kern="1200">
                <a:solidFill>
                  <a:schemeClr val="tx1"/>
                </a:solidFill>
                <a:effectLst/>
                <a:latin typeface="+mn-lt"/>
                <a:ea typeface="+mn-ea"/>
                <a:cs typeface="+mn-cs"/>
              </a:rPr>
              <a:t>so that we can take advantage of cloud benefits everywhere, such as scalability, faster deployment, and always up-to-date cloud innovation. The most awesome is that you can initiate and manage these deployments, right from the Azure Portal.</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p>
            <a:endParaRPr lang="en-US" sz="900"/>
          </a:p>
          <a:p>
            <a:r>
              <a:rPr lang="en-US"/>
              <a:t>To summarize, </a:t>
            </a:r>
            <a:r>
              <a:rPr lang="en-US" sz="900">
                <a:latin typeface="Segoe UI "/>
              </a:rPr>
              <a:t>Azure Arc is a set of technologies that unlocks new hybrid scenarios for our customers by </a:t>
            </a:r>
            <a:r>
              <a:rPr lang="en-US" sz="900" b="1" i="0">
                <a:latin typeface="Segoe UI "/>
              </a:rPr>
              <a:t>extending Azure services and management</a:t>
            </a:r>
            <a:r>
              <a:rPr lang="en-US" sz="900" i="0">
                <a:latin typeface="Segoe UI "/>
              </a:rPr>
              <a:t> </a:t>
            </a:r>
            <a:r>
              <a:rPr lang="en-US" sz="900" b="1" i="0">
                <a:latin typeface="Segoe UI "/>
              </a:rPr>
              <a:t>to any infrastructure irrespective of where the infrastructure resides, </a:t>
            </a:r>
            <a:r>
              <a:rPr lang="en-US" sz="900" i="0">
                <a:latin typeface="Segoe UI "/>
              </a:rPr>
              <a:t>so that customers can build, operate, and manage all of their resources in a </a:t>
            </a:r>
            <a:r>
              <a:rPr lang="en-US" sz="900" b="1" i="0">
                <a:latin typeface="Segoe UI "/>
              </a:rPr>
              <a:t>consistent way across their entire IT estate</a:t>
            </a:r>
            <a:r>
              <a:rPr lang="en-US" sz="900">
                <a:latin typeface="Segoe UI "/>
              </a:rPr>
              <a:t>. </a:t>
            </a:r>
            <a:endParaRPr lang="en-US"/>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7/10/2022 4:59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3675968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Now, Let us understand about the key components of Azure Arc. </a:t>
            </a:r>
          </a:p>
          <a:p>
            <a:endParaRPr lang="en-US" altLang="zh-CN"/>
          </a:p>
          <a:p>
            <a:r>
              <a:rPr lang="en-US" altLang="zh-CN"/>
              <a:t>Just to summarize, it’s the Agents which do most of the heavy lifting here and make all the magic possible.</a:t>
            </a:r>
          </a:p>
          <a:p>
            <a:endParaRPr lang="en-US" altLang="zh-CN"/>
          </a:p>
          <a:p>
            <a:r>
              <a:rPr lang="en-US" altLang="zh-CN"/>
              <a:t>For more info:</a:t>
            </a:r>
          </a:p>
          <a:p>
            <a:endParaRPr lang="en-US" altLang="zh-CN"/>
          </a:p>
          <a:p>
            <a:r>
              <a:rPr lang="en-US" altLang="zh-CN"/>
              <a:t>We need a Kubernetes cluster as the orchestrating fabric in the environment to run Azure data services.</a:t>
            </a:r>
          </a:p>
          <a:p>
            <a:endParaRPr lang="en-US" altLang="zh-CN"/>
          </a:p>
          <a:p>
            <a:r>
              <a:rPr lang="en-US" b="0" i="0">
                <a:solidFill>
                  <a:srgbClr val="2E2E33"/>
                </a:solidFill>
                <a:effectLst/>
                <a:latin typeface="Segoe UI" panose="020B0502040204020203" pitchFamily="34" charset="0"/>
              </a:rPr>
              <a:t>Azure SQL offers several different deployment and management options across IaaS and PaaS for the SQL Server engine hosted on Azure. While Azure Arc-enabled SQL Managed Instance provides the cloud Platform-as-a-Service benefits, SQL Server on Azure Arc-enabled servers provides capabilities similar to SQL Server in Azure Virtual Machines. To help your decision-making process.</a:t>
            </a:r>
          </a:p>
          <a:p>
            <a:endParaRPr lang="en-US" altLang="zh-CN" b="0" i="0">
              <a:solidFill>
                <a:srgbClr val="2E2E33"/>
              </a:solidFill>
              <a:effectLst/>
              <a:latin typeface="Segoe UI" panose="020B0502040204020203" pitchFamily="34" charset="0"/>
            </a:endParaRPr>
          </a:p>
          <a:p>
            <a:r>
              <a:rPr lang="en-US" altLang="zh-CN"/>
              <a:t>https://azure.microsoft.com/en-in/services/azure-arc/hybrid-data-services/#faq</a:t>
            </a:r>
            <a:endParaRPr lang="zh-CN" altLang="en-US"/>
          </a:p>
        </p:txBody>
      </p:sp>
      <p:sp>
        <p:nvSpPr>
          <p:cNvPr id="4" name="灯片编号占位符 3"/>
          <p:cNvSpPr>
            <a:spLocks noGrp="1"/>
          </p:cNvSpPr>
          <p:nvPr>
            <p:ph type="sldNum" sz="quarter" idx="10"/>
          </p:nvPr>
        </p:nvSpPr>
        <p:spPr/>
        <p:txBody>
          <a:bodyPr/>
          <a:lstStyle/>
          <a:p>
            <a:pPr marL="0" marR="0" lvl="0" indent="0" algn="r" defTabSz="609600" rtl="0" eaLnBrk="1" fontAlgn="auto" latinLnBrk="0" hangingPunct="1">
              <a:lnSpc>
                <a:spcPct val="100000"/>
              </a:lnSpc>
              <a:spcBef>
                <a:spcPts val="0"/>
              </a:spcBef>
              <a:spcAft>
                <a:spcPts val="0"/>
              </a:spcAft>
              <a:buClrTx/>
              <a:buSzTx/>
              <a:buFontTx/>
              <a:buNone/>
              <a:tabLst/>
              <a:defRPr/>
            </a:pPr>
            <a:fld id="{5178471F-2E82-9D43-8F51-EC51DE8ADB7D}" type="slidenum">
              <a:rPr kumimoji="1"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609600" rtl="0" eaLnBrk="1" fontAlgn="auto" latinLnBrk="0" hangingPunct="1">
                <a:lnSpc>
                  <a:spcPct val="100000"/>
                </a:lnSpc>
                <a:spcBef>
                  <a:spcPts val="0"/>
                </a:spcBef>
                <a:spcAft>
                  <a:spcPts val="0"/>
                </a:spcAft>
                <a:buClrTx/>
                <a:buSzTx/>
                <a:buFontTx/>
                <a:buNone/>
                <a:tabLst/>
                <a:defRPr/>
              </a:pPr>
              <a:t>21</a:t>
            </a:fld>
            <a:endParaRPr kumimoji="1"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8575003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 us now summarize the key benefits of Azure Arc.</a:t>
            </a:r>
          </a:p>
        </p:txBody>
      </p:sp>
      <p:sp>
        <p:nvSpPr>
          <p:cNvPr id="4" name="Slide Number Placeholder 3"/>
          <p:cNvSpPr>
            <a:spLocks noGrp="1"/>
          </p:cNvSpPr>
          <p:nvPr>
            <p:ph type="sldNum" sz="quarter" idx="5"/>
          </p:nvPr>
        </p:nvSpPr>
        <p:spPr/>
        <p:txBody>
          <a:bodyPr/>
          <a:lstStyle/>
          <a:p>
            <a:fld id="{D096FD62-1490-4BA0-93A2-99E8162C21A4}" type="slidenum">
              <a:rPr lang="en-US" smtClean="0"/>
              <a:t>22</a:t>
            </a:fld>
            <a:endParaRPr lang="en-US"/>
          </a:p>
        </p:txBody>
      </p:sp>
    </p:spTree>
    <p:extLst>
      <p:ext uri="{BB962C8B-B14F-4D97-AF65-F5344CB8AC3E}">
        <p14:creationId xmlns:p14="http://schemas.microsoft.com/office/powerpoint/2010/main" val="353318493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9" name="Title 1"/>
          <p:cNvSpPr>
            <a:spLocks noGrp="1"/>
          </p:cNvSpPr>
          <p:nvPr>
            <p:ph type="title" hasCustomPrompt="1"/>
          </p:nvPr>
        </p:nvSpPr>
        <p:spPr>
          <a:xfrm>
            <a:off x="584200" y="2979778"/>
            <a:ext cx="4572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572000"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pic>
        <p:nvPicPr>
          <p:cNvPr id="12" name="Picture 11">
            <a:extLst>
              <a:ext uri="{FF2B5EF4-FFF2-40B4-BE49-F238E27FC236}">
                <a16:creationId xmlns:a16="http://schemas.microsoft.com/office/drawing/2014/main" id="{99F328AE-26F0-42B9-988D-535B1145C96D}"/>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18495981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quare photo">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2270E26-89BA-4369-9EF4-1B9EBAA3D00B}"/>
              </a:ext>
            </a:extLst>
          </p:cNvPr>
          <p:cNvSpPr/>
          <p:nvPr userDrawn="1"/>
        </p:nvSpPr>
        <p:spPr bwMode="auto">
          <a:xfrm>
            <a:off x="5334000" y="0"/>
            <a:ext cx="6858000" cy="6858000"/>
          </a:xfrm>
          <a:prstGeom prst="rect">
            <a:avLst/>
          </a:prstGeom>
          <a:solidFill>
            <a:srgbClr val="D2D2D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a:t>
            </a:r>
          </a:p>
        </p:txBody>
      </p:sp>
      <p:pic>
        <p:nvPicPr>
          <p:cNvPr id="9" name="MS logo gray - EMF" descr="Microsoft logo, gray text version">
            <a:extLst>
              <a:ext uri="{FF2B5EF4-FFF2-40B4-BE49-F238E27FC236}">
                <a16:creationId xmlns:a16="http://schemas.microsoft.com/office/drawing/2014/main" id="{D03FE64B-525F-4B73-8C45-B4BC3BAD6A2D}"/>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pic>
        <p:nvPicPr>
          <p:cNvPr id="10" name="Picture 9">
            <a:extLst>
              <a:ext uri="{FF2B5EF4-FFF2-40B4-BE49-F238E27FC236}">
                <a16:creationId xmlns:a16="http://schemas.microsoft.com/office/drawing/2014/main" id="{95964678-FE6C-4226-A11B-8D452DA7808C}"/>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30174309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userDrawn="1">
          <p15:clr>
            <a:srgbClr val="5ACBF0"/>
          </p15:clr>
        </p15:guide>
        <p15:guide id="3" pos="3355" userDrawn="1">
          <p15:clr>
            <a:srgbClr val="FBAE40"/>
          </p15:clr>
        </p15:guide>
        <p15:guide id="5" orient="horz" pos="2160" userDrawn="1">
          <p15:clr>
            <a:srgbClr val="FBAE40"/>
          </p15:clr>
        </p15:guide>
        <p15:guide id="6" orient="horz" pos="2229" userDrawn="1">
          <p15:clr>
            <a:srgbClr val="5ACBF0"/>
          </p15:clr>
        </p15:guide>
        <p15:guide id="7" pos="2996" userDrawn="1">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quare photo 2">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a:t>
            </a:r>
          </a:p>
        </p:txBody>
      </p:sp>
      <p:sp>
        <p:nvSpPr>
          <p:cNvPr id="8" name="Rectangle 7">
            <a:extLst>
              <a:ext uri="{FF2B5EF4-FFF2-40B4-BE49-F238E27FC236}">
                <a16:creationId xmlns:a16="http://schemas.microsoft.com/office/drawing/2014/main" id="{9D026004-6E63-4034-A1B0-34BE8CEF3D76}"/>
              </a:ext>
            </a:extLst>
          </p:cNvPr>
          <p:cNvSpPr/>
          <p:nvPr userDrawn="1"/>
        </p:nvSpPr>
        <p:spPr bwMode="auto">
          <a:xfrm>
            <a:off x="5334000" y="0"/>
            <a:ext cx="6858000" cy="6858000"/>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00240D"/>
              </a:solidFill>
              <a:ea typeface="Segoe UI" pitchFamily="34" charset="0"/>
              <a:cs typeface="Segoe UI" pitchFamily="34" charset="0"/>
            </a:endParaRPr>
          </a:p>
        </p:txBody>
      </p:sp>
      <p:pic>
        <p:nvPicPr>
          <p:cNvPr id="12" name="Picture 11">
            <a:extLst>
              <a:ext uri="{FF2B5EF4-FFF2-40B4-BE49-F238E27FC236}">
                <a16:creationId xmlns:a16="http://schemas.microsoft.com/office/drawing/2014/main" id="{5FC1A9B4-AD16-4E53-919C-38204BAF9E3C}"/>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1605435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userDrawn="1">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2">
    <p:bg>
      <p:bgRef idx="1001">
        <a:schemeClr val="bg2"/>
      </p:bgRef>
    </p:bg>
    <p:spTree>
      <p:nvGrpSpPr>
        <p:cNvPr id="1" name=""/>
        <p:cNvGrpSpPr/>
        <p:nvPr/>
      </p:nvGrpSpPr>
      <p:grpSpPr>
        <a:xfrm>
          <a:off x="0" y="0"/>
          <a:ext cx="0" cy="0"/>
          <a:chOff x="0" y="0"/>
          <a:chExt cx="0" cy="0"/>
        </a:xfrm>
      </p:grpSpPr>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42812751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1337368"/>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905" userDrawn="1">
          <p15:clr>
            <a:srgbClr val="5ACBF0"/>
          </p15:clr>
        </p15:guide>
        <p15:guide id="4" orient="horz" pos="1272" userDrawn="1">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03268474"/>
      </p:ext>
    </p:extLst>
  </p:cSld>
  <p:clrMapOvr>
    <a:masterClrMapping/>
  </p:clrMapOvr>
  <p:transition>
    <p:fade/>
  </p:transition>
  <p:extLst>
    <p:ext uri="{DCECCB84-F9BA-43D5-87BE-67443E8EF086}">
      <p15:sldGuideLst xmlns:p15="http://schemas.microsoft.com/office/powerpoint/2012/main">
        <p15:guide id="2" orient="horz" pos="1272" userDrawn="1">
          <p15:clr>
            <a:srgbClr val="5ACBF0"/>
          </p15:clr>
        </p15:guide>
        <p15:guide id="3" orient="horz" pos="288" userDrawn="1">
          <p15:clr>
            <a:srgbClr val="5ACBF0"/>
          </p15:clr>
        </p15:guide>
        <p15:guide id="5" orient="horz" pos="904" userDrawn="1">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92018982"/>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1272" userDrawn="1">
          <p15:clr>
            <a:srgbClr val="5ACBF0"/>
          </p15:clr>
        </p15:guide>
        <p15:guide id="3" orient="horz" pos="904"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5278796-7B84-4D67-88CD-BF78BB06D214}"/>
              </a:ext>
            </a:extLst>
          </p:cNvPr>
          <p:cNvSpPr>
            <a:spLocks noGrp="1"/>
          </p:cNvSpPr>
          <p:nvPr>
            <p:ph type="body" sz="quarter" idx="11"/>
          </p:nvPr>
        </p:nvSpPr>
        <p:spPr>
          <a:xfrm>
            <a:off x="6389914"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79946700"/>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1276" userDrawn="1">
          <p15:clr>
            <a:srgbClr val="5ACBF0"/>
          </p15:clr>
        </p15:guide>
        <p15:guide id="3" orient="horz" pos="904" userDrawn="1">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89335521"/>
      </p:ext>
    </p:extLst>
  </p:cSld>
  <p:clrMapOvr>
    <a:masterClrMapping/>
  </p:clrMapOvr>
  <p:transition>
    <p:fade/>
  </p:transition>
  <p:extLst>
    <p:ext uri="{DCECCB84-F9BA-43D5-87BE-67443E8EF086}">
      <p15:sldGuideLst xmlns:p15="http://schemas.microsoft.com/office/powerpoint/2012/main">
        <p15:guide id="3" orient="horz" pos="900" userDrawn="1">
          <p15:clr>
            <a:srgbClr val="5ACBF0"/>
          </p15:clr>
        </p15:guide>
        <p15:guide id="4" orient="horz" pos="1276" userDrawn="1">
          <p15:clr>
            <a:srgbClr val="5ACBF0"/>
          </p15:clr>
        </p15:guide>
        <p15:guide id="5" orient="horz" pos="288"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Section title</a:t>
            </a:r>
          </a:p>
        </p:txBody>
      </p:sp>
      <p:pic>
        <p:nvPicPr>
          <p:cNvPr id="6" name="Picture 5">
            <a:extLst>
              <a:ext uri="{FF2B5EF4-FFF2-40B4-BE49-F238E27FC236}">
                <a16:creationId xmlns:a16="http://schemas.microsoft.com/office/drawing/2014/main" id="{869F059F-BD0F-4211-86F6-E960C3EC183D}"/>
              </a:ext>
            </a:extLst>
          </p:cNvPr>
          <p:cNvPicPr>
            <a:picLocks noChangeAspect="1"/>
          </p:cNvPicPr>
          <p:nvPr userDrawn="1"/>
        </p:nvPicPr>
        <p:blipFill>
          <a:blip r:embed="rId2"/>
          <a:stretch>
            <a:fillRect/>
          </a:stretch>
        </p:blipFill>
        <p:spPr>
          <a:xfrm>
            <a:off x="9344025" y="3898483"/>
            <a:ext cx="2265363" cy="2370555"/>
          </a:xfrm>
          <a:prstGeom prst="rect">
            <a:avLst/>
          </a:prstGeom>
        </p:spPr>
      </p:pic>
    </p:spTree>
    <p:extLst>
      <p:ext uri="{BB962C8B-B14F-4D97-AF65-F5344CB8AC3E}">
        <p14:creationId xmlns:p14="http://schemas.microsoft.com/office/powerpoint/2010/main" val="36503582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27" userDrawn="1">
          <p15:clr>
            <a:srgbClr val="5ACBF0"/>
          </p15:clr>
        </p15:guide>
        <p15:guide id="3" orient="horz" pos="1911" userDrawn="1">
          <p15:clr>
            <a:srgbClr val="5ACBF0"/>
          </p15:clr>
        </p15:guide>
        <p15:guide id="4" orient="horz" pos="2505" userDrawn="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427829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1556723"/>
      </p:ext>
    </p:extLst>
  </p:cSld>
  <p:clrMapOvr>
    <a:masterClrMapping/>
  </p:clrMapOvr>
  <p:transition>
    <p:fade/>
  </p:transition>
  <p:extLst>
    <p:ext uri="{DCECCB84-F9BA-43D5-87BE-67443E8EF086}">
      <p15:sldGuideLst xmlns:p15="http://schemas.microsoft.com/office/powerpoint/2012/main">
        <p15:guide id="1" orient="horz" pos="1272" userDrawn="1">
          <p15:clr>
            <a:srgbClr val="5ACBF0"/>
          </p15:clr>
        </p15:guide>
        <p15:guide id="2" orient="horz" pos="904" userDrawn="1">
          <p15:clr>
            <a:srgbClr val="5ACBF0"/>
          </p15:clr>
        </p15:guide>
        <p15:guide id="3" orient="horz" pos="288" userDrawn="1">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567534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userDrawn="1">
          <p15:clr>
            <a:srgbClr val="5ACBF0"/>
          </p15:clr>
        </p15:guide>
        <p15:guide id="2" orient="horz" pos="1272" userDrawn="1">
          <p15:clr>
            <a:srgbClr val="5ACBF0"/>
          </p15:clr>
        </p15:guide>
        <p15:guide id="3" orient="horz" pos="288" userDrawn="1">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a:t>Software code slide</a:t>
            </a:r>
          </a:p>
        </p:txBody>
      </p:sp>
      <p:sp>
        <p:nvSpPr>
          <p:cNvPr id="5" name="Text Placeholder 4">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43058790"/>
      </p:ext>
    </p:extLst>
  </p:cSld>
  <p:clrMapOvr>
    <a:masterClrMapping/>
  </p:clrMapOvr>
  <p:transition>
    <p:fade/>
  </p:transition>
  <p:extLst>
    <p:ext uri="{DCECCB84-F9BA-43D5-87BE-67443E8EF086}">
      <p15:sldGuideLst xmlns:p15="http://schemas.microsoft.com/office/powerpoint/2012/main">
        <p15:guide id="1" orient="horz" pos="1272" userDrawn="1">
          <p15:clr>
            <a:srgbClr val="5ACBF0"/>
          </p15:clr>
        </p15:guide>
        <p15:guide id="2" orient="horz" pos="905" userDrawn="1">
          <p15:clr>
            <a:srgbClr val="5ACBF0"/>
          </p15:clr>
        </p15:guide>
        <p15:guide id="3" orient="horz" pos="288" userDrawn="1">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gradFill>
                  <a:gsLst>
                    <a:gs pos="0">
                      <a:schemeClr val="tx1"/>
                    </a:gs>
                    <a:gs pos="100000">
                      <a:schemeClr val="tx1"/>
                    </a:gs>
                  </a:gsLst>
                  <a:lin ang="5400000" scaled="0"/>
                </a:gradFill>
                <a:cs typeface="Segoe UI" pitchFamily="34" charset="0"/>
              </a:rPr>
              <a:t>© Copyright Microsoft Corporation. All rights reserved. </a:t>
            </a:r>
          </a:p>
        </p:txBody>
      </p:sp>
      <p:pic>
        <p:nvPicPr>
          <p:cNvPr id="4" name="MS logo gray - EMF" descr="Microsoft logo, gray text version">
            <a:extLst>
              <a:ext uri="{FF2B5EF4-FFF2-40B4-BE49-F238E27FC236}">
                <a16:creationId xmlns:a16="http://schemas.microsoft.com/office/drawing/2014/main" id="{59104CAE-91B8-4A7E-9F8E-214C5F880932}"/>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92506913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800" strike="noStrike" spc="-49" baseline="0">
                <a:solidFill>
                  <a:schemeClr val="tx2"/>
                </a:solidFill>
              </a:defRPr>
            </a:lvl1pPr>
          </a:lstStyle>
          <a:p>
            <a:r>
              <a:rPr lang="en-US" dirty="0">
                <a:solidFill>
                  <a:schemeClr val="tx1"/>
                </a:solidFill>
              </a:rPr>
              <a:t>Microsoft Security title</a:t>
            </a:r>
            <a:endParaRPr lang="en-US" dirty="0"/>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50DC78AD-4336-4E8D-8F70-4C35FEF409C7}"/>
              </a:ext>
            </a:extLst>
          </p:cNvPr>
          <p:cNvPicPr>
            <a:picLocks noChangeAspect="1"/>
          </p:cNvPicPr>
          <p:nvPr/>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309490393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800" strike="noStrike" spc="-49" baseline="0">
                <a:solidFill>
                  <a:schemeClr val="bg1"/>
                </a:solidFill>
              </a:defRPr>
            </a:lvl1pPr>
          </a:lstStyle>
          <a:p>
            <a:r>
              <a:rPr lang="en-US" dirty="0"/>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chemeClr val="bg1"/>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solidFill>
                  <a:schemeClr val="bg1"/>
                </a:solidFill>
              </a:rPr>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0AF2B48A-0CD5-4E5D-BBFC-0FF17E42D728}"/>
              </a:ext>
            </a:extLst>
          </p:cNvPr>
          <p:cNvPicPr>
            <a:picLocks noChangeAspect="1"/>
          </p:cNvPicPr>
          <p:nvPr/>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24574013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800" strike="noStrike" spc="-49" baseline="0">
                <a:solidFill>
                  <a:srgbClr val="000000"/>
                </a:solidFill>
              </a:defRPr>
            </a:lvl1pPr>
          </a:lstStyle>
          <a:p>
            <a:r>
              <a:rPr lang="en-US" dirty="0"/>
              <a:t>Azure presentation</a:t>
            </a:r>
            <a:br>
              <a:rPr lang="en-US" dirty="0"/>
            </a:br>
            <a:r>
              <a:rPr lang="en-US" dirty="0"/>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p:nvSpPr>
        <p:spPr>
          <a:xfrm>
            <a:off x="442466"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r>
              <a:rPr lang="en-US" dirty="0"/>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DA65376C-9C1C-452A-9C27-75EE7927ABA8}"/>
              </a:ext>
            </a:extLst>
          </p:cNvPr>
          <p:cNvPicPr>
            <a:picLocks noChangeAspect="1"/>
          </p:cNvPicPr>
          <p:nvPr/>
        </p:nvPicPr>
        <p:blipFill>
          <a:blip r:embed="rId2"/>
          <a:stretch>
            <a:fillRect/>
          </a:stretch>
        </p:blipFill>
        <p:spPr>
          <a:xfrm>
            <a:off x="136885" y="159691"/>
            <a:ext cx="2635247" cy="871753"/>
          </a:xfrm>
          <a:prstGeom prst="rect">
            <a:avLst/>
          </a:prstGeom>
        </p:spPr>
      </p:pic>
      <p:pic>
        <p:nvPicPr>
          <p:cNvPr id="4" name="Picture 3">
            <a:extLst>
              <a:ext uri="{FF2B5EF4-FFF2-40B4-BE49-F238E27FC236}">
                <a16:creationId xmlns:a16="http://schemas.microsoft.com/office/drawing/2014/main" id="{C4B6689F-D3DF-4DE9-BFA0-0A8E724877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7617" y="0"/>
            <a:ext cx="5973790" cy="6858000"/>
          </a:xfrm>
          <a:prstGeom prst="rect">
            <a:avLst/>
          </a:prstGeom>
        </p:spPr>
      </p:pic>
    </p:spTree>
    <p:extLst>
      <p:ext uri="{BB962C8B-B14F-4D97-AF65-F5344CB8AC3E}">
        <p14:creationId xmlns:p14="http://schemas.microsoft.com/office/powerpoint/2010/main" val="3025900548"/>
      </p:ext>
    </p:extLst>
  </p:cSld>
  <p:clrMapOvr>
    <a:masterClrMapping/>
  </p:clrMapOvr>
  <p:transition>
    <p:fade/>
  </p:transition>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800" strike="noStrike" spc="-49" baseline="0">
                <a:solidFill>
                  <a:schemeClr val="tx1"/>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p:nvSpPr>
        <p:spPr bwMode="auto">
          <a:xfrm>
            <a:off x="6383137" y="589416"/>
            <a:ext cx="5671978" cy="5679168"/>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4" name="Picture 3" descr="A picture containing drawing&#10;&#10;Description automatically generated">
            <a:extLst>
              <a:ext uri="{FF2B5EF4-FFF2-40B4-BE49-F238E27FC236}">
                <a16:creationId xmlns:a16="http://schemas.microsoft.com/office/drawing/2014/main" id="{57D6331F-1A15-46AA-A57A-300CC97487E4}"/>
              </a:ext>
            </a:extLst>
          </p:cNvPr>
          <p:cNvPicPr>
            <a:picLocks noChangeAspect="1"/>
          </p:cNvPicPr>
          <p:nvPr/>
        </p:nvPicPr>
        <p:blipFill>
          <a:blip r:embed="rId2"/>
          <a:stretch>
            <a:fillRect/>
          </a:stretch>
        </p:blipFill>
        <p:spPr>
          <a:xfrm>
            <a:off x="136885" y="159691"/>
            <a:ext cx="2635247" cy="871753"/>
          </a:xfrm>
          <a:prstGeom prst="rect">
            <a:avLst/>
          </a:prstGeom>
        </p:spPr>
      </p:pic>
      <p:grpSp>
        <p:nvGrpSpPr>
          <p:cNvPr id="37" name="Group 36">
            <a:extLst>
              <a:ext uri="{FF2B5EF4-FFF2-40B4-BE49-F238E27FC236}">
                <a16:creationId xmlns:a16="http://schemas.microsoft.com/office/drawing/2014/main" id="{695F69F3-6C65-4C67-BE9F-99EE13ECA942}"/>
              </a:ext>
            </a:extLst>
          </p:cNvPr>
          <p:cNvGrpSpPr/>
          <p:nvPr/>
        </p:nvGrpSpPr>
        <p:grpSpPr>
          <a:xfrm>
            <a:off x="6600946" y="859776"/>
            <a:ext cx="5148588" cy="5138447"/>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2488817992"/>
      </p:ext>
    </p:extLst>
  </p:cSld>
  <p:clrMapOvr>
    <a:masterClrMapping/>
  </p:clrMapOvr>
  <p:transition>
    <p:fade/>
  </p:transition>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800" strike="noStrike" spc="-49" baseline="0">
                <a:solidFill>
                  <a:schemeClr val="tx1"/>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pic>
        <p:nvPicPr>
          <p:cNvPr id="4" name="Picture 3" descr="A picture containing drawing&#10;&#10;Description automatically generated">
            <a:extLst>
              <a:ext uri="{FF2B5EF4-FFF2-40B4-BE49-F238E27FC236}">
                <a16:creationId xmlns:a16="http://schemas.microsoft.com/office/drawing/2014/main" id="{57D6331F-1A15-46AA-A57A-300CC97487E4}"/>
              </a:ext>
            </a:extLst>
          </p:cNvPr>
          <p:cNvPicPr>
            <a:picLocks noChangeAspect="1"/>
          </p:cNvPicPr>
          <p:nvPr/>
        </p:nvPicPr>
        <p:blipFill>
          <a:blip r:embed="rId2"/>
          <a:stretch>
            <a:fillRect/>
          </a:stretch>
        </p:blipFill>
        <p:spPr>
          <a:xfrm>
            <a:off x="136885" y="159691"/>
            <a:ext cx="2635247" cy="871753"/>
          </a:xfrm>
          <a:prstGeom prst="rect">
            <a:avLst/>
          </a:prstGeom>
        </p:spPr>
      </p:pic>
      <p:sp>
        <p:nvSpPr>
          <p:cNvPr id="72" name="Rectangle 71">
            <a:extLst>
              <a:ext uri="{FF2B5EF4-FFF2-40B4-BE49-F238E27FC236}">
                <a16:creationId xmlns:a16="http://schemas.microsoft.com/office/drawing/2014/main" id="{5E3B1CB1-53A4-41B0-A2BE-8C0CF51F9838}"/>
              </a:ext>
            </a:extLst>
          </p:cNvPr>
          <p:cNvSpPr/>
          <p:nvPr/>
        </p:nvSpPr>
        <p:spPr bwMode="auto">
          <a:xfrm>
            <a:off x="6229842" y="0"/>
            <a:ext cx="5962158"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6111901" y="0"/>
            <a:ext cx="6080099" cy="6858000"/>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a:p>
          </p:txBody>
        </p:sp>
      </p:grpSp>
    </p:spTree>
    <p:extLst>
      <p:ext uri="{BB962C8B-B14F-4D97-AF65-F5344CB8AC3E}">
        <p14:creationId xmlns:p14="http://schemas.microsoft.com/office/powerpoint/2010/main" val="1835885521"/>
      </p:ext>
    </p:extLst>
  </p:cSld>
  <p:clrMapOvr>
    <a:masterClrMapping/>
  </p:clrMapOvr>
  <p:transition>
    <p:fade/>
  </p:transition>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34234982"/>
      </p:ext>
    </p:extLst>
  </p:cSld>
  <p:clrMapOvr>
    <a:masterClrMapping/>
  </p:clrMapOvr>
  <p:transition>
    <p:fade/>
  </p:transition>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18643" y="440494"/>
            <a:ext cx="11341268" cy="64284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32089" y="1083334"/>
            <a:ext cx="11341268" cy="400110"/>
          </a:xfrm>
        </p:spPr>
        <p:txBody>
          <a:bodyPr tIns="45720" rIns="0" bIns="45720"/>
          <a:lstStyle>
            <a:lvl1pPr>
              <a:defRPr sz="2000">
                <a:solidFill>
                  <a:schemeClr val="tx1"/>
                </a:solidFill>
              </a:defRPr>
            </a:lvl1pPr>
          </a:lstStyle>
          <a:p>
            <a:r>
              <a:rPr lang="en-US"/>
              <a:t>Subheading Segoe UI </a:t>
            </a:r>
            <a:r>
              <a:rPr lang="en-US" err="1"/>
              <a:t>Semibold</a:t>
            </a:r>
            <a:r>
              <a:rPr lang="en-US"/>
              <a:t> 20 </a:t>
            </a:r>
            <a:r>
              <a:rPr lang="en-US" err="1"/>
              <a:t>pt</a:t>
            </a:r>
            <a:endParaRPr lang="en-US"/>
          </a:p>
        </p:txBody>
      </p:sp>
      <p:sp>
        <p:nvSpPr>
          <p:cNvPr id="2" name="Footer Placeholder 1">
            <a:extLst>
              <a:ext uri="{FF2B5EF4-FFF2-40B4-BE49-F238E27FC236}">
                <a16:creationId xmlns:a16="http://schemas.microsoft.com/office/drawing/2014/main" id="{64899B17-8D01-4107-A0A6-0451351ABAED}"/>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229773480"/>
      </p:ext>
    </p:extLst>
  </p:cSld>
  <p:clrMapOvr>
    <a:masterClrMapping/>
  </p:clrMapOvr>
  <p:transition>
    <p:fade/>
  </p:transition>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0" y="1456897"/>
            <a:ext cx="11340811" cy="2544286"/>
          </a:xfrm>
        </p:spPr>
        <p:txBody>
          <a:bodyPr/>
          <a:lstStyle>
            <a:lvl1pPr>
              <a:spcBef>
                <a:spcPts val="392"/>
              </a:spcBef>
              <a:spcAft>
                <a:spcPts val="588"/>
              </a:spcAft>
              <a:defRPr sz="2400" b="0">
                <a:latin typeface="+mn-lt"/>
              </a:defRPr>
            </a:lvl1pPr>
            <a:lvl2pPr>
              <a:spcBef>
                <a:spcPts val="392"/>
              </a:spcBef>
              <a:spcAft>
                <a:spcPts val="588"/>
              </a:spcAft>
              <a:defRPr sz="2400" b="0">
                <a:latin typeface="+mn-lt"/>
              </a:defRPr>
            </a:lvl2pPr>
            <a:lvl3pPr>
              <a:spcBef>
                <a:spcPts val="392"/>
              </a:spcBef>
              <a:spcAft>
                <a:spcPts val="588"/>
              </a:spcAft>
              <a:defRPr sz="2400" b="0">
                <a:latin typeface="+mn-lt"/>
              </a:defRPr>
            </a:lvl3pPr>
            <a:lvl4pPr>
              <a:spcBef>
                <a:spcPts val="392"/>
              </a:spcBef>
              <a:spcAft>
                <a:spcPts val="588"/>
              </a:spcAft>
              <a:defRPr sz="2400" b="0">
                <a:latin typeface="+mn-lt"/>
              </a:defRPr>
            </a:lvl4pPr>
            <a:lvl5pPr>
              <a:spcBef>
                <a:spcPts val="392"/>
              </a:spcBef>
              <a:spcAft>
                <a:spcPts val="588"/>
              </a:spcAft>
              <a:defRPr sz="2400" b="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F415B60E-29D3-45EF-9FD0-D9924E0B78BB}"/>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529894728"/>
      </p:ext>
    </p:extLst>
  </p:cSld>
  <p:clrMapOvr>
    <a:masterClrMapping/>
  </p:clrMapOvr>
  <p:transition>
    <p:fade/>
  </p:transition>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0" y="1456897"/>
            <a:ext cx="11340811" cy="2051844"/>
          </a:xfrm>
        </p:spPr>
        <p:txBody>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p:nvSpPr>
        <p:spPr bwMode="auto">
          <a:xfrm>
            <a:off x="0" y="5670550"/>
            <a:ext cx="12192000" cy="746955"/>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418643" y="5797806"/>
            <a:ext cx="11341268" cy="492443"/>
          </a:xfrm>
        </p:spPr>
        <p:txBody>
          <a:bodyPr anchor="ctr"/>
          <a:lstStyle>
            <a:lvl1pPr>
              <a:defRPr sz="2000"/>
            </a:lvl1pPr>
          </a:lstStyle>
          <a:p>
            <a:pPr lvl="0"/>
            <a:r>
              <a:rPr lang="en-US"/>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128991395"/>
      </p:ext>
    </p:extLst>
  </p:cSld>
  <p:clrMapOvr>
    <a:masterClrMapping/>
  </p:clrMapOvr>
  <p:transition>
    <p:fade/>
  </p:transition>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41468" y="1456896"/>
            <a:ext cx="5543785" cy="3762803"/>
          </a:xfrm>
          <a:solidFill>
            <a:schemeClr val="bg1">
              <a:lumMod val="95000"/>
            </a:schemeClr>
          </a:solidFill>
        </p:spPr>
        <p:txBody>
          <a:bodyPr lIns="137160">
            <a:noAutofit/>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6229350" y="1456896"/>
            <a:ext cx="5543550" cy="3762803"/>
          </a:xfrm>
          <a:solidFill>
            <a:schemeClr val="bg1">
              <a:lumMod val="95000"/>
            </a:schemeClr>
          </a:solidFill>
        </p:spPr>
        <p:txBody>
          <a:bodyPr lIns="137160">
            <a:noAutofit/>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1EECB910-8937-4CC4-AEC5-2DD554C2D63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836196867"/>
      </p:ext>
    </p:extLst>
  </p:cSld>
  <p:clrMapOvr>
    <a:masterClrMapping/>
  </p:clrMapOvr>
  <p:transition>
    <p:fade/>
  </p:transition>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3" y="1456897"/>
            <a:ext cx="5394960" cy="2544286"/>
          </a:xfrm>
        </p:spPr>
        <p:txBody>
          <a:bodyPr/>
          <a:lstStyle>
            <a:lvl1pPr>
              <a:spcBef>
                <a:spcPts val="392"/>
              </a:spcBef>
              <a:spcAft>
                <a:spcPts val="588"/>
              </a:spcAft>
              <a:defRPr sz="2400" b="0">
                <a:latin typeface="+mn-lt"/>
              </a:defRPr>
            </a:lvl1pPr>
            <a:lvl2pPr marL="336145" indent="-224097">
              <a:spcBef>
                <a:spcPts val="392"/>
              </a:spcBef>
              <a:spcAft>
                <a:spcPts val="588"/>
              </a:spcAft>
              <a:buFont typeface="Arial" panose="020B0604020202020204" pitchFamily="34" charset="0"/>
              <a:buChar char="•"/>
              <a:defRPr sz="2400" b="0">
                <a:solidFill>
                  <a:schemeClr val="tx1"/>
                </a:solidFill>
                <a:latin typeface="+mn-lt"/>
              </a:defRPr>
            </a:lvl2pPr>
            <a:lvl3pPr marL="280121" indent="-280121">
              <a:spcBef>
                <a:spcPts val="392"/>
              </a:spcBef>
              <a:spcAft>
                <a:spcPts val="588"/>
              </a:spcAft>
              <a:buFont typeface="Arial" panose="020B0604020202020204" pitchFamily="34" charset="0"/>
              <a:buChar char="•"/>
              <a:defRPr sz="2400" b="0">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sz="2400" b="0">
                <a:solidFill>
                  <a:schemeClr val="tx1"/>
                </a:solidFill>
                <a:latin typeface="+mn-lt"/>
              </a:defRPr>
            </a:lvl4pPr>
            <a:lvl5pPr marL="168072" indent="-168072">
              <a:spcBef>
                <a:spcPts val="392"/>
              </a:spcBef>
              <a:spcAft>
                <a:spcPts val="588"/>
              </a:spcAft>
              <a:buFont typeface="Arial" panose="020B0604020202020204" pitchFamily="34" charset="0"/>
              <a:buChar char="•"/>
              <a:defRPr sz="2400" b="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6089277" y="1611250"/>
            <a:ext cx="0" cy="225458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364951" y="1456897"/>
            <a:ext cx="5394960" cy="2487861"/>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7516BD94-AE1C-455F-8D7D-7082BB27F029}"/>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455308235"/>
      </p:ext>
    </p:extLst>
  </p:cSld>
  <p:clrMapOvr>
    <a:masterClrMapping/>
  </p:clrMapOvr>
  <p:transition>
    <p:fade/>
  </p:transition>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2" y="1456897"/>
            <a:ext cx="5394960" cy="4734629"/>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6089276" y="1611250"/>
            <a:ext cx="0" cy="4563213"/>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364951" y="1456897"/>
            <a:ext cx="5394960" cy="4734629"/>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87A06669-B2CF-43F2-99B5-001A005A3AA1}"/>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930327420"/>
      </p:ext>
    </p:extLst>
  </p:cSld>
  <p:clrMapOvr>
    <a:masterClrMapping/>
  </p:clrMapOvr>
  <p:transition>
    <p:fade/>
  </p:transition>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41468" y="1456896"/>
            <a:ext cx="5543785" cy="4194604"/>
          </a:xfrm>
          <a:solidFill>
            <a:schemeClr val="bg1">
              <a:lumMod val="95000"/>
            </a:schemeClr>
          </a:solidFill>
        </p:spPr>
        <p:txBody>
          <a:bodyPr lIns="137160" rIns="137160"/>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229350" y="1456896"/>
            <a:ext cx="5531577" cy="4194604"/>
          </a:xfrm>
          <a:solidFill>
            <a:schemeClr val="bg1">
              <a:lumMod val="95000"/>
            </a:schemeClr>
          </a:solidFill>
        </p:spPr>
        <p:txBody>
          <a:bodyPr lIns="137160" rIns="137160"/>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90959540"/>
      </p:ext>
    </p:extLst>
  </p:cSld>
  <p:clrMapOvr>
    <a:masterClrMapping/>
  </p:clrMapOvr>
  <p:transition>
    <p:fade/>
  </p:transition>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dirty="0"/>
              <a:t>Agenda</a:t>
            </a:r>
            <a:br>
              <a:rPr lang="en-US" dirty="0"/>
            </a:br>
            <a:r>
              <a:rPr lang="en-US" dirty="0"/>
              <a:t>3 rows</a:t>
            </a:r>
          </a:p>
        </p:txBody>
      </p:sp>
      <p:sp>
        <p:nvSpPr>
          <p:cNvPr id="5" name="Text Placeholder 4"/>
          <p:cNvSpPr>
            <a:spLocks noGrp="1"/>
          </p:cNvSpPr>
          <p:nvPr>
            <p:ph type="body" sz="quarter" idx="11" hasCustomPrompt="1"/>
          </p:nvPr>
        </p:nvSpPr>
        <p:spPr>
          <a:xfrm>
            <a:off x="4078288" y="1358901"/>
            <a:ext cx="7695070" cy="1224434"/>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816784"/>
            <a:ext cx="7695070" cy="1224434"/>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4078288" y="4274667"/>
            <a:ext cx="7695070" cy="1224434"/>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544667210"/>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dirty="0"/>
              <a:t>Agenda</a:t>
            </a:r>
            <a:br>
              <a:rPr lang="en-US" dirty="0"/>
            </a:br>
            <a:r>
              <a:rPr lang="en-US" dirty="0"/>
              <a:t>4 rows</a:t>
            </a:r>
          </a:p>
        </p:txBody>
      </p:sp>
      <p:sp>
        <p:nvSpPr>
          <p:cNvPr id="5" name="Text Placeholder 4"/>
          <p:cNvSpPr>
            <a:spLocks noGrp="1"/>
          </p:cNvSpPr>
          <p:nvPr>
            <p:ph type="body" sz="quarter" idx="11" hasCustomPrompt="1"/>
          </p:nvPr>
        </p:nvSpPr>
        <p:spPr>
          <a:xfrm>
            <a:off x="4078288" y="985704"/>
            <a:ext cx="7695070"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339411"/>
            <a:ext cx="7695070"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3693118"/>
            <a:ext cx="7695070"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5046824"/>
            <a:ext cx="7695070"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457300503"/>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dirty="0"/>
              <a:t>Agenda</a:t>
            </a:r>
            <a:br>
              <a:rPr lang="en-US" dirty="0"/>
            </a:br>
            <a:r>
              <a:rPr lang="en-US" dirty="0"/>
              <a:t>6 rows</a:t>
            </a:r>
          </a:p>
        </p:txBody>
      </p:sp>
      <p:sp>
        <p:nvSpPr>
          <p:cNvPr id="5" name="Text Placeholder 4"/>
          <p:cNvSpPr>
            <a:spLocks noGrp="1"/>
          </p:cNvSpPr>
          <p:nvPr>
            <p:ph type="body" sz="quarter" idx="11" hasCustomPrompt="1"/>
          </p:nvPr>
        </p:nvSpPr>
        <p:spPr>
          <a:xfrm>
            <a:off x="4078288" y="691125"/>
            <a:ext cx="7695070" cy="822645"/>
          </a:xfrm>
        </p:spPr>
        <p:txBody>
          <a:bodyPr vert="horz" wrap="square" lIns="0" tIns="0" rIns="0" bIns="0" rtlCol="0" anchor="ctr">
            <a:noAutofit/>
          </a:bodyPr>
          <a:lstStyle>
            <a:lvl2pPr>
              <a:defRPr lang="en-US" sz="1800" b="0" dirty="0"/>
            </a:lvl2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1619933"/>
            <a:ext cx="7695070" cy="822645"/>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2548741"/>
            <a:ext cx="7695070" cy="822645"/>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4078288" y="3477549"/>
            <a:ext cx="7695070" cy="822645"/>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4406357"/>
            <a:ext cx="7695070" cy="822645"/>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5335167"/>
            <a:ext cx="7695070" cy="822645"/>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208226477"/>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dirty="0"/>
              <a:t>Agenda</a:t>
            </a:r>
            <a:br>
              <a:rPr lang="en-US" dirty="0"/>
            </a:br>
            <a:r>
              <a:rPr lang="en-US" dirty="0"/>
              <a:t>8 rows</a:t>
            </a:r>
          </a:p>
        </p:txBody>
      </p:sp>
      <p:sp>
        <p:nvSpPr>
          <p:cNvPr id="5" name="Text Placeholder 4"/>
          <p:cNvSpPr>
            <a:spLocks noGrp="1"/>
          </p:cNvSpPr>
          <p:nvPr>
            <p:ph type="body" sz="quarter" idx="11" hasCustomPrompt="1"/>
          </p:nvPr>
        </p:nvSpPr>
        <p:spPr>
          <a:xfrm>
            <a:off x="4078288" y="466348"/>
            <a:ext cx="7695069" cy="675889"/>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4" name="Text Placeholder 4"/>
          <p:cNvSpPr>
            <a:spLocks noGrp="1"/>
          </p:cNvSpPr>
          <p:nvPr>
            <p:ph type="body" sz="quarter" idx="15" hasCustomPrompt="1"/>
          </p:nvPr>
        </p:nvSpPr>
        <p:spPr>
          <a:xfrm>
            <a:off x="4078288" y="1216264"/>
            <a:ext cx="7695069" cy="675889"/>
          </a:xfrm>
        </p:spPr>
        <p:txBody>
          <a:bodyPr vert="horz" wrap="square" lIns="0" tIns="0" rIns="0" bIns="0" rtlCol="0" anchor="ctr">
            <a:noAutofit/>
          </a:bodyPr>
          <a:lstStyle>
            <a:lvl2pPr>
              <a:defRPr lang="en-US" sz="1600" b="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6" name="Text Placeholder 4"/>
          <p:cNvSpPr>
            <a:spLocks noGrp="1"/>
          </p:cNvSpPr>
          <p:nvPr>
            <p:ph type="body" sz="quarter" idx="17" hasCustomPrompt="1"/>
          </p:nvPr>
        </p:nvSpPr>
        <p:spPr>
          <a:xfrm>
            <a:off x="4078288" y="1966180"/>
            <a:ext cx="7695069" cy="675889"/>
          </a:xfrm>
        </p:spPr>
        <p:txBody>
          <a:bodyPr vert="horz" wrap="square" lIns="0" tIns="0" rIns="0" bIns="0" rtlCol="0" anchor="ctr">
            <a:noAutofit/>
          </a:bodyPr>
          <a:lstStyle>
            <a:lvl2pPr>
              <a:defRPr lang="en-US" sz="1600" b="0" dirty="0" smtClean="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8" name="Text Placeholder 4"/>
          <p:cNvSpPr>
            <a:spLocks noGrp="1"/>
          </p:cNvSpPr>
          <p:nvPr>
            <p:ph type="body" sz="quarter" idx="19" hasCustomPrompt="1"/>
          </p:nvPr>
        </p:nvSpPr>
        <p:spPr>
          <a:xfrm>
            <a:off x="4078288" y="2716096"/>
            <a:ext cx="7695069" cy="675889"/>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20" name="Text Placeholder 4"/>
          <p:cNvSpPr>
            <a:spLocks noGrp="1"/>
          </p:cNvSpPr>
          <p:nvPr>
            <p:ph type="body" sz="quarter" idx="21" hasCustomPrompt="1"/>
          </p:nvPr>
        </p:nvSpPr>
        <p:spPr>
          <a:xfrm>
            <a:off x="4078288" y="3466012"/>
            <a:ext cx="7695069" cy="675889"/>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4215928"/>
            <a:ext cx="7695069"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4078288" y="4965844"/>
            <a:ext cx="7695069"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4078288" y="5715763"/>
            <a:ext cx="7695069"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362065997"/>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378075"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rIns="0" anchor="ctr"/>
          <a:lstStyle>
            <a:lvl1pPr>
              <a:defRPr>
                <a:solidFill>
                  <a:schemeClr val="bg1"/>
                </a:solidFill>
              </a:defRPr>
            </a:lvl1pPr>
          </a:lstStyle>
          <a:p>
            <a:r>
              <a:rPr lang="en-US" dirty="0"/>
              <a:t>Agenda</a:t>
            </a:r>
            <a:br>
              <a:rPr lang="en-US" dirty="0"/>
            </a:br>
            <a:r>
              <a:rPr lang="en-US" dirty="0"/>
              <a:t>8 rows</a:t>
            </a:r>
          </a:p>
        </p:txBody>
      </p:sp>
      <p:sp>
        <p:nvSpPr>
          <p:cNvPr id="5" name="Text Placeholder 4"/>
          <p:cNvSpPr>
            <a:spLocks noGrp="1"/>
          </p:cNvSpPr>
          <p:nvPr>
            <p:ph type="body" sz="quarter" idx="11" hasCustomPrompt="1"/>
          </p:nvPr>
        </p:nvSpPr>
        <p:spPr>
          <a:xfrm>
            <a:off x="3619500" y="466348"/>
            <a:ext cx="3330574"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14" name="Text Placeholder 4"/>
          <p:cNvSpPr>
            <a:spLocks noGrp="1"/>
          </p:cNvSpPr>
          <p:nvPr>
            <p:ph type="body" sz="quarter" idx="15" hasCustomPrompt="1"/>
          </p:nvPr>
        </p:nvSpPr>
        <p:spPr>
          <a:xfrm>
            <a:off x="3619500" y="1308612"/>
            <a:ext cx="3330574" cy="675889"/>
          </a:xfrm>
        </p:spPr>
        <p:txBody>
          <a:bodyPr vert="horz" wrap="square" lIns="0" tIns="0" rIns="0" bIns="0" rtlCol="0" anchor="ctr">
            <a:noAutofit/>
          </a:bodyPr>
          <a:lstStyle>
            <a:lvl2pPr>
              <a:defRPr lang="en-US" sz="1400" b="0"/>
            </a:lvl2pPr>
          </a:lstStyle>
          <a:p>
            <a:pPr lvl="1">
              <a:buFont typeface="Arial" panose="020B0604020202020204" pitchFamily="34" charset="0"/>
            </a:pPr>
            <a:r>
              <a:rPr lang="en-US" dirty="0"/>
              <a:t>Body copy Segoe UI Regular 14/18. The quick brown fox jumps over the lazy dog. </a:t>
            </a:r>
          </a:p>
        </p:txBody>
      </p:sp>
      <p:sp>
        <p:nvSpPr>
          <p:cNvPr id="16" name="Text Placeholder 4"/>
          <p:cNvSpPr>
            <a:spLocks noGrp="1"/>
          </p:cNvSpPr>
          <p:nvPr>
            <p:ph type="body" sz="quarter" idx="17" hasCustomPrompt="1"/>
          </p:nvPr>
        </p:nvSpPr>
        <p:spPr>
          <a:xfrm>
            <a:off x="3619500" y="2150876"/>
            <a:ext cx="3330574" cy="675889"/>
          </a:xfr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dirty="0"/>
              <a:t>Body copy Segoe UI Regular 14/18. The quick brown fox jumps over the lazy dog. </a:t>
            </a:r>
          </a:p>
        </p:txBody>
      </p:sp>
      <p:sp>
        <p:nvSpPr>
          <p:cNvPr id="18" name="Text Placeholder 4"/>
          <p:cNvSpPr>
            <a:spLocks noGrp="1"/>
          </p:cNvSpPr>
          <p:nvPr>
            <p:ph type="body" sz="quarter" idx="19" hasCustomPrompt="1"/>
          </p:nvPr>
        </p:nvSpPr>
        <p:spPr>
          <a:xfrm>
            <a:off x="3619500" y="2993140"/>
            <a:ext cx="3330574"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20" name="Text Placeholder 4"/>
          <p:cNvSpPr>
            <a:spLocks noGrp="1"/>
          </p:cNvSpPr>
          <p:nvPr>
            <p:ph type="body" sz="quarter" idx="21" hasCustomPrompt="1"/>
          </p:nvPr>
        </p:nvSpPr>
        <p:spPr>
          <a:xfrm>
            <a:off x="3619500" y="3835404"/>
            <a:ext cx="3330574"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619500" y="4677668"/>
            <a:ext cx="3330574"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619500" y="5519930"/>
            <a:ext cx="3330574"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8331200" y="466348"/>
            <a:ext cx="3442157"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8331200" y="1308612"/>
            <a:ext cx="3442157" cy="675889"/>
          </a:xfrm>
        </p:spPr>
        <p:txBody>
          <a:bodyPr vert="horz" wrap="square" lIns="0" tIns="0" rIns="0" bIns="0" rtlCol="0" anchor="ctr">
            <a:noAutofit/>
          </a:bodyPr>
          <a:lstStyle>
            <a:lvl2pPr>
              <a:defRPr lang="en-US" sz="1400" b="0"/>
            </a:lvl2pPr>
          </a:lstStyle>
          <a:p>
            <a:pPr lvl="1">
              <a:buFont typeface="Arial" panose="020B0604020202020204" pitchFamily="34" charset="0"/>
            </a:pPr>
            <a:r>
              <a:rPr lang="en-US" dirty="0"/>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8331200" y="2150876"/>
            <a:ext cx="3442157" cy="675889"/>
          </a:xfr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dirty="0"/>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8331200" y="2993140"/>
            <a:ext cx="3442157"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8331200" y="3835404"/>
            <a:ext cx="3442157"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8331200" y="4677668"/>
            <a:ext cx="3442157"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8331200" y="5519930"/>
            <a:ext cx="3442157"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p>
        </p:txBody>
      </p:sp>
      <p:sp>
        <p:nvSpPr>
          <p:cNvPr id="4" name="Footer Placeholder 1">
            <a:extLst>
              <a:ext uri="{FF2B5EF4-FFF2-40B4-BE49-F238E27FC236}">
                <a16:creationId xmlns:a16="http://schemas.microsoft.com/office/drawing/2014/main" id="{9F52899F-4DD5-4919-A5F9-0A5E692D4537}"/>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48266786"/>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dirty="0"/>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p:nvSpPr>
        <p:spPr bwMode="auto">
          <a:xfrm>
            <a:off x="468134" y="1456896"/>
            <a:ext cx="3603442" cy="3100576"/>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592758" y="1564130"/>
            <a:ext cx="3354191" cy="2886109"/>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5" name="Text Placeholder 4"/>
          <p:cNvSpPr>
            <a:spLocks noGrp="1"/>
          </p:cNvSpPr>
          <p:nvPr>
            <p:ph type="body" sz="quarter" idx="11" hasCustomPrompt="1"/>
          </p:nvPr>
        </p:nvSpPr>
        <p:spPr>
          <a:xfrm>
            <a:off x="418643" y="4708215"/>
            <a:ext cx="3652931" cy="584775"/>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418643" y="5014828"/>
            <a:ext cx="3652931" cy="954107"/>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p:nvSpPr>
        <p:spPr bwMode="auto">
          <a:xfrm>
            <a:off x="4308909" y="1456896"/>
            <a:ext cx="3603442" cy="3100576"/>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4433534" y="1564130"/>
            <a:ext cx="3354191" cy="2886109"/>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4293969" y="4708215"/>
            <a:ext cx="3618381" cy="584775"/>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4293969" y="5014828"/>
            <a:ext cx="3618381" cy="954107"/>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p:nvSpPr>
        <p:spPr bwMode="auto">
          <a:xfrm>
            <a:off x="8159021" y="1456896"/>
            <a:ext cx="3603442" cy="3100576"/>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8283647" y="1564130"/>
            <a:ext cx="3354191" cy="2886109"/>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10" name="Text Placeholder 4"/>
          <p:cNvSpPr>
            <a:spLocks noGrp="1"/>
          </p:cNvSpPr>
          <p:nvPr>
            <p:ph type="body" sz="quarter" idx="13" hasCustomPrompt="1"/>
          </p:nvPr>
        </p:nvSpPr>
        <p:spPr>
          <a:xfrm>
            <a:off x="8144083" y="4708215"/>
            <a:ext cx="3618381" cy="584775"/>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8144083" y="5014828"/>
            <a:ext cx="3618381" cy="954107"/>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D26B0962-7685-4EBF-B99E-792210E7163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652753650"/>
      </p:ext>
    </p:extLst>
  </p:cSld>
  <p:clrMapOvr>
    <a:masterClrMapping/>
  </p:clrMapOvr>
  <p:transition>
    <p:fade/>
  </p:transition>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p:nvSpPr>
        <p:spPr bwMode="auto">
          <a:xfrm>
            <a:off x="1" y="2526646"/>
            <a:ext cx="9697686" cy="178404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418644" y="2526646"/>
            <a:ext cx="9189910" cy="1784048"/>
          </a:xfrm>
          <a:prstGeom prst="rect">
            <a:avLst/>
          </a:prstGeom>
          <a:noFill/>
        </p:spPr>
        <p:txBody>
          <a:bodyPr vert="horz" wrap="square" lIns="0" tIns="0" rIns="0" bIns="0" rtlCol="0" anchor="ctr" anchorCtr="0">
            <a:noAutofit/>
          </a:bodyPr>
          <a:lstStyle>
            <a:lvl1pPr>
              <a:defRPr lang="en-US" sz="3600" spc="-49" baseline="0" dirty="0">
                <a:solidFill>
                  <a:schemeClr val="bg1"/>
                </a:solidFill>
              </a:defRPr>
            </a:lvl1pPr>
          </a:lstStyle>
          <a:p>
            <a:pPr marL="0" lvl="0">
              <a:lnSpc>
                <a:spcPts val="5490"/>
              </a:lnSpc>
            </a:pPr>
            <a:r>
              <a:rPr lang="en-US" dirty="0"/>
              <a:t>Section title</a:t>
            </a:r>
          </a:p>
        </p:txBody>
      </p:sp>
      <p:sp>
        <p:nvSpPr>
          <p:cNvPr id="6" name="Rectangle 5">
            <a:extLst>
              <a:ext uri="{FF2B5EF4-FFF2-40B4-BE49-F238E27FC236}">
                <a16:creationId xmlns:a16="http://schemas.microsoft.com/office/drawing/2014/main" id="{E7A7DCD7-2A9A-4303-B73A-A8AA23BAF4B6}"/>
              </a:ext>
            </a:extLst>
          </p:cNvPr>
          <p:cNvSpPr/>
          <p:nvPr/>
        </p:nvSpPr>
        <p:spPr bwMode="auto">
          <a:xfrm>
            <a:off x="9697686" y="2526646"/>
            <a:ext cx="2082603" cy="1784048"/>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p:nvSpPr>
        <p:spPr bwMode="auto">
          <a:xfrm>
            <a:off x="11569483"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p:nvSpPr>
        <p:spPr bwMode="auto">
          <a:xfrm flipH="1">
            <a:off x="9697686"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10098361" y="2777952"/>
            <a:ext cx="1281254" cy="1281436"/>
          </a:xfrm>
        </p:spPr>
        <p:txBody>
          <a:bodyPr anchor="ctr">
            <a:noAutofit/>
          </a:bodyPr>
          <a:lstStyle>
            <a:lvl1pPr algn="ctr">
              <a:defRPr/>
            </a:lvl1pPr>
          </a:lstStyle>
          <a:p>
            <a:r>
              <a:rPr lang="en-US"/>
              <a:t>Click icon to add picture</a:t>
            </a:r>
          </a:p>
        </p:txBody>
      </p:sp>
      <p:sp>
        <p:nvSpPr>
          <p:cNvPr id="3" name="Footer Placeholder 1">
            <a:extLst>
              <a:ext uri="{FF2B5EF4-FFF2-40B4-BE49-F238E27FC236}">
                <a16:creationId xmlns:a16="http://schemas.microsoft.com/office/drawing/2014/main" id="{C6B75234-9944-48A2-8A21-99500C7BBB40}"/>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953626875"/>
      </p:ext>
    </p:extLst>
  </p:cSld>
  <p:clrMapOvr>
    <a:masterClrMapping/>
  </p:clrMapOvr>
  <p:transition>
    <p:fade/>
  </p:transition>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dirty="0"/>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7"/>
            <a:ext cx="5579310" cy="307777"/>
          </a:xfrm>
          <a:prstGeom prst="rect">
            <a:avLst/>
          </a:prstGeom>
        </p:spPr>
        <p:txBody>
          <a:bodyPr wrap="square" lIns="0" tIns="0" rIns="0" bIns="0">
            <a:spAutoFit/>
          </a:bodyPr>
          <a:lstStyle>
            <a:lvl1pPr marL="0" indent="0">
              <a:lnSpc>
                <a:spcPts val="2353"/>
              </a:lnSpc>
              <a:buNone/>
              <a:defRPr lang="en-US" sz="20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418643" y="2161629"/>
            <a:ext cx="5579311" cy="338554"/>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474101"/>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418643" y="3628878"/>
            <a:ext cx="5579311" cy="338554"/>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929012"/>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1"/>
            <a:ext cx="5973053" cy="6858001"/>
          </a:xfrm>
          <a:prstGeom prst="rect">
            <a:avLst/>
          </a:prstGeom>
          <a:blipFill>
            <a:blip r:embed="rId2"/>
            <a:stretch>
              <a:fillRect/>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Footer Placeholder 1">
            <a:extLst>
              <a:ext uri="{FF2B5EF4-FFF2-40B4-BE49-F238E27FC236}">
                <a16:creationId xmlns:a16="http://schemas.microsoft.com/office/drawing/2014/main" id="{C3405CC5-9896-4E3A-9373-436306F5BF12}"/>
              </a:ext>
            </a:extLst>
          </p:cNvPr>
          <p:cNvSpPr txBox="1">
            <a:spLocks/>
          </p:cNvSpPr>
          <p:nvPr/>
        </p:nvSpPr>
        <p:spPr>
          <a:xfrm>
            <a:off x="418644"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r>
              <a:rPr lang="en-US" dirty="0"/>
              <a:t>© Copyright Microsoft Corporation. All rights reserved.</a:t>
            </a:r>
          </a:p>
        </p:txBody>
      </p:sp>
    </p:spTree>
    <p:extLst>
      <p:ext uri="{BB962C8B-B14F-4D97-AF65-F5344CB8AC3E}">
        <p14:creationId xmlns:p14="http://schemas.microsoft.com/office/powerpoint/2010/main" val="998794602"/>
      </p:ext>
    </p:extLst>
  </p:cSld>
  <p:clrMapOvr>
    <a:masterClrMapping/>
  </p:clrMapOvr>
  <p:transition>
    <p:fade/>
  </p:transition>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dirty="0"/>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6"/>
            <a:ext cx="5579310" cy="369332"/>
          </a:xfrm>
          <a:prstGeom prst="rect">
            <a:avLst/>
          </a:prstGeom>
        </p:spPr>
        <p:txBody>
          <a:bodyPr wrap="square" lIns="0" tIns="0" rIns="0" bIns="0" anchor="t">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dirty="0"/>
              <a:t>Subhead Segoe UI </a:t>
            </a:r>
            <a:r>
              <a:rPr lang="en-US" dirty="0" err="1"/>
              <a:t>Semibold</a:t>
            </a:r>
            <a:r>
              <a:rPr lang="en-US" dirty="0"/>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268946"/>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418644" y="3068044"/>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282367"/>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418644" y="4081465"/>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418644" y="4295788"/>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418644" y="5094886"/>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418644" y="5309208"/>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p:nvSpPr>
        <p:spPr bwMode="auto">
          <a:xfrm>
            <a:off x="6229842" y="1456896"/>
            <a:ext cx="5543514" cy="4960611"/>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6349678" y="1564130"/>
            <a:ext cx="5303845" cy="4746143"/>
          </a:xfrm>
          <a:prstGeom prst="rect">
            <a:avLst/>
          </a:prstGeom>
          <a:blipFill dpi="0" rotWithShape="1">
            <a:blip r:embed="rId2"/>
            <a:srcRect/>
            <a:stretch>
              <a:fillRect/>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Footer Placeholder 1">
            <a:extLst>
              <a:ext uri="{FF2B5EF4-FFF2-40B4-BE49-F238E27FC236}">
                <a16:creationId xmlns:a16="http://schemas.microsoft.com/office/drawing/2014/main" id="{B3B62F3E-D0DF-4A13-A005-3CCFDD6DFC1A}"/>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718103982"/>
      </p:ext>
    </p:extLst>
  </p:cSld>
  <p:clrMapOvr>
    <a:masterClrMapping/>
  </p:clrMapOvr>
  <p:transition>
    <p:fade/>
  </p:transition>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dirty="0"/>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709493"/>
            <a:ext cx="5579310" cy="369332"/>
          </a:xfrm>
          <a:prstGeom prst="rect">
            <a:avLst/>
          </a:prstGeom>
        </p:spPr>
        <p:txBody>
          <a:bodyPr wrap="square" lIns="0" tIns="0" rIns="0" bIns="0" anchor="b">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dirty="0"/>
              <a:t>Subhead Segoe UI </a:t>
            </a:r>
            <a:r>
              <a:rPr lang="en-US" dirty="0" err="1"/>
              <a:t>Semibold</a:t>
            </a:r>
            <a:r>
              <a:rPr lang="en-US" dirty="0"/>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422400" y="2267319"/>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1422400" y="3066417"/>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422400" y="3280740"/>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1422400" y="4079838"/>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422400" y="4294161"/>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1422400" y="5093259"/>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422400" y="5307581"/>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1"/>
            <a:ext cx="5973053" cy="6858001"/>
          </a:xfrm>
          <a:prstGeom prst="rect">
            <a:avLst/>
          </a:prstGeom>
          <a:blipFill>
            <a:blip r:embed="rId2"/>
            <a:stretch>
              <a:fillRect/>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Footer Placeholder 1">
            <a:extLst>
              <a:ext uri="{FF2B5EF4-FFF2-40B4-BE49-F238E27FC236}">
                <a16:creationId xmlns:a16="http://schemas.microsoft.com/office/drawing/2014/main" id="{5F6EB83D-C2A5-4189-B12B-1320B6ADB9B8}"/>
              </a:ext>
            </a:extLst>
          </p:cNvPr>
          <p:cNvSpPr txBox="1">
            <a:spLocks/>
          </p:cNvSpPr>
          <p:nvPr/>
        </p:nvSpPr>
        <p:spPr>
          <a:xfrm>
            <a:off x="418644"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r>
              <a:rPr lang="en-US" dirty="0"/>
              <a:t>© Copyright Microsoft Corporation. All rights reserved.</a:t>
            </a:r>
          </a:p>
        </p:txBody>
      </p:sp>
    </p:spTree>
    <p:extLst>
      <p:ext uri="{BB962C8B-B14F-4D97-AF65-F5344CB8AC3E}">
        <p14:creationId xmlns:p14="http://schemas.microsoft.com/office/powerpoint/2010/main" val="704943207"/>
      </p:ext>
    </p:extLst>
  </p:cSld>
  <p:clrMapOvr>
    <a:masterClrMapping/>
  </p:clrMapOvr>
  <p:transition>
    <p:fade/>
  </p:transition>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11354712" cy="728448"/>
          </a:xfrm>
        </p:spPr>
        <p:txBody>
          <a:bodyPr/>
          <a:lstStyle>
            <a:lvl1pPr>
              <a:defRPr>
                <a:solidFill>
                  <a:schemeClr val="tx1"/>
                </a:solidFill>
              </a:defRPr>
            </a:lvl1pPr>
          </a:lstStyle>
          <a:p>
            <a:r>
              <a:rPr lang="en-US" dirty="0"/>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734160"/>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4011423"/>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5288687"/>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p:nvSpPr>
        <p:spPr bwMode="auto">
          <a:xfrm>
            <a:off x="6229842" y="1456896"/>
            <a:ext cx="5543514" cy="4960611"/>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4746143"/>
          </a:xfrm>
          <a:prstGeom prst="rect">
            <a:avLst/>
          </a:prstGeom>
          <a:blipFill dpi="0" rotWithShape="1">
            <a:blip r:embed="rId2"/>
            <a:srcRect/>
            <a:stretch>
              <a:fillRect/>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p:nvCxnSpPr>
        <p:spPr>
          <a:xfrm>
            <a:off x="418644" y="2660048"/>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p:nvCxnSpPr>
        <p:spPr>
          <a:xfrm>
            <a:off x="418644" y="3937131"/>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p:nvCxnSpPr>
        <p:spPr>
          <a:xfrm>
            <a:off x="418644" y="5214214"/>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 name="Footer Placeholder 1">
            <a:extLst>
              <a:ext uri="{FF2B5EF4-FFF2-40B4-BE49-F238E27FC236}">
                <a16:creationId xmlns:a16="http://schemas.microsoft.com/office/drawing/2014/main" id="{B394CE8A-C8F7-40DD-84CF-FE592D7BC2D8}"/>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892351001"/>
      </p:ext>
    </p:extLst>
  </p:cSld>
  <p:clrMapOvr>
    <a:masterClrMapping/>
  </p:clrMapOvr>
  <p:transition>
    <p:fade/>
  </p:transition>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dirty="0"/>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734160"/>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4011423"/>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5288687"/>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p:nvSpPr>
        <p:spPr bwMode="auto">
          <a:xfrm>
            <a:off x="6229842" y="1456896"/>
            <a:ext cx="5543514" cy="4960611"/>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4746143"/>
          </a:xfrm>
          <a:prstGeom prst="rect">
            <a:avLst/>
          </a:prstGeom>
          <a:blipFill dpi="0" rotWithShape="1">
            <a:blip r:embed="rId2"/>
            <a:srcRect/>
            <a:stretch>
              <a:fillRect/>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Footer Placeholder 1">
            <a:extLst>
              <a:ext uri="{FF2B5EF4-FFF2-40B4-BE49-F238E27FC236}">
                <a16:creationId xmlns:a16="http://schemas.microsoft.com/office/drawing/2014/main" id="{BDD9959D-3459-4484-BDE0-9F4EABE5443B}"/>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38295443"/>
      </p:ext>
    </p:extLst>
  </p:cSld>
  <p:clrMapOvr>
    <a:masterClrMapping/>
  </p:clrMapOvr>
  <p:transition>
    <p:fade/>
  </p:transition>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418643" y="440494"/>
            <a:ext cx="11341268" cy="728448"/>
          </a:xfrm>
        </p:spPr>
        <p:txBody>
          <a:bodyPr/>
          <a:lstStyle/>
          <a:p>
            <a:r>
              <a:rPr lang="en-US"/>
              <a:t>Click to edit Master title style</a:t>
            </a:r>
            <a:endParaRPr lang="en-US" dirty="0"/>
          </a:p>
        </p:txBody>
      </p:sp>
      <p:sp>
        <p:nvSpPr>
          <p:cNvPr id="4" name="Text Placeholder 3"/>
          <p:cNvSpPr>
            <a:spLocks noGrp="1"/>
          </p:cNvSpPr>
          <p:nvPr>
            <p:ph type="body" sz="quarter" idx="10" hasCustomPrompt="1"/>
          </p:nvPr>
        </p:nvSpPr>
        <p:spPr>
          <a:xfrm>
            <a:off x="418644" y="1456898"/>
            <a:ext cx="5408119" cy="615553"/>
          </a:xfrm>
          <a:prstGeom prst="rect">
            <a:avLst/>
          </a:prstGeom>
        </p:spPr>
        <p:txBody>
          <a:bodyPr wrap="square" lIns="0" tIns="0" rIns="0" bIns="0">
            <a:spAutoFit/>
          </a:bodyPr>
          <a:lstStyle>
            <a:lvl1pPr marL="0" indent="0">
              <a:lnSpc>
                <a:spcPts val="2353"/>
              </a:lnSpc>
              <a:buNone/>
              <a:defRPr sz="2400" b="0" i="0" spc="0">
                <a:solidFill>
                  <a:schemeClr val="tx1"/>
                </a:solidFill>
                <a:latin typeface="+mj-lt"/>
              </a:defRPr>
            </a:lvl1pPr>
            <a:lvl2pPr marL="224097" indent="0">
              <a:buNone/>
              <a:defRPr/>
            </a:lvl2pPr>
            <a:lvl3pPr marL="448193" indent="0">
              <a:buNone/>
              <a:defRPr/>
            </a:lvl3pPr>
            <a:lvl4pPr marL="672290" indent="0">
              <a:buNone/>
              <a:defRPr/>
            </a:lvl4pPr>
            <a:lvl5pPr marL="896386" indent="0">
              <a:buNone/>
              <a:defRPr/>
            </a:lvl5pPr>
          </a:lstStyle>
          <a:p>
            <a:pPr lvl="0"/>
            <a:r>
              <a:rPr lang="pt-BR" dirty="0" err="1"/>
              <a:t>Large</a:t>
            </a:r>
            <a:r>
              <a:rPr lang="pt-BR" dirty="0"/>
              <a:t> </a:t>
            </a:r>
            <a:r>
              <a:rPr lang="pt-BR" dirty="0" err="1"/>
              <a:t>subhead</a:t>
            </a:r>
            <a:r>
              <a:rPr lang="pt-BR" dirty="0"/>
              <a:t> Segoe UI </a:t>
            </a:r>
            <a:r>
              <a:rPr lang="pt-BR" dirty="0" err="1"/>
              <a:t>Semibold</a:t>
            </a:r>
            <a:r>
              <a:rPr lang="pt-BR" dirty="0"/>
              <a:t> Regular 20/24</a:t>
            </a:r>
            <a:endParaRPr lang="en-US" dirty="0"/>
          </a:p>
        </p:txBody>
      </p:sp>
      <p:sp>
        <p:nvSpPr>
          <p:cNvPr id="5" name="Text Placeholder 4"/>
          <p:cNvSpPr>
            <a:spLocks noGrp="1"/>
          </p:cNvSpPr>
          <p:nvPr>
            <p:ph type="body" sz="quarter" idx="11" hasCustomPrompt="1"/>
          </p:nvPr>
        </p:nvSpPr>
        <p:spPr>
          <a:xfrm>
            <a:off x="418643" y="2158886"/>
            <a:ext cx="5408118" cy="2339102"/>
          </a:xfrm>
          <a:prstGeom prst="rect">
            <a:avLst/>
          </a:prstGeom>
        </p:spPr>
        <p:txBody>
          <a:bodyPr lIns="0" tIns="45720" rIns="0" bIns="45720"/>
          <a:lstStyle>
            <a:lvl1pPr marL="0" indent="0">
              <a:lnSpc>
                <a:spcPct val="100000"/>
              </a:lnSpc>
              <a:spcBef>
                <a:spcPts val="0"/>
              </a:spcBef>
              <a:spcAft>
                <a:spcPts val="12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Segoe UI Regular 14/18. The quick brown fox jumps over the lazy dog. The quick brown fox jumps over the lazy dog. The quick brown fox jumps over the lazy dog.</a:t>
            </a:r>
          </a:p>
          <a:p>
            <a:pPr lvl="0"/>
            <a:r>
              <a:rPr lang="en-US" dirty="0"/>
              <a:t>Body copy Segoe UI Regular 14/18. The quick brown fox jumps over the lazy dog. The quick brown fox jumps over the lazy dog. The quick brown fox jumps over the lazy dog.</a:t>
            </a:r>
          </a:p>
          <a:p>
            <a:pPr lvl="0"/>
            <a:r>
              <a:rPr lang="en-US" dirty="0"/>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2610"/>
          <a:stretch/>
        </p:blipFill>
        <p:spPr>
          <a:xfrm>
            <a:off x="4444774" y="586254"/>
            <a:ext cx="7747227" cy="6271747"/>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6357959" y="1699714"/>
            <a:ext cx="5834041" cy="4319326"/>
          </a:xfrm>
          <a:prstGeom prst="rect">
            <a:avLst/>
          </a:prstGeom>
        </p:spPr>
        <p:txBody>
          <a:bodyPr anchor="ctr" anchorCtr="0">
            <a:noAutofit/>
          </a:bodyPr>
          <a:lstStyle>
            <a:lvl1pPr algn="ctr">
              <a:defRPr sz="3529">
                <a:solidFill>
                  <a:srgbClr val="000000"/>
                </a:solidFill>
              </a:defRPr>
            </a:lvl1pPr>
          </a:lstStyle>
          <a:p>
            <a:r>
              <a:rPr lang="en-US"/>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44905001"/>
      </p:ext>
    </p:extLst>
  </p:cSld>
  <p:clrMapOvr>
    <a:masterClrMapping/>
  </p:clrMapOvr>
  <p:transition>
    <p:fade/>
  </p:transition>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dirty="0"/>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1563"/>
          <a:stretch/>
        </p:blipFill>
        <p:spPr>
          <a:xfrm>
            <a:off x="334447" y="586564"/>
            <a:ext cx="10869930" cy="6271436"/>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2265962" y="1702827"/>
            <a:ext cx="7660076" cy="4311543"/>
          </a:xfrm>
          <a:prstGeom prst="rect">
            <a:avLst/>
          </a:prstGeom>
        </p:spPr>
        <p:txBody>
          <a:bodyPr anchor="ctr" anchorCtr="0">
            <a:noAutofit/>
          </a:bodyPr>
          <a:lstStyle>
            <a:lvl1pPr algn="ctr">
              <a:defRPr sz="3529">
                <a:solidFill>
                  <a:srgbClr val="000000"/>
                </a:solidFill>
              </a:defRPr>
            </a:lvl1pPr>
          </a:lstStyle>
          <a:p>
            <a:r>
              <a:rPr lang="en-US"/>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873659272"/>
      </p:ext>
    </p:extLst>
  </p:cSld>
  <p:clrMapOvr>
    <a:masterClrMapping/>
  </p:clrMapOvr>
  <p:transition>
    <p:fade/>
  </p:transition>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455996" y="1950780"/>
            <a:ext cx="3618377"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55991" y="5670381"/>
            <a:ext cx="3629278" cy="276999"/>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455992" y="5947380"/>
            <a:ext cx="3618381" cy="307777"/>
          </a:xfrm>
          <a:prstGeom prst="rect">
            <a:avLst/>
          </a:prstGeom>
        </p:spPr>
        <p:txBody>
          <a:bodyPr lIns="0" tIns="0" rIns="0" bIns="0"/>
          <a:lstStyle>
            <a:lvl1pPr marL="0" indent="0">
              <a:lnSpc>
                <a:spcPct val="100000"/>
              </a:lnSpc>
              <a:spcBef>
                <a:spcPts val="882"/>
              </a:spcBef>
              <a:buFont typeface="Arial" panose="020B0604020202020204" pitchFamily="34" charset="0"/>
              <a:buNone/>
              <a:defRPr sz="10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4303152" y="1950780"/>
            <a:ext cx="3607487"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14044" y="5670381"/>
            <a:ext cx="3629278" cy="276999"/>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4303152" y="5947380"/>
            <a:ext cx="3607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8139412" y="1950780"/>
            <a:ext cx="3623051"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39413" y="5947380"/>
            <a:ext cx="3607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5670381"/>
            <a:ext cx="3629278" cy="276999"/>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3" name="Footer Placeholder 1">
            <a:extLst>
              <a:ext uri="{FF2B5EF4-FFF2-40B4-BE49-F238E27FC236}">
                <a16:creationId xmlns:a16="http://schemas.microsoft.com/office/drawing/2014/main" id="{FA5328AC-6A58-453B-9802-C4F04C29295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2339687183"/>
      </p:ext>
    </p:extLst>
  </p:cSld>
  <p:clrMapOvr>
    <a:masterClrMapping/>
  </p:clrMapOvr>
  <p:transition>
    <p:fade/>
  </p:transition>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418644" y="1457324"/>
            <a:ext cx="11343820" cy="4960181"/>
          </a:xfrm>
          <a:prstGeom prst="rect">
            <a:avLst/>
          </a:prstGeom>
        </p:spPr>
        <p:txBody>
          <a:bodyPr anchor="ctr" anchorCtr="0"/>
          <a:lstStyle>
            <a:lvl1pPr algn="ctr">
              <a:defRPr sz="2400"/>
            </a:lvl1pPr>
          </a:lstStyle>
          <a:p>
            <a:r>
              <a:rPr lang="en-US"/>
              <a:t>Click icon to add table</a:t>
            </a:r>
          </a:p>
        </p:txBody>
      </p:sp>
      <p:sp>
        <p:nvSpPr>
          <p:cNvPr id="2" name="Footer Placeholder 1">
            <a:extLst>
              <a:ext uri="{FF2B5EF4-FFF2-40B4-BE49-F238E27FC236}">
                <a16:creationId xmlns:a16="http://schemas.microsoft.com/office/drawing/2014/main" id="{71E5784C-2CDD-4699-AC34-0D913D75C715}"/>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702133878"/>
      </p:ext>
    </p:extLst>
  </p:cSld>
  <p:clrMapOvr>
    <a:masterClrMapping/>
  </p:clrMapOvr>
  <p:transition>
    <p:fade/>
  </p:transition>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1_Text option 4">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9BCCFC-4FF6-4830-A847-5D80FC718EF3}"/>
              </a:ext>
            </a:extLst>
          </p:cNvPr>
          <p:cNvSpPr>
            <a:spLocks noGrp="1"/>
          </p:cNvSpPr>
          <p:nvPr>
            <p:ph type="title"/>
          </p:nvPr>
        </p:nvSpPr>
        <p:spPr/>
        <p:txBody>
          <a:bodyPr/>
          <a:lstStyle/>
          <a:p>
            <a:r>
              <a:rPr lang="en-US"/>
              <a:t>Click to edit Master title style</a:t>
            </a:r>
            <a:endParaRPr lang="en-US" dirty="0"/>
          </a:p>
        </p:txBody>
      </p:sp>
      <p:sp>
        <p:nvSpPr>
          <p:cNvPr id="5" name="Text Placeholder 4"/>
          <p:cNvSpPr>
            <a:spLocks noGrp="1"/>
          </p:cNvSpPr>
          <p:nvPr>
            <p:ph type="body" sz="quarter" idx="11" hasCustomPrompt="1"/>
          </p:nvPr>
        </p:nvSpPr>
        <p:spPr>
          <a:xfrm>
            <a:off x="431095" y="2740880"/>
            <a:ext cx="2603367" cy="2988507"/>
          </a:xfrm>
        </p:spPr>
        <p:txBody>
          <a:bodyPr lIns="0" tIns="0" rIns="0" bIns="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dirty="0"/>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3344578" y="2739464"/>
            <a:ext cx="2603367" cy="2988507"/>
          </a:xfrm>
        </p:spPr>
        <p:txBody>
          <a:bodyPr lIns="0" tIns="0" rIns="0" bIns="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6258062" y="2739464"/>
            <a:ext cx="2603367" cy="2988507"/>
          </a:xfrm>
        </p:spPr>
        <p:txBody>
          <a:bodyPr lIns="0" tIns="0" rIns="0" bIns="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9171546" y="2739464"/>
            <a:ext cx="2603367" cy="2988507"/>
          </a:xfrm>
        </p:spPr>
        <p:txBody>
          <a:bodyPr lIns="0" tIns="0" rIns="0" bIns="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44738245-4240-4679-8431-2218AB616298}"/>
              </a:ext>
              <a:ext uri="{C183D7F6-B498-43B3-948B-1728B52AA6E4}">
                <adec:decorative xmlns:adec="http://schemas.microsoft.com/office/drawing/2017/decorative" val="1"/>
              </a:ext>
            </a:extLst>
          </p:cNvPr>
          <p:cNvCxnSpPr>
            <a:cxnSpLocks/>
          </p:cNvCxnSpPr>
          <p:nvPr/>
        </p:nvCxnSpPr>
        <p:spPr>
          <a:xfrm>
            <a:off x="3189521" y="2798024"/>
            <a:ext cx="0" cy="179285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9099E02-C7DB-4453-A260-90431D88E427}"/>
              </a:ext>
              <a:ext uri="{C183D7F6-B498-43B3-948B-1728B52AA6E4}">
                <adec:decorative xmlns:adec="http://schemas.microsoft.com/office/drawing/2017/decorative" val="1"/>
              </a:ext>
            </a:extLst>
          </p:cNvPr>
          <p:cNvCxnSpPr>
            <a:cxnSpLocks/>
          </p:cNvCxnSpPr>
          <p:nvPr/>
        </p:nvCxnSpPr>
        <p:spPr>
          <a:xfrm>
            <a:off x="6103006" y="2798024"/>
            <a:ext cx="0" cy="179285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C193CAE-888D-4B82-A6DF-559BB7F55658}"/>
              </a:ext>
              <a:ext uri="{C183D7F6-B498-43B3-948B-1728B52AA6E4}">
                <adec:decorative xmlns:adec="http://schemas.microsoft.com/office/drawing/2017/decorative" val="1"/>
              </a:ext>
            </a:extLst>
          </p:cNvPr>
          <p:cNvCxnSpPr>
            <a:cxnSpLocks/>
          </p:cNvCxnSpPr>
          <p:nvPr/>
        </p:nvCxnSpPr>
        <p:spPr>
          <a:xfrm>
            <a:off x="9016490" y="2798024"/>
            <a:ext cx="0" cy="179285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35DDF1D4-BDBC-4EF5-9960-9F822820EEDA}"/>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281308390"/>
      </p:ext>
    </p:extLst>
  </p:cSld>
  <p:clrMapOvr>
    <a:masterClrMapping/>
  </p:clrMapOvr>
  <p:transition>
    <p:fade/>
  </p:transition>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two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lvl="1"/>
            <a:r>
              <a:rPr lang="en-US" dirty="0"/>
              <a:t>Body copy Segoe UI </a:t>
            </a:r>
            <a:r>
              <a:rPr lang="en-US" dirty="0" err="1"/>
              <a:t>Semibold</a:t>
            </a:r>
            <a:r>
              <a:rPr lang="en-US" dirty="0"/>
              <a:t> 20/24. </a:t>
            </a:r>
          </a:p>
          <a:p>
            <a:pPr lvl="1"/>
            <a:r>
              <a:rPr lang="en-US" dirty="0"/>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432090" y="2980724"/>
            <a:ext cx="11341268" cy="537176"/>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a:t>
            </a:r>
            <a:r>
              <a:rPr lang="en-US" dirty="0" err="1"/>
              <a:t>Semibold</a:t>
            </a:r>
            <a:r>
              <a:rPr lang="en-US" dirty="0"/>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90" y="3517900"/>
            <a:ext cx="5435768"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6337590" y="3517900"/>
            <a:ext cx="5435768"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6E88CC05-5984-4661-94A2-4BD7378D4A3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041885937"/>
      </p:ext>
    </p:extLst>
  </p:cSld>
  <p:clrMapOvr>
    <a:masterClrMapping/>
  </p:clrMapOvr>
  <p:transition>
    <p:fade/>
  </p:transition>
  <p:hf sldNum="0"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three rows</a:t>
            </a:r>
          </a:p>
        </p:txBody>
      </p:sp>
      <p:sp>
        <p:nvSpPr>
          <p:cNvPr id="14" name="Text Placeholder 4"/>
          <p:cNvSpPr>
            <a:spLocks noGrp="1"/>
          </p:cNvSpPr>
          <p:nvPr>
            <p:ph type="body" sz="quarter" idx="15" hasCustomPrompt="1"/>
          </p:nvPr>
        </p:nvSpPr>
        <p:spPr>
          <a:xfrm>
            <a:off x="432090" y="1456896"/>
            <a:ext cx="11341268" cy="537176"/>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a:t>
            </a:r>
            <a:r>
              <a:rPr lang="en-US" dirty="0" err="1"/>
              <a:t>Semibold</a:t>
            </a:r>
            <a:r>
              <a:rPr lang="en-US" dirty="0"/>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7A1D06E4-7443-4456-ADAE-C55531420538}"/>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561972867"/>
      </p:ext>
    </p:extLst>
  </p:cSld>
  <p:clrMapOvr>
    <a:masterClrMapping/>
  </p:clrMapOvr>
  <p:transition>
    <p:fade/>
  </p:transition>
  <p:hf sldNum="0"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three rows</a:t>
            </a:r>
          </a:p>
        </p:txBody>
      </p:sp>
      <p:sp>
        <p:nvSpPr>
          <p:cNvPr id="14" name="Text Placeholder 4"/>
          <p:cNvSpPr>
            <a:spLocks noGrp="1"/>
          </p:cNvSpPr>
          <p:nvPr>
            <p:ph type="body" sz="quarter" idx="15" hasCustomPrompt="1"/>
          </p:nvPr>
        </p:nvSpPr>
        <p:spPr>
          <a:xfrm>
            <a:off x="432090" y="1456896"/>
            <a:ext cx="11341268" cy="537176"/>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a:t>
            </a:r>
            <a:r>
              <a:rPr lang="en-US" dirty="0" err="1"/>
              <a:t>Semibold</a:t>
            </a:r>
            <a:r>
              <a:rPr lang="en-US" dirty="0"/>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432089" y="39244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4277544" y="39244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8123000" y="39244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B097EA0F-56BD-4B59-86D1-C17851D8F2FF}"/>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791837419"/>
      </p:ext>
    </p:extLst>
  </p:cSld>
  <p:clrMapOvr>
    <a:masterClrMapping/>
  </p:clrMapOvr>
  <p:transition>
    <p:fade/>
  </p:transition>
  <p:hf sldNum="0"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dirty="0"/>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568744" y="266708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980724"/>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3F2E7435-DA42-4296-B846-4E91740D178D}"/>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959972639"/>
      </p:ext>
    </p:extLst>
  </p:cSld>
  <p:clrMapOvr>
    <a:masterClrMapping/>
  </p:clrMapOvr>
  <p:transition>
    <p:fade/>
  </p:transition>
  <p:hf sldNum="0"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dirty="0"/>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568744" y="2450308"/>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46889"/>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p:nvCxnSpPr>
        <p:spPr>
          <a:xfrm>
            <a:off x="1568744" y="354014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636882"/>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7A2B48ED-C92C-41E9-BE87-4EFFC1455674}"/>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676288735"/>
      </p:ext>
    </p:extLst>
  </p:cSld>
  <p:clrMapOvr>
    <a:masterClrMapping/>
  </p:clrMapOvr>
  <p:transition>
    <p:fade/>
  </p:transition>
  <p:hf sldNum="0"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dirty="0"/>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568744" y="2450308"/>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46889"/>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p:nvCxnSpPr>
        <p:spPr>
          <a:xfrm>
            <a:off x="1568744" y="354014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636882"/>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15248E5B-B35D-43BA-B0E9-DDA9F982CABC}"/>
              </a:ext>
              <a:ext uri="{C183D7F6-B498-43B3-948B-1728B52AA6E4}">
                <adec:decorative xmlns:adec="http://schemas.microsoft.com/office/drawing/2017/decorative" val="1"/>
              </a:ext>
            </a:extLst>
          </p:cNvPr>
          <p:cNvCxnSpPr>
            <a:cxnSpLocks/>
          </p:cNvCxnSpPr>
          <p:nvPr/>
        </p:nvCxnSpPr>
        <p:spPr>
          <a:xfrm>
            <a:off x="1568744" y="4629985"/>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726875"/>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84CDC89F-49F0-4D24-9E6F-B7B972EB3B8F}"/>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264225660"/>
      </p:ext>
    </p:extLst>
  </p:cSld>
  <p:clrMapOvr>
    <a:masterClrMapping/>
  </p:clrMapOvr>
  <p:transition>
    <p:fade/>
  </p:transition>
  <p:hf sldNum="0"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five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p:nvCxnSpPr>
        <p:spPr>
          <a:xfrm>
            <a:off x="1568744" y="2412957"/>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47217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p:nvCxnSpPr>
        <p:spPr>
          <a:xfrm>
            <a:off x="1568744" y="3428093"/>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487457"/>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p:nvCxnSpPr>
        <p:spPr>
          <a:xfrm>
            <a:off x="1568744" y="4443230"/>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502737"/>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p:nvCxnSpPr>
        <p:spPr>
          <a:xfrm>
            <a:off x="1568744" y="545836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568744" y="5518016"/>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4ED2AB97-27A5-4C49-966A-5D75D13B8CC2}"/>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888686536"/>
      </p:ext>
    </p:extLst>
  </p:cSld>
  <p:clrMapOvr>
    <a:masterClrMapping/>
  </p:clrMapOvr>
  <p:transition>
    <p:fade/>
  </p:transition>
  <p:hf sldNum="0"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six rows</a:t>
            </a:r>
          </a:p>
        </p:txBody>
      </p:sp>
      <p:sp>
        <p:nvSpPr>
          <p:cNvPr id="5" name="Text Placeholder 4"/>
          <p:cNvSpPr>
            <a:spLocks noGrp="1"/>
          </p:cNvSpPr>
          <p:nvPr>
            <p:ph type="body" sz="quarter" idx="11" hasCustomPrompt="1"/>
          </p:nvPr>
        </p:nvSpPr>
        <p:spPr>
          <a:xfrm>
            <a:off x="1389459" y="1456896"/>
            <a:ext cx="10383899" cy="728448"/>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p:nvCxnSpPr>
        <p:spPr>
          <a:xfrm>
            <a:off x="1403101" y="2244505"/>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03329"/>
            <a:ext cx="10383899" cy="728448"/>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p:nvCxnSpPr>
        <p:spPr>
          <a:xfrm>
            <a:off x="1403101" y="3090816"/>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49762"/>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p:nvCxnSpPr>
        <p:spPr>
          <a:xfrm>
            <a:off x="1403101" y="3937128"/>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996194"/>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p:nvCxnSpPr>
        <p:spPr>
          <a:xfrm>
            <a:off x="1403101" y="4783440"/>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42627"/>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p:nvCxnSpPr>
        <p:spPr>
          <a:xfrm>
            <a:off x="1403101" y="5629751"/>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389459" y="5689059"/>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EA2F36BF-4C66-4F60-9687-8A7789E05AB2}"/>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05779374"/>
      </p:ext>
    </p:extLst>
  </p:cSld>
  <p:clrMapOvr>
    <a:masterClrMapping/>
  </p:clrMapOvr>
  <p:transition>
    <p:fade/>
  </p:transition>
  <p:hf sldNum="0"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three rows &amp; two columns</a:t>
            </a:r>
          </a:p>
        </p:txBody>
      </p:sp>
      <p:sp>
        <p:nvSpPr>
          <p:cNvPr id="5" name="Text Placeholder 4"/>
          <p:cNvSpPr>
            <a:spLocks noGrp="1"/>
          </p:cNvSpPr>
          <p:nvPr>
            <p:ph type="body" sz="quarter" idx="11" hasCustomPrompt="1"/>
          </p:nvPr>
        </p:nvSpPr>
        <p:spPr>
          <a:xfrm>
            <a:off x="1568744" y="1456896"/>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p:nvCxnSpPr>
        <p:spPr>
          <a:xfrm>
            <a:off x="1568744" y="287510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3021452"/>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p:nvCxnSpPr>
        <p:spPr>
          <a:xfrm>
            <a:off x="1568744" y="4439664"/>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4586007"/>
            <a:ext cx="4393416" cy="1271868"/>
          </a:xfr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456896"/>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p:nvCxnSpPr>
        <p:spPr>
          <a:xfrm>
            <a:off x="7379943" y="287510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3021452"/>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p:nvCxnSpPr>
        <p:spPr>
          <a:xfrm>
            <a:off x="7379943" y="4439664"/>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4586007"/>
            <a:ext cx="4393416" cy="1271868"/>
          </a:xfr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a:t>
            </a:r>
          </a:p>
        </p:txBody>
      </p:sp>
      <p:sp>
        <p:nvSpPr>
          <p:cNvPr id="2" name="Footer Placeholder 1">
            <a:extLst>
              <a:ext uri="{FF2B5EF4-FFF2-40B4-BE49-F238E27FC236}">
                <a16:creationId xmlns:a16="http://schemas.microsoft.com/office/drawing/2014/main" id="{AFC478E9-3BC1-400C-AA34-1E1599FAEDDC}"/>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666425302"/>
      </p:ext>
    </p:extLst>
  </p:cSld>
  <p:clrMapOvr>
    <a:masterClrMapping/>
  </p:clrMapOvr>
  <p:transition>
    <p:fade/>
  </p:transition>
  <p:hf sldNum="0"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five rows &amp; two columns</a:t>
            </a:r>
          </a:p>
        </p:txBody>
      </p:sp>
      <p:sp>
        <p:nvSpPr>
          <p:cNvPr id="5" name="Text Placeholder 4"/>
          <p:cNvSpPr>
            <a:spLocks noGrp="1"/>
          </p:cNvSpPr>
          <p:nvPr>
            <p:ph type="body" sz="quarter" idx="11" hasCustomPrompt="1"/>
          </p:nvPr>
        </p:nvSpPr>
        <p:spPr>
          <a:xfrm>
            <a:off x="1568744" y="145689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p:nvCxnSpPr>
        <p:spPr>
          <a:xfrm>
            <a:off x="1568744" y="2412957"/>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47217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p:nvCxnSpPr>
        <p:spPr>
          <a:xfrm>
            <a:off x="1568744" y="342809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48745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p:nvCxnSpPr>
        <p:spPr>
          <a:xfrm>
            <a:off x="1568744" y="4443230"/>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50273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p:nvCxnSpPr>
        <p:spPr>
          <a:xfrm>
            <a:off x="1568744" y="5458366"/>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568744" y="5518016"/>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45689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p:nvCxnSpPr>
        <p:spPr>
          <a:xfrm>
            <a:off x="7379943" y="2412957"/>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247217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p:nvCxnSpPr>
        <p:spPr>
          <a:xfrm>
            <a:off x="7379943" y="342809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348745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p:nvCxnSpPr>
        <p:spPr>
          <a:xfrm>
            <a:off x="7379943" y="4443230"/>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379942" y="450273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p:nvCxnSpPr>
        <p:spPr>
          <a:xfrm>
            <a:off x="7379943" y="5458366"/>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7379942" y="5518016"/>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C7FD0CAD-A9AA-414D-8022-E74A70833154}"/>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235265426"/>
      </p:ext>
    </p:extLst>
  </p:cSld>
  <p:clrMapOvr>
    <a:masterClrMapping/>
  </p:clrMapOvr>
  <p:transition>
    <p:fade/>
  </p:transition>
  <p:hf sldNum="0"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2" y="1457323"/>
            <a:ext cx="5578933"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9" name="Text Placeholder 4"/>
          <p:cNvSpPr>
            <a:spLocks noGrp="1"/>
          </p:cNvSpPr>
          <p:nvPr>
            <p:ph type="body" sz="quarter" idx="12" hasCustomPrompt="1"/>
          </p:nvPr>
        </p:nvSpPr>
        <p:spPr>
          <a:xfrm>
            <a:off x="418643" y="2628195"/>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229350" y="2628195"/>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95890" y="1457323"/>
            <a:ext cx="5572801"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664462"/>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229350" y="3664463"/>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00731"/>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229350" y="4700731"/>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418643" y="3532700"/>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418643" y="4568967"/>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418643" y="440494"/>
            <a:ext cx="11341268" cy="680196"/>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6229350" y="3532700"/>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6229350" y="4568967"/>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96EF592D-EEA7-47F4-9146-7AA8A3F44C47}"/>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96268052"/>
      </p:ext>
    </p:extLst>
  </p:cSld>
  <p:clrMapOvr>
    <a:masterClrMapping/>
  </p:clrMapOvr>
  <p:transition>
    <p:fade/>
  </p:transition>
  <p:hf sldNum="0"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3" y="1457323"/>
            <a:ext cx="3629278"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9" name="Text Placeholder 4"/>
          <p:cNvSpPr>
            <a:spLocks noGrp="1"/>
          </p:cNvSpPr>
          <p:nvPr>
            <p:ph type="body" sz="quarter" idx="12" hasCustomPrompt="1"/>
          </p:nvPr>
        </p:nvSpPr>
        <p:spPr>
          <a:xfrm>
            <a:off x="418643" y="2628195"/>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03152" y="1457323"/>
            <a:ext cx="3629278"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17" name="Text Placeholder 4"/>
          <p:cNvSpPr>
            <a:spLocks noGrp="1"/>
          </p:cNvSpPr>
          <p:nvPr>
            <p:ph type="body" sz="quarter" idx="18" hasCustomPrompt="1"/>
          </p:nvPr>
        </p:nvSpPr>
        <p:spPr>
          <a:xfrm>
            <a:off x="4303152"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61204"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1457323"/>
            <a:ext cx="3629278"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664462"/>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4303152"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8161204"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00731"/>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4303152"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8161204"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418643" y="3532700"/>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418643" y="4568967"/>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p:nvCxnSpPr>
        <p:spPr>
          <a:xfrm>
            <a:off x="4303713"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p:nvCxnSpPr>
        <p:spPr>
          <a:xfrm>
            <a:off x="4303713"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418643" y="440494"/>
            <a:ext cx="11341268" cy="680196"/>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8161204"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8161204"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B30B5A80-F666-460D-9090-8493217C8FD1}"/>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235211829"/>
      </p:ext>
    </p:extLst>
  </p:cSld>
  <p:clrMapOvr>
    <a:masterClrMapping/>
  </p:clrMapOvr>
  <p:transition>
    <p:fade/>
  </p:transition>
  <p:hf sldNum="0"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dirty="0"/>
              <a:t>Heading Segoe UI </a:t>
            </a:r>
            <a:r>
              <a:rPr lang="en-US" dirty="0" err="1"/>
              <a:t>Semibold</a:t>
            </a:r>
            <a:r>
              <a:rPr lang="en-US" dirty="0"/>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2"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4369674"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8320705"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2" name="Footer Placeholder 1">
            <a:extLst>
              <a:ext uri="{FF2B5EF4-FFF2-40B4-BE49-F238E27FC236}">
                <a16:creationId xmlns:a16="http://schemas.microsoft.com/office/drawing/2014/main" id="{538B82E4-7444-4181-B6FE-B79D11D3EA6F}"/>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347175694"/>
      </p:ext>
    </p:extLst>
  </p:cSld>
  <p:clrMapOvr>
    <a:masterClrMapping/>
  </p:clrMapOvr>
  <p:transition>
    <p:fade/>
  </p:transition>
  <p:hf sldNum="0"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dirty="0"/>
              <a:t>Heading Segoe UI </a:t>
            </a:r>
            <a:r>
              <a:rPr lang="en-US" dirty="0" err="1"/>
              <a:t>Semibold</a:t>
            </a:r>
            <a:r>
              <a:rPr lang="en-US" dirty="0"/>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3"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722617"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5026591"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7330565"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9634541"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2" name="Footer Placeholder 1">
            <a:extLst>
              <a:ext uri="{FF2B5EF4-FFF2-40B4-BE49-F238E27FC236}">
                <a16:creationId xmlns:a16="http://schemas.microsoft.com/office/drawing/2014/main" id="{136AABF9-4169-453B-83D4-823782CAB5B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816775368"/>
      </p:ext>
    </p:extLst>
  </p:cSld>
  <p:clrMapOvr>
    <a:masterClrMapping/>
  </p:clrMapOvr>
  <p:transition>
    <p:fade/>
  </p:transition>
  <p:hf sldNum="0" hdr="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rgbClr val="243A5E"/>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830E1E-F06E-469F-9154-F8DEA4B068FE}"/>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solidFill>
                  <a:schemeClr val="bg1"/>
                </a:solidFill>
              </a:rPr>
              <a:t>© Copyright Microsoft Corporation. All rights reserved.</a:t>
            </a:r>
          </a:p>
        </p:txBody>
      </p:sp>
      <p:pic>
        <p:nvPicPr>
          <p:cNvPr id="9" name="Picture 8" descr="A close up of a logo&#10;&#10;Description automatically generated">
            <a:extLst>
              <a:ext uri="{FF2B5EF4-FFF2-40B4-BE49-F238E27FC236}">
                <a16:creationId xmlns:a16="http://schemas.microsoft.com/office/drawing/2014/main" id="{627962C6-3D96-4CE6-8E4F-540B7A0E6F3A}"/>
              </a:ext>
            </a:extLst>
          </p:cNvPr>
          <p:cNvPicPr>
            <a:picLocks noChangeAspect="1"/>
          </p:cNvPicPr>
          <p:nvPr/>
        </p:nvPicPr>
        <p:blipFill>
          <a:blip r:embed="rId2"/>
          <a:stretch>
            <a:fillRect/>
          </a:stretch>
        </p:blipFill>
        <p:spPr>
          <a:xfrm>
            <a:off x="146409" y="159693"/>
            <a:ext cx="3471501" cy="871754"/>
          </a:xfrm>
          <a:prstGeom prst="rect">
            <a:avLst/>
          </a:prstGeom>
        </p:spPr>
      </p:pic>
    </p:spTree>
    <p:extLst>
      <p:ext uri="{BB962C8B-B14F-4D97-AF65-F5344CB8AC3E}">
        <p14:creationId xmlns:p14="http://schemas.microsoft.com/office/powerpoint/2010/main" val="3963458076"/>
      </p:ext>
    </p:extLst>
  </p:cSld>
  <p:clrMapOvr>
    <a:masterClrMapping/>
  </p:clrMapOvr>
  <p:transition>
    <p:fade/>
  </p:transition>
  <p:hf sldNum="0"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p:cSld name="Title slide 3">
    <p:bg>
      <p:bgPr>
        <a:solidFill>
          <a:srgbClr val="000000"/>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302B9254-503D-8F44-9D4B-18675DFDE809}"/>
              </a:ext>
            </a:extLst>
          </p:cNvPr>
          <p:cNvSpPr>
            <a:spLocks noGrp="1"/>
          </p:cNvSpPr>
          <p:nvPr>
            <p:ph type="title" hasCustomPrompt="1"/>
          </p:nvPr>
        </p:nvSpPr>
        <p:spPr>
          <a:xfrm>
            <a:off x="428681" y="1457325"/>
            <a:ext cx="11344219" cy="701675"/>
          </a:xfrm>
          <a:prstGeom prst="rect">
            <a:avLst/>
          </a:prstGeom>
          <a:noFill/>
        </p:spPr>
        <p:txBody>
          <a:bodyPr lIns="0" tIns="0" rIns="0" bIns="182880" anchor="t" anchorCtr="0"/>
          <a:lstStyle>
            <a:lvl1pPr>
              <a:defRPr sz="3200" strike="noStrike" spc="-49" baseline="0">
                <a:solidFill>
                  <a:schemeClr val="bg2"/>
                </a:solidFill>
              </a:defRPr>
            </a:lvl1pPr>
          </a:lstStyle>
          <a:p>
            <a:r>
              <a:rPr lang="en-US" dirty="0"/>
              <a:t>Heading goes here</a:t>
            </a:r>
          </a:p>
        </p:txBody>
      </p:sp>
      <p:sp>
        <p:nvSpPr>
          <p:cNvPr id="12" name="Text Placeholder 10">
            <a:extLst>
              <a:ext uri="{FF2B5EF4-FFF2-40B4-BE49-F238E27FC236}">
                <a16:creationId xmlns:a16="http://schemas.microsoft.com/office/drawing/2014/main" id="{2D6C119F-8C39-DF40-90FE-09B7E3ECDBE0}"/>
              </a:ext>
            </a:extLst>
          </p:cNvPr>
          <p:cNvSpPr>
            <a:spLocks noGrp="1"/>
          </p:cNvSpPr>
          <p:nvPr>
            <p:ph type="body" sz="quarter" idx="15" hasCustomPrompt="1"/>
          </p:nvPr>
        </p:nvSpPr>
        <p:spPr>
          <a:xfrm>
            <a:off x="442466" y="2159000"/>
            <a:ext cx="11330434" cy="553998"/>
          </a:xfrm>
          <a:prstGeom prst="rect">
            <a:avLst/>
          </a:prstGeom>
        </p:spPr>
        <p:txBody>
          <a:bodyPr/>
          <a:lst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lang="en-US" sz="2400" kern="1200" spc="-49" baseline="0" dirty="0">
                <a:solidFill>
                  <a:schemeClr val="bg2"/>
                </a:solidFill>
                <a:latin typeface="+mj-lt"/>
                <a:ea typeface="+mn-ea"/>
                <a:cs typeface="+mn-cs"/>
              </a:defRPr>
            </a:lvl1pPr>
            <a:lvl2pPr>
              <a:defRPr sz="1765">
                <a:solidFill>
                  <a:srgbClr val="000000"/>
                </a:solidFill>
              </a:defRPr>
            </a:lvl2pPr>
            <a:lvl3pPr>
              <a:defRPr sz="1372"/>
            </a:lvl3pPr>
            <a:lvl4pPr>
              <a:defRPr sz="1372"/>
            </a:lvl4pPr>
            <a:lvl5pPr>
              <a:defRPr sz="1029"/>
            </a:lvl5pPr>
          </a:lstStyle>
          <a:p>
            <a:pPr lvl="0"/>
            <a:r>
              <a:rPr lang="en-US" dirty="0"/>
              <a:t>Text goes here</a:t>
            </a:r>
          </a:p>
        </p:txBody>
      </p:sp>
      <p:pic>
        <p:nvPicPr>
          <p:cNvPr id="4" name="Picture 3" descr="A picture containing drawing&#10;&#10;Description automatically generated">
            <a:extLst>
              <a:ext uri="{FF2B5EF4-FFF2-40B4-BE49-F238E27FC236}">
                <a16:creationId xmlns:a16="http://schemas.microsoft.com/office/drawing/2014/main" id="{5CC1D709-E431-42C5-A75F-9A42EF995404}"/>
              </a:ext>
            </a:extLst>
          </p:cNvPr>
          <p:cNvPicPr>
            <a:picLocks noChangeAspect="1"/>
          </p:cNvPicPr>
          <p:nvPr/>
        </p:nvPicPr>
        <p:blipFill>
          <a:blip r:embed="rId2"/>
          <a:stretch>
            <a:fillRect/>
          </a:stretch>
        </p:blipFill>
        <p:spPr>
          <a:xfrm>
            <a:off x="64294" y="85724"/>
            <a:ext cx="2384426" cy="1068717"/>
          </a:xfrm>
          <a:prstGeom prst="rect">
            <a:avLst/>
          </a:prstGeom>
        </p:spPr>
      </p:pic>
      <p:sp>
        <p:nvSpPr>
          <p:cNvPr id="2" name="Footer Placeholder 1">
            <a:extLst>
              <a:ext uri="{FF2B5EF4-FFF2-40B4-BE49-F238E27FC236}">
                <a16:creationId xmlns:a16="http://schemas.microsoft.com/office/drawing/2014/main" id="{CB34F2AE-FCDF-4A97-A628-7BA7ADAEFF0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solidFill>
                  <a:schemeClr val="bg1"/>
                </a:solidFill>
              </a:rPr>
              <a:t>© Copyright Microsoft Corporation. All rights reserved.</a:t>
            </a:r>
          </a:p>
        </p:txBody>
      </p:sp>
    </p:spTree>
    <p:extLst>
      <p:ext uri="{BB962C8B-B14F-4D97-AF65-F5344CB8AC3E}">
        <p14:creationId xmlns:p14="http://schemas.microsoft.com/office/powerpoint/2010/main" val="2304353579"/>
      </p:ext>
    </p:extLst>
  </p:cSld>
  <p:clrMapOvr>
    <a:masterClrMapping/>
  </p:clrMapOvr>
  <p:transition>
    <p:fade/>
  </p:transition>
  <p:hf sldNum="0"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Title square photo 2">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a:t>
            </a:r>
          </a:p>
        </p:txBody>
      </p:sp>
      <p:sp>
        <p:nvSpPr>
          <p:cNvPr id="8" name="Rectangle 7">
            <a:extLst>
              <a:ext uri="{FF2B5EF4-FFF2-40B4-BE49-F238E27FC236}">
                <a16:creationId xmlns:a16="http://schemas.microsoft.com/office/drawing/2014/main" id="{9D026004-6E63-4034-A1B0-34BE8CEF3D76}"/>
              </a:ext>
            </a:extLst>
          </p:cNvPr>
          <p:cNvSpPr/>
          <p:nvPr userDrawn="1"/>
        </p:nvSpPr>
        <p:spPr bwMode="auto">
          <a:xfrm>
            <a:off x="5334000" y="0"/>
            <a:ext cx="6858000" cy="6858000"/>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00240D"/>
              </a:solidFill>
              <a:ea typeface="Segoe UI" pitchFamily="34" charset="0"/>
              <a:cs typeface="Segoe UI" pitchFamily="34" charset="0"/>
            </a:endParaRPr>
          </a:p>
        </p:txBody>
      </p:sp>
      <p:pic>
        <p:nvPicPr>
          <p:cNvPr id="12" name="Picture 11">
            <a:extLst>
              <a:ext uri="{FF2B5EF4-FFF2-40B4-BE49-F238E27FC236}">
                <a16:creationId xmlns:a16="http://schemas.microsoft.com/office/drawing/2014/main" id="{5FC1A9B4-AD16-4E53-919C-38204BAF9E3C}"/>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2245970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Section title</a:t>
            </a:r>
          </a:p>
        </p:txBody>
      </p:sp>
      <p:pic>
        <p:nvPicPr>
          <p:cNvPr id="6" name="Picture 5">
            <a:extLst>
              <a:ext uri="{FF2B5EF4-FFF2-40B4-BE49-F238E27FC236}">
                <a16:creationId xmlns:a16="http://schemas.microsoft.com/office/drawing/2014/main" id="{869F059F-BD0F-4211-86F6-E960C3EC183D}"/>
              </a:ext>
            </a:extLst>
          </p:cNvPr>
          <p:cNvPicPr>
            <a:picLocks noChangeAspect="1"/>
          </p:cNvPicPr>
          <p:nvPr userDrawn="1"/>
        </p:nvPicPr>
        <p:blipFill>
          <a:blip r:embed="rId2"/>
          <a:stretch>
            <a:fillRect/>
          </a:stretch>
        </p:blipFill>
        <p:spPr>
          <a:xfrm>
            <a:off x="9344025" y="3898483"/>
            <a:ext cx="2265363" cy="2370555"/>
          </a:xfrm>
          <a:prstGeom prst="rect">
            <a:avLst/>
          </a:prstGeom>
        </p:spPr>
      </p:pic>
    </p:spTree>
    <p:extLst>
      <p:ext uri="{BB962C8B-B14F-4D97-AF65-F5344CB8AC3E}">
        <p14:creationId xmlns:p14="http://schemas.microsoft.com/office/powerpoint/2010/main" val="8717195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101926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1683783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Section title 1">
    <p:bg>
      <p:bgPr>
        <a:solidFill>
          <a:schemeClr val="bg1"/>
        </a:solidFill>
        <a:effectLst/>
      </p:bgPr>
    </p:bg>
    <p:spTree>
      <p:nvGrpSpPr>
        <p:cNvPr id="1" name=""/>
        <p:cNvGrpSpPr/>
        <p:nvPr/>
      </p:nvGrpSpPr>
      <p:grpSpPr>
        <a:xfrm>
          <a:off x="0" y="0"/>
          <a:ext cx="0" cy="0"/>
          <a:chOff x="0" y="0"/>
          <a:chExt cx="0" cy="0"/>
        </a:xfrm>
      </p:grpSpPr>
      <p:sp>
        <p:nvSpPr>
          <p:cNvPr id="4" name="Title 35"/>
          <p:cNvSpPr>
            <a:spLocks noGrp="1"/>
          </p:cNvSpPr>
          <p:nvPr>
            <p:ph type="title" hasCustomPrompt="1"/>
          </p:nvPr>
        </p:nvSpPr>
        <p:spPr>
          <a:xfrm>
            <a:off x="455994" y="941692"/>
            <a:ext cx="7454643" cy="3558191"/>
          </a:xfrm>
          <a:prstGeom prst="rect">
            <a:avLst/>
          </a:prstGeom>
          <a:noFill/>
        </p:spPr>
        <p:txBody>
          <a:bodyPr vert="horz" wrap="square" lIns="0" tIns="0" rIns="0" bIns="0" rtlCol="0" anchor="t" anchorCtr="0">
            <a:noAutofit/>
          </a:bodyPr>
          <a:lstStyle>
            <a:lvl1pPr>
              <a:defRPr lang="en-US" sz="4705" spc="-49" baseline="0" dirty="0">
                <a:solidFill>
                  <a:srgbClr val="000000"/>
                </a:solidFill>
              </a:defRPr>
            </a:lvl1pPr>
          </a:lstStyle>
          <a:p>
            <a:pPr marL="0" lvl="0">
              <a:lnSpc>
                <a:spcPts val="5490"/>
              </a:lnSpc>
            </a:pPr>
            <a:r>
              <a:rPr lang="en-US" dirty="0"/>
              <a:t>Section title</a:t>
            </a:r>
          </a:p>
        </p:txBody>
      </p:sp>
    </p:spTree>
    <p:extLst>
      <p:ext uri="{BB962C8B-B14F-4D97-AF65-F5344CB8AC3E}">
        <p14:creationId xmlns:p14="http://schemas.microsoft.com/office/powerpoint/2010/main" val="3169531958"/>
      </p:ext>
    </p:extLst>
  </p:cSld>
  <p:clrMapOvr>
    <a:masterClrMapping/>
  </p:clrMapOvr>
  <p:transition>
    <p:fade/>
  </p:transition>
  <p:hf sldNum="0" hdr="0" ftr="0" dt="0"/>
</p:sldLayout>
</file>

<file path=ppt/slideLayouts/slideLayout67.xml><?xml version="1.0" encoding="utf-8"?>
<p:sldLayout xmlns:a="http://schemas.openxmlformats.org/drawingml/2006/main" xmlns:r="http://schemas.openxmlformats.org/officeDocument/2006/relationships" xmlns:p="http://schemas.openxmlformats.org/presentationml/2006/main">
  <p:cSld name="Title square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accent3"/>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4" name="Picture Placeholder 3">
            <a:extLst>
              <a:ext uri="{FF2B5EF4-FFF2-40B4-BE49-F238E27FC236}">
                <a16:creationId xmlns:a16="http://schemas.microsoft.com/office/drawing/2014/main" id="{40BC5B99-509C-464A-99BC-BB61027E6D1A}"/>
              </a:ext>
            </a:extLst>
          </p:cNvPr>
          <p:cNvSpPr>
            <a:spLocks noGrp="1"/>
          </p:cNvSpPr>
          <p:nvPr>
            <p:ph type="pic" sz="quarter" idx="13"/>
          </p:nvPr>
        </p:nvSpPr>
        <p:spPr>
          <a:xfrm>
            <a:off x="5326063" y="0"/>
            <a:ext cx="6865937" cy="6858000"/>
          </a:xfrm>
        </p:spPr>
        <p:txBody>
          <a:bodyPr/>
          <a:lstStyle/>
          <a:p>
            <a:r>
              <a:rPr lang="en-US"/>
              <a:t>Click icon to add picture</a:t>
            </a:r>
          </a:p>
        </p:txBody>
      </p:sp>
    </p:spTree>
    <p:extLst>
      <p:ext uri="{BB962C8B-B14F-4D97-AF65-F5344CB8AC3E}">
        <p14:creationId xmlns:p14="http://schemas.microsoft.com/office/powerpoint/2010/main" val="201034938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cSld name="单栏">
    <p:spTree>
      <p:nvGrpSpPr>
        <p:cNvPr id="1" name=""/>
        <p:cNvGrpSpPr/>
        <p:nvPr/>
      </p:nvGrpSpPr>
      <p:grpSpPr>
        <a:xfrm>
          <a:off x="0" y="0"/>
          <a:ext cx="0" cy="0"/>
          <a:chOff x="0" y="0"/>
          <a:chExt cx="0" cy="0"/>
        </a:xfrm>
      </p:grpSpPr>
      <p:sp>
        <p:nvSpPr>
          <p:cNvPr id="3" name="內容版面配置區 2"/>
          <p:cNvSpPr>
            <a:spLocks noGrp="1"/>
          </p:cNvSpPr>
          <p:nvPr>
            <p:ph idx="1"/>
          </p:nvPr>
        </p:nvSpPr>
        <p:spPr>
          <a:xfrm>
            <a:off x="334436" y="1120776"/>
            <a:ext cx="11523132" cy="1876749"/>
          </a:xfrm>
          <a:prstGeom prst="rect">
            <a:avLst/>
          </a:prstGeom>
        </p:spPr>
        <p:txBody>
          <a:bodyPr lIns="121917" tIns="60958" rIns="121917" bIns="60958"/>
          <a:lstStyle>
            <a:lvl1pPr marL="247552" indent="-247552">
              <a:lnSpc>
                <a:spcPct val="150000"/>
              </a:lnSpc>
              <a:spcBef>
                <a:spcPts val="515"/>
              </a:spcBef>
              <a:buClr>
                <a:schemeClr val="tx1">
                  <a:lumMod val="75000"/>
                  <a:lumOff val="25000"/>
                </a:schemeClr>
              </a:buClr>
              <a:buFont typeface="Arial" panose="020B0604020202020204"/>
              <a:buChar char="•"/>
              <a:defRPr sz="2400" b="1" baseline="0">
                <a:solidFill>
                  <a:srgbClr val="06397F"/>
                </a:solidFill>
                <a:latin typeface="微软雅黑" panose="020B0503020204020204" charset="-122"/>
                <a:ea typeface="微软雅黑" panose="020B0503020204020204" charset="-122"/>
                <a:cs typeface="微软雅黑" panose="020B0503020204020204" charset="-122"/>
              </a:defRPr>
            </a:lvl1pPr>
            <a:lvl2pPr marL="947683" indent="-361808">
              <a:lnSpc>
                <a:spcPct val="150000"/>
              </a:lnSpc>
              <a:spcBef>
                <a:spcPts val="935"/>
              </a:spcBef>
              <a:buClr>
                <a:schemeClr val="tx1">
                  <a:lumMod val="75000"/>
                  <a:lumOff val="25000"/>
                </a:schemeClr>
              </a:buClr>
              <a:buSzPct val="100000"/>
              <a:defRPr sz="2000" b="0" baseline="0">
                <a:solidFill>
                  <a:srgbClr val="404040"/>
                </a:solidFill>
                <a:latin typeface="微软雅黑" panose="020B0503020204020204" charset="-122"/>
                <a:ea typeface="微软雅黑" panose="020B0503020204020204" charset="-122"/>
                <a:cs typeface="微软雅黑" panose="020B0503020204020204" charset="-122"/>
              </a:defRPr>
            </a:lvl2pPr>
            <a:lvl3pPr marL="1195237" indent="-247552">
              <a:lnSpc>
                <a:spcPct val="150000"/>
              </a:lnSpc>
              <a:spcBef>
                <a:spcPts val="935"/>
              </a:spcBef>
              <a:buClr>
                <a:schemeClr val="tx1">
                  <a:lumMod val="75000"/>
                  <a:lumOff val="25000"/>
                </a:schemeClr>
              </a:buClr>
              <a:buSzPct val="100000"/>
              <a:defRPr sz="2400" b="0" baseline="0">
                <a:solidFill>
                  <a:srgbClr val="7F7F7F"/>
                </a:solidFill>
                <a:latin typeface="微软雅黑" panose="020B0503020204020204" charset="-122"/>
                <a:ea typeface="微软雅黑" panose="020B0503020204020204" charset="-122"/>
                <a:cs typeface="微软雅黑" panose="020B0503020204020204" charset="-122"/>
              </a:defRPr>
            </a:lvl3pPr>
            <a:lvl4pPr marL="95848" indent="0">
              <a:spcBef>
                <a:spcPts val="935"/>
              </a:spcBef>
              <a:buClr>
                <a:schemeClr val="tx1">
                  <a:lumMod val="75000"/>
                  <a:lumOff val="25000"/>
                </a:schemeClr>
              </a:buClr>
              <a:buSzPct val="100000"/>
              <a:buNone/>
              <a:defRPr sz="2400" b="0" baseline="0">
                <a:solidFill>
                  <a:srgbClr val="7F7F7F"/>
                </a:solidFill>
                <a:latin typeface="微软雅黑" panose="020B0503020204020204" charset="-122"/>
                <a:ea typeface="微软雅黑" panose="020B0503020204020204" charset="-122"/>
                <a:cs typeface="微软雅黑" panose="020B0503020204020204" charset="-122"/>
              </a:defRPr>
            </a:lvl4pPr>
            <a:lvl5pPr marL="721713" indent="0">
              <a:spcBef>
                <a:spcPts val="935"/>
              </a:spcBef>
              <a:buClr>
                <a:schemeClr val="tx1">
                  <a:lumMod val="75000"/>
                  <a:lumOff val="25000"/>
                </a:schemeClr>
              </a:buClr>
              <a:buSzPct val="100000"/>
              <a:buNone/>
              <a:defRPr sz="2400" b="0" baseline="0">
                <a:solidFill>
                  <a:srgbClr val="7F7F7F"/>
                </a:solidFill>
                <a:latin typeface="微软雅黑" panose="020B0503020204020204" charset="-122"/>
                <a:ea typeface="微软雅黑" panose="020B0503020204020204" charset="-122"/>
                <a:cs typeface="微软雅黑" panose="020B0503020204020204" charset="-122"/>
              </a:defRPr>
            </a:lvl5pPr>
            <a:lvl6pPr marL="3503826" marR="0" indent="-457021" algn="l" defTabSz="609361" rtl="0" eaLnBrk="1" fontAlgn="auto" latinLnBrk="0" hangingPunct="1">
              <a:lnSpc>
                <a:spcPct val="100000"/>
              </a:lnSpc>
              <a:spcBef>
                <a:spcPts val="515"/>
              </a:spcBef>
              <a:spcAft>
                <a:spcPts val="0"/>
              </a:spcAft>
              <a:buClr>
                <a:schemeClr val="tx1">
                  <a:lumMod val="75000"/>
                  <a:lumOff val="25000"/>
                </a:schemeClr>
              </a:buClr>
              <a:buSzTx/>
              <a:buFont typeface="Arial" panose="020B0604020202020204"/>
              <a:buChar char="•"/>
              <a:defRPr sz="1600" baseline="0">
                <a:solidFill>
                  <a:schemeClr val="tx1">
                    <a:lumMod val="75000"/>
                    <a:lumOff val="25000"/>
                  </a:schemeClr>
                </a:solidFill>
              </a:defRPr>
            </a:lvl6pPr>
            <a:lvl7pPr>
              <a:spcBef>
                <a:spcPts val="515"/>
              </a:spcBef>
              <a:buClr>
                <a:schemeClr val="tx1">
                  <a:lumMod val="75000"/>
                  <a:lumOff val="25000"/>
                </a:schemeClr>
              </a:buClr>
              <a:defRPr sz="1600" baseline="0">
                <a:solidFill>
                  <a:schemeClr val="tx1">
                    <a:lumMod val="75000"/>
                    <a:lumOff val="25000"/>
                  </a:schemeClr>
                </a:solidFill>
              </a:defRPr>
            </a:lvl7pPr>
            <a:lvl8pPr marL="4113187" marR="0" indent="0" algn="l" defTabSz="609361" rtl="0" eaLnBrk="1" fontAlgn="auto" latinLnBrk="0" hangingPunct="1">
              <a:lnSpc>
                <a:spcPct val="100000"/>
              </a:lnSpc>
              <a:spcBef>
                <a:spcPts val="515"/>
              </a:spcBef>
              <a:spcAft>
                <a:spcPts val="0"/>
              </a:spcAft>
              <a:buClr>
                <a:schemeClr val="tx1">
                  <a:lumMod val="75000"/>
                  <a:lumOff val="25000"/>
                </a:schemeClr>
              </a:buClr>
              <a:buSzTx/>
              <a:buFont typeface="Arial" panose="020B0604020202020204"/>
              <a:buNone/>
              <a:defRPr sz="1600" baseline="0">
                <a:solidFill>
                  <a:schemeClr val="tx1">
                    <a:lumMod val="75000"/>
                    <a:lumOff val="25000"/>
                  </a:schemeClr>
                </a:solidFill>
              </a:defRPr>
            </a:lvl8pPr>
            <a:lvl9pPr>
              <a:spcBef>
                <a:spcPts val="515"/>
              </a:spcBef>
              <a:buClr>
                <a:schemeClr val="tx1">
                  <a:lumMod val="75000"/>
                  <a:lumOff val="25000"/>
                </a:schemeClr>
              </a:buClr>
              <a:defRPr sz="1600">
                <a:solidFill>
                  <a:schemeClr val="tx1">
                    <a:lumMod val="75000"/>
                    <a:lumOff val="25000"/>
                  </a:schemeClr>
                </a:solidFill>
              </a:defRPr>
            </a:lvl9pPr>
          </a:lstStyle>
          <a:p>
            <a:pPr lvl="0"/>
            <a:r>
              <a:rPr lang="zh-TW" altLang="en-US"/>
              <a:t>单击此处编辑母版文本样式</a:t>
            </a:r>
          </a:p>
          <a:p>
            <a:pPr lvl="1"/>
            <a:r>
              <a:rPr lang="zh-TW" altLang="en-US"/>
              <a:t>二级</a:t>
            </a:r>
            <a:endParaRPr lang="en-US" altLang="zh-TW"/>
          </a:p>
          <a:p>
            <a:pPr lvl="2"/>
            <a:endParaRPr lang="zh-TW" altLang="en-US"/>
          </a:p>
        </p:txBody>
      </p:sp>
      <p:sp>
        <p:nvSpPr>
          <p:cNvPr id="5" name="標題版面配置區 1"/>
          <p:cNvSpPr>
            <a:spLocks noGrp="1"/>
          </p:cNvSpPr>
          <p:nvPr>
            <p:ph type="title"/>
          </p:nvPr>
        </p:nvSpPr>
        <p:spPr bwMode="auto">
          <a:xfrm>
            <a:off x="334435" y="260349"/>
            <a:ext cx="11523133" cy="755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0"/>
            <a:r>
              <a:rPr lang="zh-TW" altLang="en-US"/>
              <a:t>单击此处编辑母版标题样式</a:t>
            </a:r>
          </a:p>
        </p:txBody>
      </p:sp>
      <p:sp>
        <p:nvSpPr>
          <p:cNvPr id="4" name="投影片編號版面配置區 5"/>
          <p:cNvSpPr>
            <a:spLocks noGrp="1"/>
          </p:cNvSpPr>
          <p:nvPr>
            <p:ph type="sldNum" sz="quarter" idx="10"/>
          </p:nvPr>
        </p:nvSpPr>
        <p:spPr/>
        <p:txBody>
          <a:bodyPr/>
          <a:lstStyle>
            <a:lvl1pPr>
              <a:defRPr>
                <a:solidFill>
                  <a:srgbClr val="404040"/>
                </a:solidFill>
              </a:defRPr>
            </a:lvl1pPr>
          </a:lstStyle>
          <a:p>
            <a:fld id="{586DD0BA-98A2-BB4B-AD49-BF6B8655A976}" type="slidenum">
              <a:rPr kumimoji="1" lang="zh-TW" altLang="en-US" smtClean="0"/>
              <a:t>‹#›</a:t>
            </a:fld>
            <a:endParaRPr kumimoji="1" lang="zh-TW" altLang="en-US"/>
          </a:p>
        </p:txBody>
      </p:sp>
    </p:spTree>
    <p:extLst>
      <p:ext uri="{BB962C8B-B14F-4D97-AF65-F5344CB8AC3E}">
        <p14:creationId xmlns:p14="http://schemas.microsoft.com/office/powerpoint/2010/main" val="2286747862"/>
      </p:ext>
    </p:extLst>
  </p:cSld>
  <p:clrMapOvr>
    <a:masterClrMapping/>
  </p:clrMapOvr>
  <p:transition spd="med">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6F251-0FA5-4553-AD0D-A0BC4D3F736F}"/>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5F049B8A-F163-4C49-A7E4-44A175746656}"/>
              </a:ext>
            </a:extLst>
          </p:cNvPr>
          <p:cNvSpPr>
            <a:spLocks noGrp="1"/>
          </p:cNvSpPr>
          <p:nvPr>
            <p:ph sz="quarter" idx="10"/>
          </p:nvPr>
        </p:nvSpPr>
        <p:spPr>
          <a:xfrm>
            <a:off x="588263" y="1462444"/>
            <a:ext cx="3467100" cy="430887"/>
          </a:xfrm>
        </p:spPr>
        <p:txBody>
          <a:bodyPr/>
          <a:lstStyle>
            <a:lvl1pPr marL="0" indent="0">
              <a:buNone/>
              <a:defRPr/>
            </a:lvl1pPr>
          </a:lstStyle>
          <a:p>
            <a:pPr lvl="0"/>
            <a:endParaRPr lang="en-GB"/>
          </a:p>
        </p:txBody>
      </p:sp>
      <p:sp>
        <p:nvSpPr>
          <p:cNvPr id="5" name="Content Placeholder 3">
            <a:extLst>
              <a:ext uri="{FF2B5EF4-FFF2-40B4-BE49-F238E27FC236}">
                <a16:creationId xmlns:a16="http://schemas.microsoft.com/office/drawing/2014/main" id="{74A4755C-7E24-4A6B-9365-425A30B33758}"/>
              </a:ext>
            </a:extLst>
          </p:cNvPr>
          <p:cNvSpPr>
            <a:spLocks noGrp="1"/>
          </p:cNvSpPr>
          <p:nvPr>
            <p:ph sz="quarter" idx="11"/>
          </p:nvPr>
        </p:nvSpPr>
        <p:spPr>
          <a:xfrm>
            <a:off x="588263" y="2129133"/>
            <a:ext cx="3467100" cy="430887"/>
          </a:xfrm>
        </p:spPr>
        <p:txBody>
          <a:bodyPr/>
          <a:lstStyle>
            <a:lvl1pPr marL="0" indent="0">
              <a:buNone/>
              <a:defRPr/>
            </a:lvl1pPr>
          </a:lstStyle>
          <a:p>
            <a:pPr lvl="0"/>
            <a:endParaRPr lang="en-GB"/>
          </a:p>
        </p:txBody>
      </p:sp>
      <p:sp>
        <p:nvSpPr>
          <p:cNvPr id="6" name="Content Placeholder 3">
            <a:extLst>
              <a:ext uri="{FF2B5EF4-FFF2-40B4-BE49-F238E27FC236}">
                <a16:creationId xmlns:a16="http://schemas.microsoft.com/office/drawing/2014/main" id="{9A127848-5DBA-405C-894B-C4EF77FA313C}"/>
              </a:ext>
            </a:extLst>
          </p:cNvPr>
          <p:cNvSpPr>
            <a:spLocks noGrp="1"/>
          </p:cNvSpPr>
          <p:nvPr>
            <p:ph sz="quarter" idx="12"/>
          </p:nvPr>
        </p:nvSpPr>
        <p:spPr>
          <a:xfrm>
            <a:off x="588263" y="2898457"/>
            <a:ext cx="3467100" cy="430887"/>
          </a:xfrm>
        </p:spPr>
        <p:txBody>
          <a:bodyPr/>
          <a:lstStyle>
            <a:lvl1pPr marL="0" indent="0">
              <a:buNone/>
              <a:defRPr/>
            </a:lvl1pPr>
          </a:lstStyle>
          <a:p>
            <a:pPr lvl="0"/>
            <a:endParaRPr lang="en-GB"/>
          </a:p>
        </p:txBody>
      </p:sp>
      <p:sp>
        <p:nvSpPr>
          <p:cNvPr id="7" name="Content Placeholder 3">
            <a:extLst>
              <a:ext uri="{FF2B5EF4-FFF2-40B4-BE49-F238E27FC236}">
                <a16:creationId xmlns:a16="http://schemas.microsoft.com/office/drawing/2014/main" id="{0EC302D3-2ADF-4DD3-AFD7-78622FBEE3AE}"/>
              </a:ext>
            </a:extLst>
          </p:cNvPr>
          <p:cNvSpPr>
            <a:spLocks noGrp="1"/>
          </p:cNvSpPr>
          <p:nvPr>
            <p:ph sz="quarter" idx="13"/>
          </p:nvPr>
        </p:nvSpPr>
        <p:spPr>
          <a:xfrm>
            <a:off x="588263" y="3568244"/>
            <a:ext cx="3467100" cy="430887"/>
          </a:xfrm>
        </p:spPr>
        <p:txBody>
          <a:bodyPr/>
          <a:lstStyle>
            <a:lvl1pPr marL="0" indent="0">
              <a:buNone/>
              <a:defRPr/>
            </a:lvl1pPr>
          </a:lstStyle>
          <a:p>
            <a:pPr lvl="0"/>
            <a:endParaRPr lang="en-GB"/>
          </a:p>
        </p:txBody>
      </p:sp>
      <p:sp>
        <p:nvSpPr>
          <p:cNvPr id="8" name="Content Placeholder 3">
            <a:extLst>
              <a:ext uri="{FF2B5EF4-FFF2-40B4-BE49-F238E27FC236}">
                <a16:creationId xmlns:a16="http://schemas.microsoft.com/office/drawing/2014/main" id="{9F2E7A03-654F-4E3B-BCA4-C6841E1553AA}"/>
              </a:ext>
            </a:extLst>
          </p:cNvPr>
          <p:cNvSpPr>
            <a:spLocks noGrp="1"/>
          </p:cNvSpPr>
          <p:nvPr>
            <p:ph sz="quarter" idx="14"/>
          </p:nvPr>
        </p:nvSpPr>
        <p:spPr>
          <a:xfrm>
            <a:off x="588263" y="4234933"/>
            <a:ext cx="3467100" cy="430887"/>
          </a:xfrm>
        </p:spPr>
        <p:txBody>
          <a:bodyPr/>
          <a:lstStyle>
            <a:lvl1pPr marL="0" indent="0">
              <a:buNone/>
              <a:defRPr/>
            </a:lvl1pPr>
          </a:lstStyle>
          <a:p>
            <a:pPr lvl="0"/>
            <a:endParaRPr lang="en-GB"/>
          </a:p>
        </p:txBody>
      </p:sp>
      <p:sp>
        <p:nvSpPr>
          <p:cNvPr id="9" name="Content Placeholder 3">
            <a:extLst>
              <a:ext uri="{FF2B5EF4-FFF2-40B4-BE49-F238E27FC236}">
                <a16:creationId xmlns:a16="http://schemas.microsoft.com/office/drawing/2014/main" id="{80E326F2-6350-41E7-A9E6-D7B74971427B}"/>
              </a:ext>
            </a:extLst>
          </p:cNvPr>
          <p:cNvSpPr>
            <a:spLocks noGrp="1"/>
          </p:cNvSpPr>
          <p:nvPr>
            <p:ph sz="quarter" idx="15"/>
          </p:nvPr>
        </p:nvSpPr>
        <p:spPr>
          <a:xfrm>
            <a:off x="4362450" y="1523940"/>
            <a:ext cx="3467100" cy="430887"/>
          </a:xfrm>
        </p:spPr>
        <p:txBody>
          <a:bodyPr/>
          <a:lstStyle>
            <a:lvl1pPr marL="0" indent="0">
              <a:buNone/>
              <a:defRPr/>
            </a:lvl1pPr>
          </a:lstStyle>
          <a:p>
            <a:pPr lvl="0"/>
            <a:endParaRPr lang="en-GB"/>
          </a:p>
        </p:txBody>
      </p:sp>
      <p:sp>
        <p:nvSpPr>
          <p:cNvPr id="10" name="Content Placeholder 3">
            <a:extLst>
              <a:ext uri="{FF2B5EF4-FFF2-40B4-BE49-F238E27FC236}">
                <a16:creationId xmlns:a16="http://schemas.microsoft.com/office/drawing/2014/main" id="{32520C77-517F-416F-8D78-E08924C4CAA8}"/>
              </a:ext>
            </a:extLst>
          </p:cNvPr>
          <p:cNvSpPr>
            <a:spLocks noGrp="1"/>
          </p:cNvSpPr>
          <p:nvPr>
            <p:ph sz="quarter" idx="16"/>
          </p:nvPr>
        </p:nvSpPr>
        <p:spPr>
          <a:xfrm>
            <a:off x="4362450" y="2252125"/>
            <a:ext cx="3467100" cy="430887"/>
          </a:xfrm>
        </p:spPr>
        <p:txBody>
          <a:bodyPr/>
          <a:lstStyle>
            <a:lvl1pPr marL="0" indent="0">
              <a:buNone/>
              <a:defRPr/>
            </a:lvl1pPr>
          </a:lstStyle>
          <a:p>
            <a:pPr lvl="0"/>
            <a:endParaRPr lang="en-GB"/>
          </a:p>
        </p:txBody>
      </p:sp>
      <p:sp>
        <p:nvSpPr>
          <p:cNvPr id="11" name="Content Placeholder 3">
            <a:extLst>
              <a:ext uri="{FF2B5EF4-FFF2-40B4-BE49-F238E27FC236}">
                <a16:creationId xmlns:a16="http://schemas.microsoft.com/office/drawing/2014/main" id="{24818278-DC97-40BC-868B-F3F2E6207E9E}"/>
              </a:ext>
            </a:extLst>
          </p:cNvPr>
          <p:cNvSpPr>
            <a:spLocks noGrp="1"/>
          </p:cNvSpPr>
          <p:nvPr>
            <p:ph sz="quarter" idx="17"/>
          </p:nvPr>
        </p:nvSpPr>
        <p:spPr>
          <a:xfrm>
            <a:off x="4362450" y="3021449"/>
            <a:ext cx="3467100" cy="430887"/>
          </a:xfrm>
        </p:spPr>
        <p:txBody>
          <a:bodyPr/>
          <a:lstStyle>
            <a:lvl1pPr marL="0" indent="0">
              <a:buNone/>
              <a:defRPr/>
            </a:lvl1pPr>
          </a:lstStyle>
          <a:p>
            <a:pPr lvl="0"/>
            <a:endParaRPr lang="en-GB"/>
          </a:p>
        </p:txBody>
      </p:sp>
      <p:sp>
        <p:nvSpPr>
          <p:cNvPr id="12" name="Content Placeholder 3">
            <a:extLst>
              <a:ext uri="{FF2B5EF4-FFF2-40B4-BE49-F238E27FC236}">
                <a16:creationId xmlns:a16="http://schemas.microsoft.com/office/drawing/2014/main" id="{1C83DB9D-A6D6-489F-988D-B7732148B15D}"/>
              </a:ext>
            </a:extLst>
          </p:cNvPr>
          <p:cNvSpPr>
            <a:spLocks noGrp="1"/>
          </p:cNvSpPr>
          <p:nvPr>
            <p:ph sz="quarter" idx="18"/>
          </p:nvPr>
        </p:nvSpPr>
        <p:spPr>
          <a:xfrm>
            <a:off x="4362450" y="3691236"/>
            <a:ext cx="3467100" cy="430887"/>
          </a:xfrm>
        </p:spPr>
        <p:txBody>
          <a:bodyPr/>
          <a:lstStyle>
            <a:lvl1pPr marL="0" indent="0">
              <a:buNone/>
              <a:defRPr/>
            </a:lvl1pPr>
          </a:lstStyle>
          <a:p>
            <a:pPr lvl="0"/>
            <a:endParaRPr lang="en-GB"/>
          </a:p>
        </p:txBody>
      </p:sp>
      <p:sp>
        <p:nvSpPr>
          <p:cNvPr id="13" name="Content Placeholder 3">
            <a:extLst>
              <a:ext uri="{FF2B5EF4-FFF2-40B4-BE49-F238E27FC236}">
                <a16:creationId xmlns:a16="http://schemas.microsoft.com/office/drawing/2014/main" id="{FC4C45E8-4779-4DCD-97DE-4DD44D303623}"/>
              </a:ext>
            </a:extLst>
          </p:cNvPr>
          <p:cNvSpPr>
            <a:spLocks noGrp="1"/>
          </p:cNvSpPr>
          <p:nvPr>
            <p:ph sz="quarter" idx="19"/>
          </p:nvPr>
        </p:nvSpPr>
        <p:spPr>
          <a:xfrm>
            <a:off x="4362450" y="4357925"/>
            <a:ext cx="3467100" cy="430887"/>
          </a:xfrm>
        </p:spPr>
        <p:txBody>
          <a:bodyPr/>
          <a:lstStyle>
            <a:lvl1pPr marL="0" indent="0">
              <a:buNone/>
              <a:defRPr/>
            </a:lvl1pPr>
          </a:lstStyle>
          <a:p>
            <a:pPr lvl="0"/>
            <a:endParaRPr lang="en-GB"/>
          </a:p>
        </p:txBody>
      </p:sp>
    </p:spTree>
    <p:extLst>
      <p:ext uri="{BB962C8B-B14F-4D97-AF65-F5344CB8AC3E}">
        <p14:creationId xmlns:p14="http://schemas.microsoft.com/office/powerpoint/2010/main" val="234520952"/>
      </p:ext>
    </p:extLst>
  </p:cSld>
  <p:clrMapOvr>
    <a:masterClrMapping/>
  </p:clrMapOvr>
  <p:transition>
    <p:fade/>
  </p:transition>
  <p:extLst>
    <p:ext uri="{DCECCB84-F9BA-43D5-87BE-67443E8EF086}">
      <p15:sldGuideLst xmlns:p15="http://schemas.microsoft.com/office/powerpoint/2012/main">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4160B-D047-468B-B990-3695F908617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3F933903-C383-47C8-819F-65CF03CF1C87}"/>
              </a:ext>
            </a:extLst>
          </p:cNvPr>
          <p:cNvSpPr>
            <a:spLocks noGrp="1"/>
          </p:cNvSpPr>
          <p:nvPr>
            <p:ph sz="quarter" idx="10"/>
          </p:nvPr>
        </p:nvSpPr>
        <p:spPr>
          <a:xfrm>
            <a:off x="1143000" y="1885950"/>
            <a:ext cx="2857500" cy="430887"/>
          </a:xfrm>
        </p:spPr>
        <p:txBody>
          <a:bodyPr/>
          <a:lstStyle>
            <a:lvl1pPr marL="0" indent="0">
              <a:buNone/>
              <a:defRPr/>
            </a:lvl1pPr>
          </a:lstStyle>
          <a:p>
            <a:pPr lvl="0"/>
            <a:endParaRPr lang="en-GB"/>
          </a:p>
        </p:txBody>
      </p:sp>
      <p:sp>
        <p:nvSpPr>
          <p:cNvPr id="5" name="Content Placeholder 3">
            <a:extLst>
              <a:ext uri="{FF2B5EF4-FFF2-40B4-BE49-F238E27FC236}">
                <a16:creationId xmlns:a16="http://schemas.microsoft.com/office/drawing/2014/main" id="{4F1F83C6-B87A-4722-96AD-32D6B4E5B3C9}"/>
              </a:ext>
            </a:extLst>
          </p:cNvPr>
          <p:cNvSpPr>
            <a:spLocks noGrp="1"/>
          </p:cNvSpPr>
          <p:nvPr>
            <p:ph sz="quarter" idx="11"/>
          </p:nvPr>
        </p:nvSpPr>
        <p:spPr>
          <a:xfrm>
            <a:off x="1143000" y="2678787"/>
            <a:ext cx="2857500" cy="430887"/>
          </a:xfrm>
        </p:spPr>
        <p:txBody>
          <a:bodyPr/>
          <a:lstStyle>
            <a:lvl1pPr marL="0" indent="0">
              <a:buNone/>
              <a:defRPr/>
            </a:lvl1pPr>
          </a:lstStyle>
          <a:p>
            <a:pPr lvl="0"/>
            <a:endParaRPr lang="en-GB"/>
          </a:p>
        </p:txBody>
      </p:sp>
      <p:sp>
        <p:nvSpPr>
          <p:cNvPr id="6" name="Content Placeholder 3">
            <a:extLst>
              <a:ext uri="{FF2B5EF4-FFF2-40B4-BE49-F238E27FC236}">
                <a16:creationId xmlns:a16="http://schemas.microsoft.com/office/drawing/2014/main" id="{8964C8B2-62FA-4CEA-BD93-7F67F3AFCC2F}"/>
              </a:ext>
            </a:extLst>
          </p:cNvPr>
          <p:cNvSpPr>
            <a:spLocks noGrp="1"/>
          </p:cNvSpPr>
          <p:nvPr>
            <p:ph sz="quarter" idx="12"/>
          </p:nvPr>
        </p:nvSpPr>
        <p:spPr>
          <a:xfrm>
            <a:off x="1143000" y="3532883"/>
            <a:ext cx="2857500" cy="430887"/>
          </a:xfrm>
        </p:spPr>
        <p:txBody>
          <a:bodyPr/>
          <a:lstStyle>
            <a:lvl1pPr marL="0" indent="0">
              <a:buNone/>
              <a:defRPr/>
            </a:lvl1pPr>
          </a:lstStyle>
          <a:p>
            <a:pPr lvl="0"/>
            <a:endParaRPr lang="en-GB"/>
          </a:p>
        </p:txBody>
      </p:sp>
      <p:sp>
        <p:nvSpPr>
          <p:cNvPr id="7" name="Content Placeholder 3">
            <a:extLst>
              <a:ext uri="{FF2B5EF4-FFF2-40B4-BE49-F238E27FC236}">
                <a16:creationId xmlns:a16="http://schemas.microsoft.com/office/drawing/2014/main" id="{1DAB64C3-36CF-4D94-A5D9-45859A0B452B}"/>
              </a:ext>
            </a:extLst>
          </p:cNvPr>
          <p:cNvSpPr>
            <a:spLocks noGrp="1"/>
          </p:cNvSpPr>
          <p:nvPr>
            <p:ph sz="quarter" idx="13"/>
          </p:nvPr>
        </p:nvSpPr>
        <p:spPr>
          <a:xfrm>
            <a:off x="1143000" y="4325720"/>
            <a:ext cx="2857500" cy="430887"/>
          </a:xfrm>
        </p:spPr>
        <p:txBody>
          <a:bodyPr/>
          <a:lstStyle>
            <a:lvl1pPr marL="0" indent="0">
              <a:buNone/>
              <a:defRPr/>
            </a:lvl1pPr>
          </a:lstStyle>
          <a:p>
            <a:pPr lvl="0"/>
            <a:endParaRPr lang="en-GB"/>
          </a:p>
        </p:txBody>
      </p:sp>
      <p:sp>
        <p:nvSpPr>
          <p:cNvPr id="8" name="Content Placeholder 3">
            <a:extLst>
              <a:ext uri="{FF2B5EF4-FFF2-40B4-BE49-F238E27FC236}">
                <a16:creationId xmlns:a16="http://schemas.microsoft.com/office/drawing/2014/main" id="{5799E43E-AB54-4588-92E3-03AE9217F05F}"/>
              </a:ext>
            </a:extLst>
          </p:cNvPr>
          <p:cNvSpPr>
            <a:spLocks noGrp="1"/>
          </p:cNvSpPr>
          <p:nvPr>
            <p:ph sz="quarter" idx="14"/>
          </p:nvPr>
        </p:nvSpPr>
        <p:spPr>
          <a:xfrm>
            <a:off x="1143000" y="5259170"/>
            <a:ext cx="2857500" cy="430887"/>
          </a:xfrm>
        </p:spPr>
        <p:txBody>
          <a:bodyPr/>
          <a:lstStyle>
            <a:lvl1pPr marL="0" indent="0">
              <a:buNone/>
              <a:defRPr/>
            </a:lvl1pPr>
          </a:lstStyle>
          <a:p>
            <a:pPr lvl="0"/>
            <a:endParaRPr lang="en-GB"/>
          </a:p>
        </p:txBody>
      </p:sp>
      <p:sp>
        <p:nvSpPr>
          <p:cNvPr id="9" name="Rectangle 8">
            <a:extLst>
              <a:ext uri="{FF2B5EF4-FFF2-40B4-BE49-F238E27FC236}">
                <a16:creationId xmlns:a16="http://schemas.microsoft.com/office/drawing/2014/main" id="{BBA25C93-8129-4DE6-9660-1D8EF3351639}"/>
              </a:ext>
              <a:ext uri="{C183D7F6-B498-43B3-948B-1728B52AA6E4}">
                <adec:decorative xmlns:adec="http://schemas.microsoft.com/office/drawing/2017/decorative" val="1"/>
              </a:ext>
            </a:extLst>
          </p:cNvPr>
          <p:cNvSpPr/>
          <p:nvPr userDrawn="1"/>
        </p:nvSpPr>
        <p:spPr>
          <a:xfrm>
            <a:off x="4625596" y="3378101"/>
            <a:ext cx="3413456" cy="824603"/>
          </a:xfrm>
          <a:prstGeom prst="rect">
            <a:avLst/>
          </a:prstGeom>
          <a:solidFill>
            <a:srgbClr val="000000"/>
          </a:solidFill>
          <a:ln w="3175" cap="flat" cmpd="sng" algn="ctr">
            <a:solidFill>
              <a:srgbClr val="50E6FF"/>
            </a:solidFill>
            <a:prstDash val="solid"/>
            <a:headEnd type="none" w="med" len="med"/>
            <a:tailEnd type="none" w="med" len="med"/>
          </a:ln>
          <a:effectLst>
            <a:outerShdw blurRad="571500" algn="tl" rotWithShape="0">
              <a:srgbClr val="0078D4">
                <a:alpha val="70000"/>
              </a:srgbClr>
            </a:outerShdw>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0" tIns="146304" rIns="0" bIns="146304" numCol="1" spcCol="0" rtlCol="0" fromWordArt="0" anchor="ctr" anchorCtr="1"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50E6FF"/>
              </a:solidFill>
              <a:effectLst/>
              <a:uLnTx/>
              <a:uFillTx/>
              <a:latin typeface="Segoe UI Semibold"/>
              <a:ea typeface="+mj-ea"/>
              <a:cs typeface="+mj-cs"/>
            </a:endParaRPr>
          </a:p>
        </p:txBody>
      </p:sp>
      <p:sp>
        <p:nvSpPr>
          <p:cNvPr id="10" name="Rectangle 9">
            <a:extLst>
              <a:ext uri="{FF2B5EF4-FFF2-40B4-BE49-F238E27FC236}">
                <a16:creationId xmlns:a16="http://schemas.microsoft.com/office/drawing/2014/main" id="{4C052C99-B10B-4749-AB59-D659F1583104}"/>
              </a:ext>
              <a:ext uri="{C183D7F6-B498-43B3-948B-1728B52AA6E4}">
                <adec:decorative xmlns:adec="http://schemas.microsoft.com/office/drawing/2017/decorative" val="1"/>
              </a:ext>
            </a:extLst>
          </p:cNvPr>
          <p:cNvSpPr/>
          <p:nvPr userDrawn="1"/>
        </p:nvSpPr>
        <p:spPr>
          <a:xfrm>
            <a:off x="8274049" y="3381627"/>
            <a:ext cx="3413456" cy="824603"/>
          </a:xfrm>
          <a:prstGeom prst="rect">
            <a:avLst/>
          </a:prstGeom>
          <a:solidFill>
            <a:srgbClr val="000000"/>
          </a:solidFill>
          <a:ln w="3175" cap="flat" cmpd="sng" algn="ctr">
            <a:solidFill>
              <a:srgbClr val="50E6FF"/>
            </a:solidFill>
            <a:prstDash val="solid"/>
            <a:headEnd type="none" w="med" len="med"/>
            <a:tailEnd type="none" w="med" len="med"/>
          </a:ln>
          <a:effectLst>
            <a:outerShdw blurRad="571500" algn="tl" rotWithShape="0">
              <a:srgbClr val="0078D4">
                <a:alpha val="70000"/>
              </a:srgbClr>
            </a:outerShdw>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0" tIns="146304" rIns="0" bIns="146304" numCol="1" spcCol="0" rtlCol="0" fromWordArt="0" anchor="ctr" anchorCtr="1"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50E6FF"/>
              </a:solidFill>
              <a:effectLst/>
              <a:uLnTx/>
              <a:uFillTx/>
              <a:latin typeface="Segoe UI Semibold"/>
              <a:ea typeface="+mj-ea"/>
              <a:cs typeface="+mj-cs"/>
            </a:endParaRPr>
          </a:p>
        </p:txBody>
      </p:sp>
      <p:sp>
        <p:nvSpPr>
          <p:cNvPr id="11" name="Rectangle 10">
            <a:extLst>
              <a:ext uri="{FF2B5EF4-FFF2-40B4-BE49-F238E27FC236}">
                <a16:creationId xmlns:a16="http://schemas.microsoft.com/office/drawing/2014/main" id="{E11860BC-A148-4C3B-88A7-EF3EF39F262D}"/>
              </a:ext>
              <a:ext uri="{C183D7F6-B498-43B3-948B-1728B52AA6E4}">
                <adec:decorative xmlns:adec="http://schemas.microsoft.com/office/drawing/2017/decorative" val="1"/>
              </a:ext>
            </a:extLst>
          </p:cNvPr>
          <p:cNvSpPr/>
          <p:nvPr userDrawn="1"/>
        </p:nvSpPr>
        <p:spPr bwMode="auto">
          <a:xfrm>
            <a:off x="6174615" y="5144164"/>
            <a:ext cx="3798891" cy="842261"/>
          </a:xfrm>
          <a:prstGeom prst="rect">
            <a:avLst/>
          </a:prstGeom>
          <a:solidFill>
            <a:srgbClr val="000000"/>
          </a:solidFill>
          <a:ln w="3175" cap="flat" cmpd="sng" algn="ctr">
            <a:solidFill>
              <a:schemeClr val="accent1"/>
            </a:solidFill>
            <a:prstDash val="solid"/>
            <a:headEnd type="none" w="med" len="med"/>
            <a:tailEnd type="none" w="med" len="med"/>
          </a:ln>
          <a:effectLst>
            <a:outerShdw blurRad="571500" algn="tl" rotWithShape="0">
              <a:srgbClr val="0078D4">
                <a:alpha val="70000"/>
              </a:srgbClr>
            </a:outerShdw>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0" tIns="146304" rIns="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err="1">
              <a:ln>
                <a:noFill/>
              </a:ln>
              <a:solidFill>
                <a:srgbClr val="50E6FF"/>
              </a:solidFill>
              <a:effectLst/>
              <a:uLnTx/>
              <a:uFillTx/>
              <a:latin typeface="Segoe UI"/>
              <a:ea typeface="+mj-ea"/>
              <a:cs typeface="+mj-cs"/>
            </a:endParaRPr>
          </a:p>
        </p:txBody>
      </p:sp>
      <p:sp>
        <p:nvSpPr>
          <p:cNvPr id="12" name="Rectangle 11">
            <a:extLst>
              <a:ext uri="{FF2B5EF4-FFF2-40B4-BE49-F238E27FC236}">
                <a16:creationId xmlns:a16="http://schemas.microsoft.com/office/drawing/2014/main" id="{881D0CF2-0738-4A1A-A825-A9C4D5001FB1}"/>
              </a:ext>
              <a:ext uri="{C183D7F6-B498-43B3-948B-1728B52AA6E4}">
                <adec:decorative xmlns:adec="http://schemas.microsoft.com/office/drawing/2017/decorative" val="1"/>
              </a:ext>
            </a:extLst>
          </p:cNvPr>
          <p:cNvSpPr/>
          <p:nvPr userDrawn="1"/>
        </p:nvSpPr>
        <p:spPr>
          <a:xfrm>
            <a:off x="4198778" y="1965444"/>
            <a:ext cx="7488728" cy="864314"/>
          </a:xfrm>
          <a:prstGeom prst="rect">
            <a:avLst/>
          </a:prstGeom>
          <a:solidFill>
            <a:srgbClr val="000000"/>
          </a:solidFill>
          <a:ln w="3175" cap="flat" cmpd="sng" algn="ctr">
            <a:solidFill>
              <a:schemeClr val="accent1"/>
            </a:solidFill>
            <a:prstDash val="solid"/>
            <a:headEnd type="none" w="med" len="med"/>
            <a:tailEnd type="none" w="med" len="med"/>
          </a:ln>
          <a:effectLst>
            <a:outerShdw blurRad="571500" algn="tl" rotWithShape="0">
              <a:srgbClr val="0078D4">
                <a:alpha val="70000"/>
              </a:srgbClr>
            </a:outerShdw>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0" tIns="146304" rIns="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E6FF"/>
              </a:solidFill>
              <a:effectLst/>
              <a:uLnTx/>
              <a:uFillTx/>
              <a:latin typeface="Segoe UI"/>
              <a:ea typeface="+mj-ea"/>
              <a:cs typeface="+mj-cs"/>
            </a:endParaRPr>
          </a:p>
        </p:txBody>
      </p:sp>
      <p:sp>
        <p:nvSpPr>
          <p:cNvPr id="13" name="Content Placeholder 12">
            <a:extLst>
              <a:ext uri="{FF2B5EF4-FFF2-40B4-BE49-F238E27FC236}">
                <a16:creationId xmlns:a16="http://schemas.microsoft.com/office/drawing/2014/main" id="{54C1AEDD-4951-4E1B-A835-D483AAE7D678}"/>
              </a:ext>
            </a:extLst>
          </p:cNvPr>
          <p:cNvSpPr>
            <a:spLocks noGrp="1"/>
          </p:cNvSpPr>
          <p:nvPr>
            <p:ph sz="quarter" idx="15"/>
          </p:nvPr>
        </p:nvSpPr>
        <p:spPr>
          <a:xfrm>
            <a:off x="4000500" y="1385888"/>
            <a:ext cx="3425825" cy="1444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1081166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E64B7-7C8F-074E-9CAB-108433607D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642D9BF-688D-7E43-A6B3-BE162163A2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9FB69A-B801-BB4C-B45C-3F4F6B8E792B}"/>
              </a:ext>
            </a:extLst>
          </p:cNvPr>
          <p:cNvSpPr>
            <a:spLocks noGrp="1"/>
          </p:cNvSpPr>
          <p:nvPr>
            <p:ph type="dt" sz="half" idx="10"/>
          </p:nvPr>
        </p:nvSpPr>
        <p:spPr/>
        <p:txBody>
          <a:bodyPr/>
          <a:lstStyle/>
          <a:p>
            <a:fld id="{7C5B76DA-FCC2-6146-AFC9-E5F180670763}" type="datetimeFigureOut">
              <a:rPr lang="en-US" smtClean="0"/>
              <a:t>7/10/2022</a:t>
            </a:fld>
            <a:endParaRPr lang="en-US"/>
          </a:p>
        </p:txBody>
      </p:sp>
      <p:sp>
        <p:nvSpPr>
          <p:cNvPr id="5" name="Footer Placeholder 4">
            <a:extLst>
              <a:ext uri="{FF2B5EF4-FFF2-40B4-BE49-F238E27FC236}">
                <a16:creationId xmlns:a16="http://schemas.microsoft.com/office/drawing/2014/main" id="{2FCDA7CF-A6DA-764E-9D97-4BBD91F2BF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366E91-E281-EE45-99C0-CF8419420C35}"/>
              </a:ext>
            </a:extLst>
          </p:cNvPr>
          <p:cNvSpPr>
            <a:spLocks noGrp="1"/>
          </p:cNvSpPr>
          <p:nvPr>
            <p:ph type="sldNum" sz="quarter" idx="12"/>
          </p:nvPr>
        </p:nvSpPr>
        <p:spPr/>
        <p:txBody>
          <a:bodyPr/>
          <a:lstStyle/>
          <a:p>
            <a:fld id="{5B529444-F807-E748-98D8-DF37094D95C9}" type="slidenum">
              <a:rPr lang="en-US" smtClean="0"/>
              <a:t>‹#›</a:t>
            </a:fld>
            <a:endParaRPr lang="en-US"/>
          </a:p>
        </p:txBody>
      </p:sp>
    </p:spTree>
    <p:extLst>
      <p:ext uri="{BB962C8B-B14F-4D97-AF65-F5344CB8AC3E}">
        <p14:creationId xmlns:p14="http://schemas.microsoft.com/office/powerpoint/2010/main" val="42243678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800" strike="noStrike" spc="-49" baseline="0">
                <a:solidFill>
                  <a:schemeClr val="tx2"/>
                </a:solidFill>
              </a:defRPr>
            </a:lvl1pPr>
          </a:lstStyle>
          <a:p>
            <a:r>
              <a:rPr lang="en-US">
                <a:solidFill>
                  <a:schemeClr val="tx1"/>
                </a:solidFill>
              </a:rPr>
              <a:t>Microsoft Security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50DC78AD-4336-4E8D-8F70-4C35FEF409C7}"/>
              </a:ext>
            </a:extLst>
          </p:cNvPr>
          <p:cNvPicPr>
            <a:picLocks noChangeAspect="1"/>
          </p:cNvPicPr>
          <p:nvPr/>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195727153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800" strike="noStrike" spc="-49" baseline="0">
                <a:solidFill>
                  <a:schemeClr val="bg1"/>
                </a:solidFill>
              </a:defRPr>
            </a:lvl1pPr>
          </a:lstStyle>
          <a:p>
            <a:r>
              <a:rPr lang="en-US"/>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chemeClr val="bg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solidFill>
                  <a:schemeClr val="bg1"/>
                </a:solidFill>
              </a:rPr>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0AF2B48A-0CD5-4E5D-BBFC-0FF17E42D728}"/>
              </a:ext>
            </a:extLst>
          </p:cNvPr>
          <p:cNvPicPr>
            <a:picLocks noChangeAspect="1"/>
          </p:cNvPicPr>
          <p:nvPr/>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21304853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800" strike="noStrike" spc="-49" baseline="0">
                <a:solidFill>
                  <a:srgbClr val="000000"/>
                </a:solidFill>
              </a:defRPr>
            </a:lvl1pPr>
          </a:lstStyle>
          <a:p>
            <a:r>
              <a:rPr lang="en-US"/>
              <a:t>Azure presentation</a:t>
            </a:r>
            <a:br>
              <a:rPr lang="en-US"/>
            </a:br>
            <a:r>
              <a:rPr lang="en-US"/>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p:nvSpPr>
        <p:spPr>
          <a:xfrm>
            <a:off x="442466"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r>
              <a:rPr lang="en-US"/>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DA65376C-9C1C-452A-9C27-75EE7927ABA8}"/>
              </a:ext>
            </a:extLst>
          </p:cNvPr>
          <p:cNvPicPr>
            <a:picLocks noChangeAspect="1"/>
          </p:cNvPicPr>
          <p:nvPr/>
        </p:nvPicPr>
        <p:blipFill>
          <a:blip r:embed="rId2"/>
          <a:stretch>
            <a:fillRect/>
          </a:stretch>
        </p:blipFill>
        <p:spPr>
          <a:xfrm>
            <a:off x="136885" y="159691"/>
            <a:ext cx="2635247" cy="871753"/>
          </a:xfrm>
          <a:prstGeom prst="rect">
            <a:avLst/>
          </a:prstGeom>
        </p:spPr>
      </p:pic>
      <p:pic>
        <p:nvPicPr>
          <p:cNvPr id="4" name="Picture 3">
            <a:extLst>
              <a:ext uri="{FF2B5EF4-FFF2-40B4-BE49-F238E27FC236}">
                <a16:creationId xmlns:a16="http://schemas.microsoft.com/office/drawing/2014/main" id="{C4B6689F-D3DF-4DE9-BFA0-0A8E724877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7617" y="0"/>
            <a:ext cx="5973790" cy="6858000"/>
          </a:xfrm>
          <a:prstGeom prst="rect">
            <a:avLst/>
          </a:prstGeom>
        </p:spPr>
      </p:pic>
    </p:spTree>
    <p:extLst>
      <p:ext uri="{BB962C8B-B14F-4D97-AF65-F5344CB8AC3E}">
        <p14:creationId xmlns:p14="http://schemas.microsoft.com/office/powerpoint/2010/main" val="2764488484"/>
      </p:ext>
    </p:extLst>
  </p:cSld>
  <p:clrMapOvr>
    <a:masterClrMapping/>
  </p:clrMapOvr>
  <p:transition>
    <p:fade/>
  </p:transition>
  <p:hf sldNum="0" hdr="0" ftr="0" dt="0"/>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800" strike="noStrike" spc="-49"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p:nvSpPr>
        <p:spPr bwMode="auto">
          <a:xfrm>
            <a:off x="6383137" y="589416"/>
            <a:ext cx="5671978" cy="5679168"/>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4" name="Picture 3" descr="A picture containing drawing&#10;&#10;Description automatically generated">
            <a:extLst>
              <a:ext uri="{FF2B5EF4-FFF2-40B4-BE49-F238E27FC236}">
                <a16:creationId xmlns:a16="http://schemas.microsoft.com/office/drawing/2014/main" id="{57D6331F-1A15-46AA-A57A-300CC97487E4}"/>
              </a:ext>
            </a:extLst>
          </p:cNvPr>
          <p:cNvPicPr>
            <a:picLocks noChangeAspect="1"/>
          </p:cNvPicPr>
          <p:nvPr/>
        </p:nvPicPr>
        <p:blipFill>
          <a:blip r:embed="rId2"/>
          <a:stretch>
            <a:fillRect/>
          </a:stretch>
        </p:blipFill>
        <p:spPr>
          <a:xfrm>
            <a:off x="136885" y="159691"/>
            <a:ext cx="2635247" cy="871753"/>
          </a:xfrm>
          <a:prstGeom prst="rect">
            <a:avLst/>
          </a:prstGeom>
        </p:spPr>
      </p:pic>
      <p:grpSp>
        <p:nvGrpSpPr>
          <p:cNvPr id="37" name="Group 36">
            <a:extLst>
              <a:ext uri="{FF2B5EF4-FFF2-40B4-BE49-F238E27FC236}">
                <a16:creationId xmlns:a16="http://schemas.microsoft.com/office/drawing/2014/main" id="{695F69F3-6C65-4C67-BE9F-99EE13ECA942}"/>
              </a:ext>
            </a:extLst>
          </p:cNvPr>
          <p:cNvGrpSpPr/>
          <p:nvPr/>
        </p:nvGrpSpPr>
        <p:grpSpPr>
          <a:xfrm>
            <a:off x="6600946" y="859776"/>
            <a:ext cx="5148588" cy="5138447"/>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820691641"/>
      </p:ext>
    </p:extLst>
  </p:cSld>
  <p:clrMapOvr>
    <a:masterClrMapping/>
  </p:clrMapOvr>
  <p:transition>
    <p:fade/>
  </p:transition>
  <p:hf sldNum="0" hdr="0" ftr="0" dt="0"/>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800" strike="noStrike" spc="-49"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pic>
        <p:nvPicPr>
          <p:cNvPr id="4" name="Picture 3" descr="A picture containing drawing&#10;&#10;Description automatically generated">
            <a:extLst>
              <a:ext uri="{FF2B5EF4-FFF2-40B4-BE49-F238E27FC236}">
                <a16:creationId xmlns:a16="http://schemas.microsoft.com/office/drawing/2014/main" id="{57D6331F-1A15-46AA-A57A-300CC97487E4}"/>
              </a:ext>
            </a:extLst>
          </p:cNvPr>
          <p:cNvPicPr>
            <a:picLocks noChangeAspect="1"/>
          </p:cNvPicPr>
          <p:nvPr/>
        </p:nvPicPr>
        <p:blipFill>
          <a:blip r:embed="rId2"/>
          <a:stretch>
            <a:fillRect/>
          </a:stretch>
        </p:blipFill>
        <p:spPr>
          <a:xfrm>
            <a:off x="136885" y="159691"/>
            <a:ext cx="2635247" cy="871753"/>
          </a:xfrm>
          <a:prstGeom prst="rect">
            <a:avLst/>
          </a:prstGeom>
        </p:spPr>
      </p:pic>
      <p:sp>
        <p:nvSpPr>
          <p:cNvPr id="72" name="Rectangle 71">
            <a:extLst>
              <a:ext uri="{FF2B5EF4-FFF2-40B4-BE49-F238E27FC236}">
                <a16:creationId xmlns:a16="http://schemas.microsoft.com/office/drawing/2014/main" id="{5E3B1CB1-53A4-41B0-A2BE-8C0CF51F9838}"/>
              </a:ext>
            </a:extLst>
          </p:cNvPr>
          <p:cNvSpPr/>
          <p:nvPr/>
        </p:nvSpPr>
        <p:spPr bwMode="auto">
          <a:xfrm>
            <a:off x="6229842" y="0"/>
            <a:ext cx="5962158"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6111901" y="0"/>
            <a:ext cx="6080099" cy="6858000"/>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a:p>
          </p:txBody>
        </p:sp>
      </p:grpSp>
    </p:spTree>
    <p:extLst>
      <p:ext uri="{BB962C8B-B14F-4D97-AF65-F5344CB8AC3E}">
        <p14:creationId xmlns:p14="http://schemas.microsoft.com/office/powerpoint/2010/main" val="148341196"/>
      </p:ext>
    </p:extLst>
  </p:cSld>
  <p:clrMapOvr>
    <a:masterClrMapping/>
  </p:clrMapOvr>
  <p:transition>
    <p:fade/>
  </p:transition>
  <p:hf sldNum="0" hdr="0" ftr="0" dt="0"/>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520250928"/>
      </p:ext>
    </p:extLst>
  </p:cSld>
  <p:clrMapOvr>
    <a:masterClrMapping/>
  </p:clrMapOvr>
  <p:transition>
    <p:fade/>
  </p:transition>
  <p:hf sldNum="0" hdr="0" ftr="0" dt="0"/>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3" y="1291693"/>
            <a:ext cx="11340811" cy="2544286"/>
          </a:xfrm>
        </p:spPr>
        <p:txBody>
          <a:bodyPr/>
          <a:lstStyle>
            <a:lvl1pPr>
              <a:spcBef>
                <a:spcPts val="392"/>
              </a:spcBef>
              <a:spcAft>
                <a:spcPts val="588"/>
              </a:spcAft>
              <a:defRPr sz="2400">
                <a:latin typeface="+mn-lt"/>
              </a:defRPr>
            </a:lvl1pPr>
            <a:lvl2pPr>
              <a:spcBef>
                <a:spcPts val="392"/>
              </a:spcBef>
              <a:spcAft>
                <a:spcPts val="588"/>
              </a:spcAft>
              <a:defRPr sz="2400">
                <a:latin typeface="+mn-lt"/>
              </a:defRPr>
            </a:lvl2pPr>
            <a:lvl3pPr>
              <a:spcBef>
                <a:spcPts val="392"/>
              </a:spcBef>
              <a:spcAft>
                <a:spcPts val="588"/>
              </a:spcAft>
              <a:defRPr sz="2400">
                <a:latin typeface="+mn-lt"/>
              </a:defRPr>
            </a:lvl3pPr>
            <a:lvl4pPr>
              <a:spcBef>
                <a:spcPts val="392"/>
              </a:spcBef>
              <a:spcAft>
                <a:spcPts val="588"/>
              </a:spcAft>
              <a:defRPr sz="2400">
                <a:latin typeface="+mn-lt"/>
              </a:defRPr>
            </a:lvl4pPr>
            <a:lvl5pPr>
              <a:spcBef>
                <a:spcPts val="392"/>
              </a:spcBef>
              <a:spcAft>
                <a:spcPts val="588"/>
              </a:spcAft>
              <a:defRPr sz="2400" b="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144001028"/>
      </p:ext>
    </p:extLst>
  </p:cSld>
  <p:clrMapOvr>
    <a:masterClrMapping/>
  </p:clrMapOvr>
  <p:transition>
    <p:fade/>
  </p:transition>
  <p:hf sldNum="0" hdr="0" ftr="0" dt="0"/>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0" y="1456897"/>
            <a:ext cx="11340811" cy="2051844"/>
          </a:xfrm>
        </p:spPr>
        <p:txBody>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p:nvSpPr>
        <p:spPr bwMode="auto">
          <a:xfrm>
            <a:off x="0" y="5670550"/>
            <a:ext cx="12192000" cy="746955"/>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418643" y="5797806"/>
            <a:ext cx="11341268" cy="492443"/>
          </a:xfrm>
        </p:spPr>
        <p:txBody>
          <a:bodyPr anchor="ctr"/>
          <a:lstStyle>
            <a:lvl1pPr>
              <a:defRPr sz="2000"/>
            </a:lvl1pPr>
          </a:lstStyle>
          <a:p>
            <a:pPr lvl="0"/>
            <a:r>
              <a:rPr lang="en-US"/>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481979072"/>
      </p:ext>
    </p:extLst>
  </p:cSld>
  <p:clrMapOvr>
    <a:masterClrMapping/>
  </p:clrMapOvr>
  <p:transition>
    <p:fade/>
  </p:transition>
  <p:hf sldNum="0" hdr="0" ftr="0" dt="0"/>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41468" y="1456896"/>
            <a:ext cx="5543785" cy="3762803"/>
          </a:xfrm>
          <a:solidFill>
            <a:schemeClr val="bg1">
              <a:lumMod val="95000"/>
            </a:schemeClr>
          </a:solidFill>
        </p:spPr>
        <p:txBody>
          <a:bodyPr lIns="137160">
            <a:noAutofit/>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6229350" y="1456896"/>
            <a:ext cx="5543550" cy="3762803"/>
          </a:xfrm>
          <a:solidFill>
            <a:schemeClr val="bg1">
              <a:lumMod val="95000"/>
            </a:schemeClr>
          </a:solidFill>
        </p:spPr>
        <p:txBody>
          <a:bodyPr lIns="137160">
            <a:noAutofit/>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1EECB910-8937-4CC4-AEC5-2DD554C2D63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811478266"/>
      </p:ext>
    </p:extLst>
  </p:cSld>
  <p:clrMapOvr>
    <a:masterClrMapping/>
  </p:clrMapOvr>
  <p:transition>
    <p:fade/>
  </p:transition>
  <p:hf sldNum="0" hdr="0" ftr="0" dt="0"/>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3" y="1456897"/>
            <a:ext cx="5394960" cy="2487861"/>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6089277" y="1611250"/>
            <a:ext cx="0" cy="225458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364951" y="1456897"/>
            <a:ext cx="5394960" cy="2487861"/>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7516BD94-AE1C-455F-8D7D-7082BB27F029}"/>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933641158"/>
      </p:ext>
    </p:extLst>
  </p:cSld>
  <p:clrMapOvr>
    <a:masterClrMapping/>
  </p:clrMapOvr>
  <p:transition>
    <p:fade/>
  </p:transition>
  <p:hf sldNum="0" hdr="0" ftr="0" dt="0"/>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2" y="1456897"/>
            <a:ext cx="5394960" cy="4734629"/>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6089276" y="1611250"/>
            <a:ext cx="0" cy="4563213"/>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364951" y="1456897"/>
            <a:ext cx="5394960" cy="4734629"/>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87A06669-B2CF-43F2-99B5-001A005A3AA1}"/>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434975272"/>
      </p:ext>
    </p:extLst>
  </p:cSld>
  <p:clrMapOvr>
    <a:masterClrMapping/>
  </p:clrMapOvr>
  <p:transition>
    <p:fade/>
  </p:transition>
  <p:hf sldNum="0" hdr="0" ftr="0" dt="0"/>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41468" y="1456896"/>
            <a:ext cx="5543785" cy="4194604"/>
          </a:xfrm>
          <a:solidFill>
            <a:schemeClr val="bg1">
              <a:lumMod val="95000"/>
            </a:schemeClr>
          </a:solidFill>
        </p:spPr>
        <p:txBody>
          <a:bodyPr lIns="137160" rIns="137160"/>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229350" y="1456896"/>
            <a:ext cx="5531577" cy="4194604"/>
          </a:xfrm>
          <a:solidFill>
            <a:schemeClr val="bg1">
              <a:lumMod val="95000"/>
            </a:schemeClr>
          </a:solidFill>
        </p:spPr>
        <p:txBody>
          <a:bodyPr lIns="137160" rIns="137160"/>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055448584"/>
      </p:ext>
    </p:extLst>
  </p:cSld>
  <p:clrMapOvr>
    <a:masterClrMapping/>
  </p:clrMapOvr>
  <p:transition>
    <p:fade/>
  </p:transition>
  <p:hf sldNum="0" hdr="0" ftr="0" dt="0"/>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3 rows</a:t>
            </a:r>
          </a:p>
        </p:txBody>
      </p:sp>
      <p:sp>
        <p:nvSpPr>
          <p:cNvPr id="5" name="Text Placeholder 4"/>
          <p:cNvSpPr>
            <a:spLocks noGrp="1"/>
          </p:cNvSpPr>
          <p:nvPr>
            <p:ph type="body" sz="quarter" idx="11" hasCustomPrompt="1"/>
          </p:nvPr>
        </p:nvSpPr>
        <p:spPr>
          <a:xfrm>
            <a:off x="4078288" y="1358901"/>
            <a:ext cx="7695070" cy="1224434"/>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816784"/>
            <a:ext cx="7695070" cy="1224434"/>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4078288" y="4274667"/>
            <a:ext cx="7695070" cy="1224434"/>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045630453"/>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4078288" y="985704"/>
            <a:ext cx="7695070"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339411"/>
            <a:ext cx="7695070"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3693118"/>
            <a:ext cx="7695070"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5046824"/>
            <a:ext cx="7695070"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18616648"/>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4078288" y="691125"/>
            <a:ext cx="7695070" cy="822645"/>
          </a:xfrm>
        </p:spPr>
        <p:txBody>
          <a:bodyPr vert="horz" wrap="square" lIns="0" tIns="0" rIns="0" bIns="0" rtlCol="0" anchor="ctr">
            <a:noAutofit/>
          </a:bodyPr>
          <a:lstStyle>
            <a:lvl2pPr>
              <a:defRPr lang="en-US" sz="1800"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1619933"/>
            <a:ext cx="7695070" cy="822645"/>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2548741"/>
            <a:ext cx="7695070" cy="822645"/>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4078288" y="3477549"/>
            <a:ext cx="7695070" cy="822645"/>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4406357"/>
            <a:ext cx="7695070" cy="822645"/>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5335167"/>
            <a:ext cx="7695070" cy="822645"/>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133309132"/>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4078288" y="466348"/>
            <a:ext cx="7695069" cy="675889"/>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4078288" y="1216264"/>
            <a:ext cx="7695069" cy="675889"/>
          </a:xfrm>
        </p:spPr>
        <p:txBody>
          <a:bodyPr vert="horz" wrap="square" lIns="0" tIns="0" rIns="0" bIns="0" rtlCol="0" anchor="ctr">
            <a:noAutofit/>
          </a:bodyPr>
          <a:lstStyle>
            <a:lvl2pPr>
              <a:defRPr lang="en-US" sz="1600"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4078288" y="1966180"/>
            <a:ext cx="7695069" cy="675889"/>
          </a:xfrm>
        </p:spPr>
        <p:txBody>
          <a:bodyPr vert="horz" wrap="square" lIns="0" tIns="0" rIns="0" bIns="0" rtlCol="0" anchor="ctr">
            <a:noAutofit/>
          </a:bodyPr>
          <a:lstStyle>
            <a:lvl2pPr>
              <a:defRPr lang="en-US" sz="1600"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4078288" y="2716096"/>
            <a:ext cx="7695069" cy="675889"/>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4078288" y="3466012"/>
            <a:ext cx="7695069" cy="675889"/>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4215928"/>
            <a:ext cx="7695069"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4078288" y="4965844"/>
            <a:ext cx="7695069"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4078288" y="5715763"/>
            <a:ext cx="7695069"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016591781"/>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378075"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rIns="0"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3619500" y="466348"/>
            <a:ext cx="3330574"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3619500" y="1308612"/>
            <a:ext cx="3330574" cy="675889"/>
          </a:xfrm>
        </p:spPr>
        <p:txBody>
          <a:bodyPr vert="horz" wrap="square" lIns="0" tIns="0" rIns="0" bIns="0" rtlCol="0" anchor="ctr">
            <a:noAutofit/>
          </a:bodyPr>
          <a:lstStyle>
            <a:lvl2pPr>
              <a:defRPr lang="en-US" sz="140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3619500" y="2150876"/>
            <a:ext cx="3330574" cy="675889"/>
          </a:xfr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3619500" y="2993140"/>
            <a:ext cx="3330574"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3619500" y="3835404"/>
            <a:ext cx="3330574"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619500" y="4677668"/>
            <a:ext cx="3330574"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619500" y="5519930"/>
            <a:ext cx="3330574"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8331200" y="466348"/>
            <a:ext cx="3442157"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8331200" y="1308612"/>
            <a:ext cx="3442157" cy="675889"/>
          </a:xfrm>
        </p:spPr>
        <p:txBody>
          <a:bodyPr vert="horz" wrap="square" lIns="0" tIns="0" rIns="0" bIns="0" rtlCol="0" anchor="ctr">
            <a:noAutofit/>
          </a:bodyPr>
          <a:lstStyle>
            <a:lvl2pPr>
              <a:defRPr lang="en-US" sz="140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8331200" y="2150876"/>
            <a:ext cx="3442157" cy="675889"/>
          </a:xfr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8331200" y="2993140"/>
            <a:ext cx="3442157"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8331200" y="3835404"/>
            <a:ext cx="3442157"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8331200" y="4677668"/>
            <a:ext cx="3442157"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8331200" y="5519930"/>
            <a:ext cx="3442157"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9F52899F-4DD5-4919-A5F9-0A5E692D4537}"/>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318917961"/>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p:nvSpPr>
        <p:spPr bwMode="auto">
          <a:xfrm>
            <a:off x="468134" y="1456896"/>
            <a:ext cx="3603442" cy="3100576"/>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592758" y="1564130"/>
            <a:ext cx="3354191" cy="2886109"/>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5" name="Text Placeholder 4"/>
          <p:cNvSpPr>
            <a:spLocks noGrp="1"/>
          </p:cNvSpPr>
          <p:nvPr>
            <p:ph type="body" sz="quarter" idx="11" hasCustomPrompt="1"/>
          </p:nvPr>
        </p:nvSpPr>
        <p:spPr>
          <a:xfrm>
            <a:off x="418643" y="4708215"/>
            <a:ext cx="3652931" cy="584775"/>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418643" y="5014828"/>
            <a:ext cx="3652931" cy="954107"/>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p:nvSpPr>
        <p:spPr bwMode="auto">
          <a:xfrm>
            <a:off x="4308909" y="1456896"/>
            <a:ext cx="3603442" cy="3100576"/>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4433534" y="1564130"/>
            <a:ext cx="3354191" cy="2886109"/>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4293969" y="4708215"/>
            <a:ext cx="3618381" cy="584775"/>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4293969" y="5014828"/>
            <a:ext cx="3618381" cy="954107"/>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p:nvSpPr>
        <p:spPr bwMode="auto">
          <a:xfrm>
            <a:off x="8159021" y="1456896"/>
            <a:ext cx="3603442" cy="3100576"/>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8283647" y="1564130"/>
            <a:ext cx="3354191" cy="2886109"/>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10" name="Text Placeholder 4"/>
          <p:cNvSpPr>
            <a:spLocks noGrp="1"/>
          </p:cNvSpPr>
          <p:nvPr>
            <p:ph type="body" sz="quarter" idx="13" hasCustomPrompt="1"/>
          </p:nvPr>
        </p:nvSpPr>
        <p:spPr>
          <a:xfrm>
            <a:off x="8144083" y="4708215"/>
            <a:ext cx="3618381" cy="584775"/>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8144083" y="5014828"/>
            <a:ext cx="3618381" cy="954107"/>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D26B0962-7685-4EBF-B99E-792210E7163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365432839"/>
      </p:ext>
    </p:extLst>
  </p:cSld>
  <p:clrMapOvr>
    <a:masterClrMapping/>
  </p:clrMapOvr>
  <p:transition>
    <p:fade/>
  </p:transition>
  <p:hf sldNum="0" hdr="0" ftr="0" dt="0"/>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p:nvSpPr>
        <p:spPr bwMode="auto">
          <a:xfrm>
            <a:off x="1" y="2526646"/>
            <a:ext cx="9697686" cy="178404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418644" y="2526646"/>
            <a:ext cx="9189910" cy="1784048"/>
          </a:xfrm>
          <a:prstGeom prst="rect">
            <a:avLst/>
          </a:prstGeom>
          <a:noFill/>
        </p:spPr>
        <p:txBody>
          <a:bodyPr vert="horz" wrap="square" lIns="0" tIns="0" rIns="0" bIns="0" rtlCol="0" anchor="ctr" anchorCtr="0">
            <a:noAutofit/>
          </a:bodyPr>
          <a:lstStyle>
            <a:lvl1pPr>
              <a:defRPr lang="en-US" sz="3600" spc="-49" baseline="0" dirty="0">
                <a:solidFill>
                  <a:schemeClr val="bg1"/>
                </a:solidFill>
              </a:defRPr>
            </a:lvl1pPr>
          </a:lstStyle>
          <a:p>
            <a:pPr marL="0" lvl="0">
              <a:lnSpc>
                <a:spcPts val="5490"/>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p:nvSpPr>
        <p:spPr bwMode="auto">
          <a:xfrm>
            <a:off x="9697686" y="2526646"/>
            <a:ext cx="2082603" cy="1784048"/>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p:nvSpPr>
        <p:spPr bwMode="auto">
          <a:xfrm>
            <a:off x="11569483"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p:nvSpPr>
        <p:spPr bwMode="auto">
          <a:xfrm flipH="1">
            <a:off x="9697686"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10098361" y="2777952"/>
            <a:ext cx="1281254" cy="1281436"/>
          </a:xfrm>
        </p:spPr>
        <p:txBody>
          <a:bodyPr anchor="ctr">
            <a:noAutofit/>
          </a:bodyPr>
          <a:lstStyle>
            <a:lvl1pPr algn="ctr">
              <a:defRPr/>
            </a:lvl1pPr>
          </a:lstStyle>
          <a:p>
            <a:r>
              <a:rPr lang="en-US"/>
              <a:t>Click icon to add picture</a:t>
            </a:r>
          </a:p>
        </p:txBody>
      </p:sp>
      <p:sp>
        <p:nvSpPr>
          <p:cNvPr id="3" name="Footer Placeholder 1">
            <a:extLst>
              <a:ext uri="{FF2B5EF4-FFF2-40B4-BE49-F238E27FC236}">
                <a16:creationId xmlns:a16="http://schemas.microsoft.com/office/drawing/2014/main" id="{C6B75234-9944-48A2-8A21-99500C7BBB40}"/>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303411097"/>
      </p:ext>
    </p:extLst>
  </p:cSld>
  <p:clrMapOvr>
    <a:masterClrMapping/>
  </p:clrMapOvr>
  <p:transition>
    <p:fade/>
  </p:transition>
  <p:hf sldNum="0" hdr="0" ftr="0" dt="0"/>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7"/>
            <a:ext cx="5579310" cy="307777"/>
          </a:xfrm>
          <a:prstGeom prst="rect">
            <a:avLst/>
          </a:prstGeom>
        </p:spPr>
        <p:txBody>
          <a:bodyPr wrap="square" lIns="0" tIns="0" rIns="0" bIns="0">
            <a:spAutoFit/>
          </a:bodyPr>
          <a:lstStyle>
            <a:lvl1pPr marL="0" indent="0">
              <a:lnSpc>
                <a:spcPts val="2353"/>
              </a:lnSpc>
              <a:buNone/>
              <a:defRPr lang="en-US" sz="20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418643" y="2161629"/>
            <a:ext cx="5579311" cy="338554"/>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474101"/>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418643" y="3628878"/>
            <a:ext cx="5579311" cy="338554"/>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929012"/>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1"/>
            <a:ext cx="5973053" cy="6858001"/>
          </a:xfrm>
          <a:prstGeom prst="rect">
            <a:avLst/>
          </a:prstGeom>
          <a:blipFill>
            <a:blip r:embed="rId2"/>
            <a:stretch>
              <a:fillRect/>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Footer Placeholder 1">
            <a:extLst>
              <a:ext uri="{FF2B5EF4-FFF2-40B4-BE49-F238E27FC236}">
                <a16:creationId xmlns:a16="http://schemas.microsoft.com/office/drawing/2014/main" id="{C3405CC5-9896-4E3A-9373-436306F5BF12}"/>
              </a:ext>
            </a:extLst>
          </p:cNvPr>
          <p:cNvSpPr txBox="1">
            <a:spLocks/>
          </p:cNvSpPr>
          <p:nvPr/>
        </p:nvSpPr>
        <p:spPr>
          <a:xfrm>
            <a:off x="418644"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r>
              <a:rPr lang="en-US"/>
              <a:t>© Copyright Microsoft Corporation. All rights reserved.</a:t>
            </a:r>
          </a:p>
        </p:txBody>
      </p:sp>
    </p:spTree>
    <p:extLst>
      <p:ext uri="{BB962C8B-B14F-4D97-AF65-F5344CB8AC3E}">
        <p14:creationId xmlns:p14="http://schemas.microsoft.com/office/powerpoint/2010/main" val="1947683112"/>
      </p:ext>
    </p:extLst>
  </p:cSld>
  <p:clrMapOvr>
    <a:masterClrMapping/>
  </p:clrMapOvr>
  <p:transition>
    <p:fade/>
  </p:transition>
  <p:hf sldNum="0" hdr="0" ftr="0" dt="0"/>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6"/>
            <a:ext cx="5579310" cy="369332"/>
          </a:xfrm>
          <a:prstGeom prst="rect">
            <a:avLst/>
          </a:prstGeom>
        </p:spPr>
        <p:txBody>
          <a:bodyPr wrap="square" lIns="0" tIns="0" rIns="0" bIns="0" anchor="t">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268946"/>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418644" y="3068044"/>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282367"/>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418644" y="4081465"/>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418644" y="4295788"/>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418644" y="5094886"/>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418644" y="5309208"/>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p:nvSpPr>
        <p:spPr bwMode="auto">
          <a:xfrm>
            <a:off x="6229842" y="1456896"/>
            <a:ext cx="5543514" cy="4960611"/>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6349678" y="1564130"/>
            <a:ext cx="5303845" cy="4746143"/>
          </a:xfrm>
          <a:prstGeom prst="rect">
            <a:avLst/>
          </a:prstGeom>
          <a:blipFill dpi="0" rotWithShape="1">
            <a:blip r:embed="rId2"/>
            <a:srcRect/>
            <a:stretch>
              <a:fillRect/>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Footer Placeholder 1">
            <a:extLst>
              <a:ext uri="{FF2B5EF4-FFF2-40B4-BE49-F238E27FC236}">
                <a16:creationId xmlns:a16="http://schemas.microsoft.com/office/drawing/2014/main" id="{B3B62F3E-D0DF-4A13-A005-3CCFDD6DFC1A}"/>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485524829"/>
      </p:ext>
    </p:extLst>
  </p:cSld>
  <p:clrMapOvr>
    <a:masterClrMapping/>
  </p:clrMapOvr>
  <p:transition>
    <p:fade/>
  </p:transition>
  <p:hf sldNum="0" hdr="0" ftr="0" dt="0"/>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709493"/>
            <a:ext cx="5579310" cy="369332"/>
          </a:xfrm>
          <a:prstGeom prst="rect">
            <a:avLst/>
          </a:prstGeom>
        </p:spPr>
        <p:txBody>
          <a:bodyPr wrap="square" lIns="0" tIns="0" rIns="0" bIns="0" anchor="b">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422400" y="2267319"/>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1422400" y="3066417"/>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422400" y="3280740"/>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1422400" y="4079838"/>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422400" y="4294161"/>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1422400" y="5093259"/>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422400" y="5307581"/>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1"/>
            <a:ext cx="5973053" cy="6858001"/>
          </a:xfrm>
          <a:prstGeom prst="rect">
            <a:avLst/>
          </a:prstGeom>
          <a:blipFill>
            <a:blip r:embed="rId2"/>
            <a:stretch>
              <a:fillRect/>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Footer Placeholder 1">
            <a:extLst>
              <a:ext uri="{FF2B5EF4-FFF2-40B4-BE49-F238E27FC236}">
                <a16:creationId xmlns:a16="http://schemas.microsoft.com/office/drawing/2014/main" id="{5F6EB83D-C2A5-4189-B12B-1320B6ADB9B8}"/>
              </a:ext>
            </a:extLst>
          </p:cNvPr>
          <p:cNvSpPr txBox="1">
            <a:spLocks/>
          </p:cNvSpPr>
          <p:nvPr/>
        </p:nvSpPr>
        <p:spPr>
          <a:xfrm>
            <a:off x="418644"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r>
              <a:rPr lang="en-US"/>
              <a:t>© Copyright Microsoft Corporation. All rights reserved.</a:t>
            </a:r>
          </a:p>
        </p:txBody>
      </p:sp>
    </p:spTree>
    <p:extLst>
      <p:ext uri="{BB962C8B-B14F-4D97-AF65-F5344CB8AC3E}">
        <p14:creationId xmlns:p14="http://schemas.microsoft.com/office/powerpoint/2010/main" val="307464012"/>
      </p:ext>
    </p:extLst>
  </p:cSld>
  <p:clrMapOvr>
    <a:masterClrMapping/>
  </p:clrMapOvr>
  <p:transition>
    <p:fade/>
  </p:transition>
  <p:hf sldNum="0" hdr="0" ftr="0" dt="0"/>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11354712"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734160"/>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4011423"/>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5288687"/>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p:nvSpPr>
        <p:spPr bwMode="auto">
          <a:xfrm>
            <a:off x="6229842" y="1456896"/>
            <a:ext cx="5543514" cy="4960611"/>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4746143"/>
          </a:xfrm>
          <a:prstGeom prst="rect">
            <a:avLst/>
          </a:prstGeom>
          <a:blipFill dpi="0" rotWithShape="1">
            <a:blip r:embed="rId2"/>
            <a:srcRect/>
            <a:stretch>
              <a:fillRect/>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p:nvCxnSpPr>
        <p:spPr>
          <a:xfrm>
            <a:off x="418644" y="2660048"/>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p:nvCxnSpPr>
        <p:spPr>
          <a:xfrm>
            <a:off x="418644" y="3937131"/>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p:nvCxnSpPr>
        <p:spPr>
          <a:xfrm>
            <a:off x="418644" y="5214214"/>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 name="Footer Placeholder 1">
            <a:extLst>
              <a:ext uri="{FF2B5EF4-FFF2-40B4-BE49-F238E27FC236}">
                <a16:creationId xmlns:a16="http://schemas.microsoft.com/office/drawing/2014/main" id="{B394CE8A-C8F7-40DD-84CF-FE592D7BC2D8}"/>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03155003"/>
      </p:ext>
    </p:extLst>
  </p:cSld>
  <p:clrMapOvr>
    <a:masterClrMapping/>
  </p:clrMapOvr>
  <p:transition>
    <p:fade/>
  </p:transition>
  <p:hf sldNum="0" hdr="0" ftr="0" dt="0"/>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734160"/>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4011423"/>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5288687"/>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p:nvSpPr>
        <p:spPr bwMode="auto">
          <a:xfrm>
            <a:off x="6229842" y="1456896"/>
            <a:ext cx="5543514" cy="4960611"/>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4746143"/>
          </a:xfrm>
          <a:prstGeom prst="rect">
            <a:avLst/>
          </a:prstGeom>
          <a:blipFill dpi="0" rotWithShape="1">
            <a:blip r:embed="rId2"/>
            <a:srcRect/>
            <a:stretch>
              <a:fillRect/>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Footer Placeholder 1">
            <a:extLst>
              <a:ext uri="{FF2B5EF4-FFF2-40B4-BE49-F238E27FC236}">
                <a16:creationId xmlns:a16="http://schemas.microsoft.com/office/drawing/2014/main" id="{BDD9959D-3459-4484-BDE0-9F4EABE5443B}"/>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059165031"/>
      </p:ext>
    </p:extLst>
  </p:cSld>
  <p:clrMapOvr>
    <a:masterClrMapping/>
  </p:clrMapOvr>
  <p:transition>
    <p:fade/>
  </p:transition>
  <p:hf sldNum="0" hdr="0" ftr="0" dt="0"/>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418643" y="440494"/>
            <a:ext cx="11341268" cy="728448"/>
          </a:xfrm>
        </p:spPr>
        <p:txBody>
          <a:bodyPr/>
          <a:lstStyle/>
          <a:p>
            <a:r>
              <a:rPr lang="en-US"/>
              <a:t>Click to edit Master title style</a:t>
            </a:r>
          </a:p>
        </p:txBody>
      </p:sp>
      <p:sp>
        <p:nvSpPr>
          <p:cNvPr id="4" name="Text Placeholder 3"/>
          <p:cNvSpPr>
            <a:spLocks noGrp="1"/>
          </p:cNvSpPr>
          <p:nvPr>
            <p:ph type="body" sz="quarter" idx="10" hasCustomPrompt="1"/>
          </p:nvPr>
        </p:nvSpPr>
        <p:spPr>
          <a:xfrm>
            <a:off x="418644" y="1456898"/>
            <a:ext cx="5408119" cy="615553"/>
          </a:xfrm>
          <a:prstGeom prst="rect">
            <a:avLst/>
          </a:prstGeom>
        </p:spPr>
        <p:txBody>
          <a:bodyPr wrap="square" lIns="0" tIns="0" rIns="0" bIns="0">
            <a:spAutoFit/>
          </a:bodyPr>
          <a:lstStyle>
            <a:lvl1pPr marL="0" indent="0">
              <a:lnSpc>
                <a:spcPts val="2353"/>
              </a:lnSpc>
              <a:buNone/>
              <a:defRPr sz="2400" b="0" i="0" spc="0">
                <a:solidFill>
                  <a:schemeClr val="tx1"/>
                </a:solidFill>
                <a:latin typeface="+mj-lt"/>
              </a:defRPr>
            </a:lvl1pPr>
            <a:lvl2pPr marL="224097" indent="0">
              <a:buNone/>
              <a:defRPr/>
            </a:lvl2pPr>
            <a:lvl3pPr marL="448193" indent="0">
              <a:buNone/>
              <a:defRPr/>
            </a:lvl3pPr>
            <a:lvl4pPr marL="672290" indent="0">
              <a:buNone/>
              <a:defRPr/>
            </a:lvl4pPr>
            <a:lvl5pPr marL="896386" indent="0">
              <a:buNone/>
              <a:defRPr/>
            </a:lvl5pPr>
          </a:lstStyle>
          <a:p>
            <a:pPr lvl="0"/>
            <a:r>
              <a:rPr lang="pt-BR" err="1"/>
              <a:t>Large</a:t>
            </a:r>
            <a:r>
              <a:rPr lang="pt-BR"/>
              <a:t> </a:t>
            </a:r>
            <a:r>
              <a:rPr lang="pt-BR" err="1"/>
              <a:t>subhead</a:t>
            </a:r>
            <a:r>
              <a:rPr lang="pt-BR"/>
              <a:t> Segoe UI </a:t>
            </a:r>
            <a:r>
              <a:rPr lang="pt-BR" err="1"/>
              <a:t>Semibold</a:t>
            </a:r>
            <a:r>
              <a:rPr lang="pt-BR"/>
              <a:t> Regular 20/24</a:t>
            </a:r>
            <a:endParaRPr lang="en-US"/>
          </a:p>
        </p:txBody>
      </p:sp>
      <p:sp>
        <p:nvSpPr>
          <p:cNvPr id="5" name="Text Placeholder 4"/>
          <p:cNvSpPr>
            <a:spLocks noGrp="1"/>
          </p:cNvSpPr>
          <p:nvPr>
            <p:ph type="body" sz="quarter" idx="11" hasCustomPrompt="1"/>
          </p:nvPr>
        </p:nvSpPr>
        <p:spPr>
          <a:xfrm>
            <a:off x="418643" y="2158886"/>
            <a:ext cx="5408118" cy="2339102"/>
          </a:xfrm>
          <a:prstGeom prst="rect">
            <a:avLst/>
          </a:prstGeom>
        </p:spPr>
        <p:txBody>
          <a:bodyPr lIns="0" tIns="45720" rIns="0" bIns="45720"/>
          <a:lstStyle>
            <a:lvl1pPr marL="0" indent="0">
              <a:lnSpc>
                <a:spcPct val="100000"/>
              </a:lnSpc>
              <a:spcBef>
                <a:spcPts val="0"/>
              </a:spcBef>
              <a:spcAft>
                <a:spcPts val="12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2610"/>
          <a:stretch/>
        </p:blipFill>
        <p:spPr>
          <a:xfrm>
            <a:off x="4444774" y="586254"/>
            <a:ext cx="7747227" cy="6271747"/>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6357959" y="1699714"/>
            <a:ext cx="5834041" cy="4319326"/>
          </a:xfrm>
          <a:prstGeom prst="rect">
            <a:avLst/>
          </a:prstGeom>
        </p:spPr>
        <p:txBody>
          <a:bodyPr anchor="ctr" anchorCtr="0">
            <a:noAutofit/>
          </a:bodyPr>
          <a:lstStyle>
            <a:lvl1pPr algn="ctr">
              <a:defRPr sz="3529">
                <a:solidFill>
                  <a:srgbClr val="000000"/>
                </a:solidFill>
              </a:defRPr>
            </a:lvl1pPr>
          </a:lstStyle>
          <a:p>
            <a:r>
              <a:rPr lang="en-US"/>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737001350"/>
      </p:ext>
    </p:extLst>
  </p:cSld>
  <p:clrMapOvr>
    <a:masterClrMapping/>
  </p:clrMapOvr>
  <p:transition>
    <p:fade/>
  </p:transition>
  <p:hf sldNum="0" hdr="0" ftr="0" dt="0"/>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1563"/>
          <a:stretch/>
        </p:blipFill>
        <p:spPr>
          <a:xfrm>
            <a:off x="334447" y="586564"/>
            <a:ext cx="10869930" cy="6271436"/>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2265962" y="1702827"/>
            <a:ext cx="7660076" cy="4311543"/>
          </a:xfrm>
          <a:prstGeom prst="rect">
            <a:avLst/>
          </a:prstGeom>
        </p:spPr>
        <p:txBody>
          <a:bodyPr anchor="ctr" anchorCtr="0">
            <a:noAutofit/>
          </a:bodyPr>
          <a:lstStyle>
            <a:lvl1pPr algn="ctr">
              <a:defRPr sz="3529">
                <a:solidFill>
                  <a:srgbClr val="000000"/>
                </a:solidFill>
              </a:defRPr>
            </a:lvl1pPr>
          </a:lstStyle>
          <a:p>
            <a:r>
              <a:rPr lang="en-US"/>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587521090"/>
      </p:ext>
    </p:extLst>
  </p:cSld>
  <p:clrMapOvr>
    <a:masterClrMapping/>
  </p:clrMapOvr>
  <p:transition>
    <p:fade/>
  </p:transition>
  <p:hf sldNum="0" hdr="0" ftr="0" dt="0"/>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455996" y="1950780"/>
            <a:ext cx="3618377"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55991" y="5670381"/>
            <a:ext cx="3629278" cy="276999"/>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455992" y="5947380"/>
            <a:ext cx="3618381" cy="307777"/>
          </a:xfrm>
          <a:prstGeom prst="rect">
            <a:avLst/>
          </a:prstGeom>
        </p:spPr>
        <p:txBody>
          <a:bodyPr lIns="0" tIns="0" rIns="0" bIns="0"/>
          <a:lstStyle>
            <a:lvl1pPr marL="0" indent="0">
              <a:lnSpc>
                <a:spcPct val="100000"/>
              </a:lnSpc>
              <a:spcBef>
                <a:spcPts val="882"/>
              </a:spcBef>
              <a:buFont typeface="Arial" panose="020B0604020202020204" pitchFamily="34" charset="0"/>
              <a:buNone/>
              <a:defRPr sz="10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4303152" y="1950780"/>
            <a:ext cx="3607487"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14044" y="5670381"/>
            <a:ext cx="3629278" cy="276999"/>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4303152" y="5947380"/>
            <a:ext cx="3607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8139412" y="1950780"/>
            <a:ext cx="3623051"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39413" y="5947380"/>
            <a:ext cx="3607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5670381"/>
            <a:ext cx="3629278" cy="276999"/>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3" name="Footer Placeholder 1">
            <a:extLst>
              <a:ext uri="{FF2B5EF4-FFF2-40B4-BE49-F238E27FC236}">
                <a16:creationId xmlns:a16="http://schemas.microsoft.com/office/drawing/2014/main" id="{FA5328AC-6A58-453B-9802-C4F04C29295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1313885856"/>
      </p:ext>
    </p:extLst>
  </p:cSld>
  <p:clrMapOvr>
    <a:masterClrMapping/>
  </p:clrMapOvr>
  <p:transition>
    <p:fade/>
  </p:transition>
  <p:hf sldNum="0" hdr="0" ftr="0" dt="0"/>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418644" y="1457324"/>
            <a:ext cx="11343820" cy="4960181"/>
          </a:xfrm>
          <a:prstGeom prst="rect">
            <a:avLst/>
          </a:prstGeom>
        </p:spPr>
        <p:txBody>
          <a:bodyPr anchor="ctr" anchorCtr="0"/>
          <a:lstStyle>
            <a:lvl1pPr algn="ctr">
              <a:defRPr sz="2400"/>
            </a:lvl1pPr>
          </a:lstStyle>
          <a:p>
            <a:r>
              <a:rPr lang="en-US"/>
              <a:t>Click icon to add table</a:t>
            </a:r>
          </a:p>
        </p:txBody>
      </p:sp>
      <p:sp>
        <p:nvSpPr>
          <p:cNvPr id="2" name="Footer Placeholder 1">
            <a:extLst>
              <a:ext uri="{FF2B5EF4-FFF2-40B4-BE49-F238E27FC236}">
                <a16:creationId xmlns:a16="http://schemas.microsoft.com/office/drawing/2014/main" id="{71E5784C-2CDD-4699-AC34-0D913D75C715}"/>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945576104"/>
      </p:ext>
    </p:extLst>
  </p:cSld>
  <p:clrMapOvr>
    <a:masterClrMapping/>
  </p:clrMapOvr>
  <p:transition>
    <p:fade/>
  </p:transition>
  <p:hf sldNum="0" hdr="0" ftr="0" dt="0"/>
</p:sldLayout>
</file>

<file path=ppt/slideLayouts/slideLayout100.xml><?xml version="1.0" encoding="utf-8"?>
<p:sldLayout xmlns:a="http://schemas.openxmlformats.org/drawingml/2006/main" xmlns:r="http://schemas.openxmlformats.org/officeDocument/2006/relationships" xmlns:p="http://schemas.openxmlformats.org/presentationml/2006/main">
  <p:cSld name="1_Text option 4">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9BCCFC-4FF6-4830-A847-5D80FC718EF3}"/>
              </a:ext>
            </a:extLst>
          </p:cNvPr>
          <p:cNvSpPr>
            <a:spLocks noGrp="1"/>
          </p:cNvSpPr>
          <p:nvPr>
            <p:ph type="title"/>
          </p:nvPr>
        </p:nvSpPr>
        <p:spPr/>
        <p:txBody>
          <a:bodyPr/>
          <a:lstStyle/>
          <a:p>
            <a:r>
              <a:rPr lang="en-US"/>
              <a:t>Click to edit Master title style</a:t>
            </a:r>
          </a:p>
        </p:txBody>
      </p:sp>
      <p:sp>
        <p:nvSpPr>
          <p:cNvPr id="5" name="Text Placeholder 4"/>
          <p:cNvSpPr>
            <a:spLocks noGrp="1"/>
          </p:cNvSpPr>
          <p:nvPr>
            <p:ph type="body" sz="quarter" idx="11" hasCustomPrompt="1"/>
          </p:nvPr>
        </p:nvSpPr>
        <p:spPr>
          <a:xfrm>
            <a:off x="431095" y="2740880"/>
            <a:ext cx="2603367" cy="2988507"/>
          </a:xfrm>
        </p:spPr>
        <p:txBody>
          <a:bodyPr lIns="0" tIns="0" rIns="0" bIns="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3344578" y="2739464"/>
            <a:ext cx="2603367" cy="2988507"/>
          </a:xfrm>
        </p:spPr>
        <p:txBody>
          <a:bodyPr lIns="0" tIns="0" rIns="0" bIns="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6258062" y="2739464"/>
            <a:ext cx="2603367" cy="2988507"/>
          </a:xfrm>
        </p:spPr>
        <p:txBody>
          <a:bodyPr lIns="0" tIns="0" rIns="0" bIns="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9171546" y="2739464"/>
            <a:ext cx="2603367" cy="2988507"/>
          </a:xfrm>
        </p:spPr>
        <p:txBody>
          <a:bodyPr lIns="0" tIns="0" rIns="0" bIns="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44738245-4240-4679-8431-2218AB616298}"/>
              </a:ext>
              <a:ext uri="{C183D7F6-B498-43B3-948B-1728B52AA6E4}">
                <adec:decorative xmlns:adec="http://schemas.microsoft.com/office/drawing/2017/decorative" val="1"/>
              </a:ext>
            </a:extLst>
          </p:cNvPr>
          <p:cNvCxnSpPr>
            <a:cxnSpLocks/>
          </p:cNvCxnSpPr>
          <p:nvPr/>
        </p:nvCxnSpPr>
        <p:spPr>
          <a:xfrm>
            <a:off x="3189521" y="2798024"/>
            <a:ext cx="0" cy="179285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9099E02-C7DB-4453-A260-90431D88E427}"/>
              </a:ext>
              <a:ext uri="{C183D7F6-B498-43B3-948B-1728B52AA6E4}">
                <adec:decorative xmlns:adec="http://schemas.microsoft.com/office/drawing/2017/decorative" val="1"/>
              </a:ext>
            </a:extLst>
          </p:cNvPr>
          <p:cNvCxnSpPr>
            <a:cxnSpLocks/>
          </p:cNvCxnSpPr>
          <p:nvPr/>
        </p:nvCxnSpPr>
        <p:spPr>
          <a:xfrm>
            <a:off x="6103006" y="2798024"/>
            <a:ext cx="0" cy="179285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C193CAE-888D-4B82-A6DF-559BB7F55658}"/>
              </a:ext>
              <a:ext uri="{C183D7F6-B498-43B3-948B-1728B52AA6E4}">
                <adec:decorative xmlns:adec="http://schemas.microsoft.com/office/drawing/2017/decorative" val="1"/>
              </a:ext>
            </a:extLst>
          </p:cNvPr>
          <p:cNvCxnSpPr>
            <a:cxnSpLocks/>
          </p:cNvCxnSpPr>
          <p:nvPr/>
        </p:nvCxnSpPr>
        <p:spPr>
          <a:xfrm>
            <a:off x="9016490" y="2798024"/>
            <a:ext cx="0" cy="179285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35DDF1D4-BDBC-4EF5-9960-9F822820EEDA}"/>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562569207"/>
      </p:ext>
    </p:extLst>
  </p:cSld>
  <p:clrMapOvr>
    <a:masterClrMapping/>
  </p:clrMapOvr>
  <p:transition>
    <p:fade/>
  </p:transition>
  <p:hf sldNum="0" hdr="0" ftr="0" dt="0"/>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432090" y="2980724"/>
            <a:ext cx="11341268" cy="537176"/>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90" y="3517900"/>
            <a:ext cx="5435768"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6337590" y="3517900"/>
            <a:ext cx="5435768"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6E88CC05-5984-4661-94A2-4BD7378D4A3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004711312"/>
      </p:ext>
    </p:extLst>
  </p:cSld>
  <p:clrMapOvr>
    <a:masterClrMapping/>
  </p:clrMapOvr>
  <p:transition>
    <p:fade/>
  </p:transition>
  <p:hf sldNum="0" hdr="0" ftr="0" dt="0"/>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432090" y="1456896"/>
            <a:ext cx="11341268" cy="537176"/>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7A1D06E4-7443-4456-ADAE-C55531420538}"/>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988937734"/>
      </p:ext>
    </p:extLst>
  </p:cSld>
  <p:clrMapOvr>
    <a:masterClrMapping/>
  </p:clrMapOvr>
  <p:transition>
    <p:fade/>
  </p:transition>
  <p:hf sldNum="0" hdr="0" ftr="0" dt="0"/>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432090" y="1456896"/>
            <a:ext cx="11341268" cy="537176"/>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432089" y="39244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4277544" y="39244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8123000" y="39244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B097EA0F-56BD-4B59-86D1-C17851D8F2FF}"/>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596906512"/>
      </p:ext>
    </p:extLst>
  </p:cSld>
  <p:clrMapOvr>
    <a:masterClrMapping/>
  </p:clrMapOvr>
  <p:transition>
    <p:fade/>
  </p:transition>
  <p:hf sldNum="0" hdr="0" ftr="0" dt="0"/>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568744" y="266708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980724"/>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3F2E7435-DA42-4296-B846-4E91740D178D}"/>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661640112"/>
      </p:ext>
    </p:extLst>
  </p:cSld>
  <p:clrMapOvr>
    <a:masterClrMapping/>
  </p:clrMapOvr>
  <p:transition>
    <p:fade/>
  </p:transition>
  <p:hf sldNum="0" hdr="0" ftr="0" dt="0"/>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568744" y="2450308"/>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46889"/>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p:nvCxnSpPr>
        <p:spPr>
          <a:xfrm>
            <a:off x="1568744" y="354014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636882"/>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7A2B48ED-C92C-41E9-BE87-4EFFC1455674}"/>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21423542"/>
      </p:ext>
    </p:extLst>
  </p:cSld>
  <p:clrMapOvr>
    <a:masterClrMapping/>
  </p:clrMapOvr>
  <p:transition>
    <p:fade/>
  </p:transition>
  <p:hf sldNum="0" hdr="0" ftr="0" dt="0"/>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568744" y="2450308"/>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46889"/>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p:nvCxnSpPr>
        <p:spPr>
          <a:xfrm>
            <a:off x="1568744" y="354014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636882"/>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15248E5B-B35D-43BA-B0E9-DDA9F982CABC}"/>
              </a:ext>
              <a:ext uri="{C183D7F6-B498-43B3-948B-1728B52AA6E4}">
                <adec:decorative xmlns:adec="http://schemas.microsoft.com/office/drawing/2017/decorative" val="1"/>
              </a:ext>
            </a:extLst>
          </p:cNvPr>
          <p:cNvCxnSpPr>
            <a:cxnSpLocks/>
          </p:cNvCxnSpPr>
          <p:nvPr/>
        </p:nvCxnSpPr>
        <p:spPr>
          <a:xfrm>
            <a:off x="1568744" y="4629985"/>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726875"/>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84CDC89F-49F0-4D24-9E6F-B7B972EB3B8F}"/>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870114294"/>
      </p:ext>
    </p:extLst>
  </p:cSld>
  <p:clrMapOvr>
    <a:masterClrMapping/>
  </p:clrMapOvr>
  <p:transition>
    <p:fade/>
  </p:transition>
  <p:hf sldNum="0" hdr="0" ftr="0" dt="0"/>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p:nvCxnSpPr>
        <p:spPr>
          <a:xfrm>
            <a:off x="1568744" y="2412957"/>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47217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p:nvCxnSpPr>
        <p:spPr>
          <a:xfrm>
            <a:off x="1568744" y="3428093"/>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487457"/>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p:nvCxnSpPr>
        <p:spPr>
          <a:xfrm>
            <a:off x="1568744" y="4443230"/>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502737"/>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p:nvCxnSpPr>
        <p:spPr>
          <a:xfrm>
            <a:off x="1568744" y="545836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568744" y="5518016"/>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4ED2AB97-27A5-4C49-966A-5D75D13B8CC2}"/>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855539965"/>
      </p:ext>
    </p:extLst>
  </p:cSld>
  <p:clrMapOvr>
    <a:masterClrMapping/>
  </p:clrMapOvr>
  <p:transition>
    <p:fade/>
  </p:transition>
  <p:hf sldNum="0" hdr="0" ftr="0" dt="0"/>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389459" y="1456896"/>
            <a:ext cx="10383899" cy="728448"/>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p:nvCxnSpPr>
        <p:spPr>
          <a:xfrm>
            <a:off x="1403101" y="2244505"/>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03329"/>
            <a:ext cx="10383899" cy="728448"/>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p:nvCxnSpPr>
        <p:spPr>
          <a:xfrm>
            <a:off x="1403101" y="3090816"/>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49762"/>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p:nvCxnSpPr>
        <p:spPr>
          <a:xfrm>
            <a:off x="1403101" y="3937128"/>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996194"/>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p:nvCxnSpPr>
        <p:spPr>
          <a:xfrm>
            <a:off x="1403101" y="4783440"/>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42627"/>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p:nvCxnSpPr>
        <p:spPr>
          <a:xfrm>
            <a:off x="1403101" y="5629751"/>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389459" y="5689059"/>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EA2F36BF-4C66-4F60-9687-8A7789E05AB2}"/>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319336479"/>
      </p:ext>
    </p:extLst>
  </p:cSld>
  <p:clrMapOvr>
    <a:masterClrMapping/>
  </p:clrMapOvr>
  <p:transition>
    <p:fade/>
  </p:transition>
  <p:hf sldNum="0" hdr="0" ftr="0" dt="0"/>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568744" y="1456896"/>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p:nvCxnSpPr>
        <p:spPr>
          <a:xfrm>
            <a:off x="1568744" y="287510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3021452"/>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p:nvCxnSpPr>
        <p:spPr>
          <a:xfrm>
            <a:off x="1568744" y="4439664"/>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4586007"/>
            <a:ext cx="4393416" cy="1271868"/>
          </a:xfr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456896"/>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p:nvCxnSpPr>
        <p:spPr>
          <a:xfrm>
            <a:off x="7379943" y="287510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3021452"/>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p:nvCxnSpPr>
        <p:spPr>
          <a:xfrm>
            <a:off x="7379943" y="4439664"/>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4586007"/>
            <a:ext cx="4393416" cy="1271868"/>
          </a:xfr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AFC478E9-3BC1-400C-AA34-1E1599FAEDDC}"/>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209020008"/>
      </p:ext>
    </p:extLst>
  </p:cSld>
  <p:clrMapOvr>
    <a:masterClrMapping/>
  </p:clrMapOvr>
  <p:transition>
    <p:fade/>
  </p:transition>
  <p:hf sldNum="0" hdr="0" ftr="0" dt="0"/>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568744" y="145689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p:nvCxnSpPr>
        <p:spPr>
          <a:xfrm>
            <a:off x="1568744" y="2412957"/>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47217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p:nvCxnSpPr>
        <p:spPr>
          <a:xfrm>
            <a:off x="1568744" y="342809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48745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p:nvCxnSpPr>
        <p:spPr>
          <a:xfrm>
            <a:off x="1568744" y="4443230"/>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50273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p:nvCxnSpPr>
        <p:spPr>
          <a:xfrm>
            <a:off x="1568744" y="5458366"/>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568744" y="5518016"/>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45689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p:nvCxnSpPr>
        <p:spPr>
          <a:xfrm>
            <a:off x="7379943" y="2412957"/>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247217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p:nvCxnSpPr>
        <p:spPr>
          <a:xfrm>
            <a:off x="7379943" y="342809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348745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p:nvCxnSpPr>
        <p:spPr>
          <a:xfrm>
            <a:off x="7379943" y="4443230"/>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379942" y="450273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p:nvCxnSpPr>
        <p:spPr>
          <a:xfrm>
            <a:off x="7379943" y="5458366"/>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7379942" y="5518016"/>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C7FD0CAD-A9AA-414D-8022-E74A70833154}"/>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820563916"/>
      </p:ext>
    </p:extLst>
  </p:cSld>
  <p:clrMapOvr>
    <a:masterClrMapping/>
  </p:clrMapOvr>
  <p:transition>
    <p:fade/>
  </p:transition>
  <p:hf sldNum="0" hdr="0" ftr="0" dt="0"/>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2" y="1457323"/>
            <a:ext cx="5578933"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8643" y="2628195"/>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229350" y="2628195"/>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95890" y="1457323"/>
            <a:ext cx="5572801"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664462"/>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229350" y="3664463"/>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00731"/>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229350" y="4700731"/>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418643" y="3532700"/>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418643" y="4568967"/>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418643" y="440494"/>
            <a:ext cx="11341268" cy="680196"/>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6229350" y="3532700"/>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6229350" y="4568967"/>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96EF592D-EEA7-47F4-9146-7AA8A3F44C47}"/>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833744043"/>
      </p:ext>
    </p:extLst>
  </p:cSld>
  <p:clrMapOvr>
    <a:masterClrMapping/>
  </p:clrMapOvr>
  <p:transition>
    <p:fade/>
  </p:transition>
  <p:hf sldNum="0" hdr="0" ftr="0" dt="0"/>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3" y="1457323"/>
            <a:ext cx="3629278"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8643" y="2628195"/>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03152" y="1457323"/>
            <a:ext cx="3629278"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4303152"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61204"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1457323"/>
            <a:ext cx="3629278"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664462"/>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4303152"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8161204"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00731"/>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4303152"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8161204"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418643" y="3532700"/>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418643" y="4568967"/>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p:nvCxnSpPr>
        <p:spPr>
          <a:xfrm>
            <a:off x="4303713"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p:nvCxnSpPr>
        <p:spPr>
          <a:xfrm>
            <a:off x="4303713"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418643" y="440494"/>
            <a:ext cx="11341268" cy="680196"/>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8161204"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8161204"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B30B5A80-F666-460D-9090-8493217C8FD1}"/>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144177641"/>
      </p:ext>
    </p:extLst>
  </p:cSld>
  <p:clrMapOvr>
    <a:masterClrMapping/>
  </p:clrMapOvr>
  <p:transition>
    <p:fade/>
  </p:transition>
  <p:hf sldNum="0" hdr="0" ftr="0" dt="0"/>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2"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4369674"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8320705"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2" name="Footer Placeholder 1">
            <a:extLst>
              <a:ext uri="{FF2B5EF4-FFF2-40B4-BE49-F238E27FC236}">
                <a16:creationId xmlns:a16="http://schemas.microsoft.com/office/drawing/2014/main" id="{538B82E4-7444-4181-B6FE-B79D11D3EA6F}"/>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447046860"/>
      </p:ext>
    </p:extLst>
  </p:cSld>
  <p:clrMapOvr>
    <a:masterClrMapping/>
  </p:clrMapOvr>
  <p:transition>
    <p:fade/>
  </p:transition>
  <p:hf sldNum="0" hdr="0" ftr="0" dt="0"/>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3"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722617"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5026591"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7330565"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9634541"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2" name="Footer Placeholder 1">
            <a:extLst>
              <a:ext uri="{FF2B5EF4-FFF2-40B4-BE49-F238E27FC236}">
                <a16:creationId xmlns:a16="http://schemas.microsoft.com/office/drawing/2014/main" id="{136AABF9-4169-453B-83D4-823782CAB5B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836882262"/>
      </p:ext>
    </p:extLst>
  </p:cSld>
  <p:clrMapOvr>
    <a:masterClrMapping/>
  </p:clrMapOvr>
  <p:transition>
    <p:fade/>
  </p:transition>
  <p:hf sldNum="0" hdr="0" ftr="0" dt="0"/>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rgbClr val="243A5E"/>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830E1E-F06E-469F-9154-F8DEA4B068FE}"/>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solidFill>
                  <a:schemeClr val="bg1"/>
                </a:solidFill>
              </a:rPr>
              <a:t>© Copyright Microsoft Corporation. All rights reserved.</a:t>
            </a:r>
          </a:p>
        </p:txBody>
      </p:sp>
      <p:pic>
        <p:nvPicPr>
          <p:cNvPr id="9" name="Picture 8" descr="A close up of a logo&#10;&#10;Description automatically generated">
            <a:extLst>
              <a:ext uri="{FF2B5EF4-FFF2-40B4-BE49-F238E27FC236}">
                <a16:creationId xmlns:a16="http://schemas.microsoft.com/office/drawing/2014/main" id="{627962C6-3D96-4CE6-8E4F-540B7A0E6F3A}"/>
              </a:ext>
            </a:extLst>
          </p:cNvPr>
          <p:cNvPicPr>
            <a:picLocks noChangeAspect="1"/>
          </p:cNvPicPr>
          <p:nvPr/>
        </p:nvPicPr>
        <p:blipFill>
          <a:blip r:embed="rId2"/>
          <a:stretch>
            <a:fillRect/>
          </a:stretch>
        </p:blipFill>
        <p:spPr>
          <a:xfrm>
            <a:off x="146409" y="159693"/>
            <a:ext cx="3471501" cy="871754"/>
          </a:xfrm>
          <a:prstGeom prst="rect">
            <a:avLst/>
          </a:prstGeom>
        </p:spPr>
      </p:pic>
    </p:spTree>
    <p:extLst>
      <p:ext uri="{BB962C8B-B14F-4D97-AF65-F5344CB8AC3E}">
        <p14:creationId xmlns:p14="http://schemas.microsoft.com/office/powerpoint/2010/main" val="1271879180"/>
      </p:ext>
    </p:extLst>
  </p:cSld>
  <p:clrMapOvr>
    <a:masterClrMapping/>
  </p:clrMapOvr>
  <p:transition>
    <p:fade/>
  </p:transition>
  <p:hf sldNum="0" hdr="0" ftr="0" dt="0"/>
</p:sldLayout>
</file>

<file path=ppt/slideLayouts/slideLayout116.xml><?xml version="1.0" encoding="utf-8"?>
<p:sldLayout xmlns:a="http://schemas.openxmlformats.org/drawingml/2006/main" xmlns:r="http://schemas.openxmlformats.org/officeDocument/2006/relationships" xmlns:p="http://schemas.openxmlformats.org/presentationml/2006/main">
  <p:cSld name="Title slide 3">
    <p:bg>
      <p:bgPr>
        <a:solidFill>
          <a:srgbClr val="000000"/>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302B9254-503D-8F44-9D4B-18675DFDE809}"/>
              </a:ext>
            </a:extLst>
          </p:cNvPr>
          <p:cNvSpPr>
            <a:spLocks noGrp="1"/>
          </p:cNvSpPr>
          <p:nvPr>
            <p:ph type="title" hasCustomPrompt="1"/>
          </p:nvPr>
        </p:nvSpPr>
        <p:spPr>
          <a:xfrm>
            <a:off x="428681" y="1457325"/>
            <a:ext cx="11344219" cy="701675"/>
          </a:xfrm>
          <a:prstGeom prst="rect">
            <a:avLst/>
          </a:prstGeom>
          <a:noFill/>
        </p:spPr>
        <p:txBody>
          <a:bodyPr lIns="0" tIns="0" rIns="0" bIns="182880" anchor="t" anchorCtr="0"/>
          <a:lstStyle>
            <a:lvl1pPr>
              <a:defRPr sz="3200" strike="noStrike" spc="-49" baseline="0">
                <a:solidFill>
                  <a:schemeClr val="bg2"/>
                </a:solidFill>
              </a:defRPr>
            </a:lvl1pPr>
          </a:lstStyle>
          <a:p>
            <a:r>
              <a:rPr lang="en-US"/>
              <a:t>Heading goes here</a:t>
            </a:r>
          </a:p>
        </p:txBody>
      </p:sp>
      <p:sp>
        <p:nvSpPr>
          <p:cNvPr id="12" name="Text Placeholder 10">
            <a:extLst>
              <a:ext uri="{FF2B5EF4-FFF2-40B4-BE49-F238E27FC236}">
                <a16:creationId xmlns:a16="http://schemas.microsoft.com/office/drawing/2014/main" id="{2D6C119F-8C39-DF40-90FE-09B7E3ECDBE0}"/>
              </a:ext>
            </a:extLst>
          </p:cNvPr>
          <p:cNvSpPr>
            <a:spLocks noGrp="1"/>
          </p:cNvSpPr>
          <p:nvPr>
            <p:ph type="body" sz="quarter" idx="15" hasCustomPrompt="1"/>
          </p:nvPr>
        </p:nvSpPr>
        <p:spPr>
          <a:xfrm>
            <a:off x="442466" y="2159000"/>
            <a:ext cx="11330434" cy="553998"/>
          </a:xfrm>
          <a:prstGeom prst="rect">
            <a:avLst/>
          </a:prstGeom>
        </p:spPr>
        <p:txBody>
          <a:bodyPr/>
          <a:lst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lang="en-US" sz="2400" kern="1200" spc="-49" baseline="0" dirty="0">
                <a:solidFill>
                  <a:schemeClr val="bg2"/>
                </a:solidFill>
                <a:latin typeface="+mj-lt"/>
                <a:ea typeface="+mn-ea"/>
                <a:cs typeface="+mn-cs"/>
              </a:defRPr>
            </a:lvl1pPr>
            <a:lvl2pPr>
              <a:defRPr sz="1765">
                <a:solidFill>
                  <a:srgbClr val="000000"/>
                </a:solidFill>
              </a:defRPr>
            </a:lvl2pPr>
            <a:lvl3pPr>
              <a:defRPr sz="1372"/>
            </a:lvl3pPr>
            <a:lvl4pPr>
              <a:defRPr sz="1372"/>
            </a:lvl4pPr>
            <a:lvl5pPr>
              <a:defRPr sz="1029"/>
            </a:lvl5pPr>
          </a:lstStyle>
          <a:p>
            <a:pPr lvl="0"/>
            <a:r>
              <a:rPr lang="en-US"/>
              <a:t>Text goes here</a:t>
            </a:r>
          </a:p>
        </p:txBody>
      </p:sp>
      <p:pic>
        <p:nvPicPr>
          <p:cNvPr id="4" name="Picture 3" descr="A picture containing drawing&#10;&#10;Description automatically generated">
            <a:extLst>
              <a:ext uri="{FF2B5EF4-FFF2-40B4-BE49-F238E27FC236}">
                <a16:creationId xmlns:a16="http://schemas.microsoft.com/office/drawing/2014/main" id="{5CC1D709-E431-42C5-A75F-9A42EF995404}"/>
              </a:ext>
            </a:extLst>
          </p:cNvPr>
          <p:cNvPicPr>
            <a:picLocks noChangeAspect="1"/>
          </p:cNvPicPr>
          <p:nvPr/>
        </p:nvPicPr>
        <p:blipFill>
          <a:blip r:embed="rId2"/>
          <a:stretch>
            <a:fillRect/>
          </a:stretch>
        </p:blipFill>
        <p:spPr>
          <a:xfrm>
            <a:off x="64294" y="85724"/>
            <a:ext cx="2384426" cy="1068717"/>
          </a:xfrm>
          <a:prstGeom prst="rect">
            <a:avLst/>
          </a:prstGeom>
        </p:spPr>
      </p:pic>
      <p:sp>
        <p:nvSpPr>
          <p:cNvPr id="2" name="Footer Placeholder 1">
            <a:extLst>
              <a:ext uri="{FF2B5EF4-FFF2-40B4-BE49-F238E27FC236}">
                <a16:creationId xmlns:a16="http://schemas.microsoft.com/office/drawing/2014/main" id="{CB34F2AE-FCDF-4A97-A628-7BA7ADAEFF0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solidFill>
                  <a:schemeClr val="bg1"/>
                </a:solidFill>
              </a:rPr>
              <a:t>© Copyright Microsoft Corporation. All rights reserved.</a:t>
            </a:r>
          </a:p>
        </p:txBody>
      </p:sp>
    </p:spTree>
    <p:extLst>
      <p:ext uri="{BB962C8B-B14F-4D97-AF65-F5344CB8AC3E}">
        <p14:creationId xmlns:p14="http://schemas.microsoft.com/office/powerpoint/2010/main" val="2541974147"/>
      </p:ext>
    </p:extLst>
  </p:cSld>
  <p:clrMapOvr>
    <a:masterClrMapping/>
  </p:clrMapOvr>
  <p:transition>
    <p:fade/>
  </p:transition>
  <p:hf sldNum="0" hdr="0" ftr="0" dt="0"/>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userDrawn="1">
  <p:cSld name="Title square photo">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2270E26-89BA-4369-9EF4-1B9EBAA3D00B}"/>
              </a:ext>
            </a:extLst>
          </p:cNvPr>
          <p:cNvSpPr/>
          <p:nvPr userDrawn="1"/>
        </p:nvSpPr>
        <p:spPr bwMode="auto">
          <a:xfrm>
            <a:off x="5334000" y="0"/>
            <a:ext cx="6858000" cy="6858000"/>
          </a:xfrm>
          <a:prstGeom prst="rect">
            <a:avLst/>
          </a:prstGeom>
          <a:solidFill>
            <a:srgbClr val="D2D2D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a:t>
            </a:r>
          </a:p>
        </p:txBody>
      </p:sp>
      <p:pic>
        <p:nvPicPr>
          <p:cNvPr id="9" name="MS logo gray - EMF" descr="Microsoft logo, gray text version">
            <a:extLst>
              <a:ext uri="{FF2B5EF4-FFF2-40B4-BE49-F238E27FC236}">
                <a16:creationId xmlns:a16="http://schemas.microsoft.com/office/drawing/2014/main" id="{D03FE64B-525F-4B73-8C45-B4BC3BAD6A2D}"/>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pic>
        <p:nvPicPr>
          <p:cNvPr id="10" name="Picture 9">
            <a:extLst>
              <a:ext uri="{FF2B5EF4-FFF2-40B4-BE49-F238E27FC236}">
                <a16:creationId xmlns:a16="http://schemas.microsoft.com/office/drawing/2014/main" id="{95964678-FE6C-4226-A11B-8D452DA7808C}"/>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420206005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userDrawn="1">
  <p:cSld name="1_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Section title</a:t>
            </a:r>
          </a:p>
        </p:txBody>
      </p:sp>
      <p:pic>
        <p:nvPicPr>
          <p:cNvPr id="6" name="Picture 5">
            <a:extLst>
              <a:ext uri="{FF2B5EF4-FFF2-40B4-BE49-F238E27FC236}">
                <a16:creationId xmlns:a16="http://schemas.microsoft.com/office/drawing/2014/main" id="{869F059F-BD0F-4211-86F6-E960C3EC183D}"/>
              </a:ext>
            </a:extLst>
          </p:cNvPr>
          <p:cNvPicPr>
            <a:picLocks noChangeAspect="1"/>
          </p:cNvPicPr>
          <p:nvPr userDrawn="1"/>
        </p:nvPicPr>
        <p:blipFill>
          <a:blip r:embed="rId2"/>
          <a:stretch>
            <a:fillRect/>
          </a:stretch>
        </p:blipFill>
        <p:spPr>
          <a:xfrm>
            <a:off x="9344025" y="3898483"/>
            <a:ext cx="2265363" cy="2370555"/>
          </a:xfrm>
          <a:prstGeom prst="rect">
            <a:avLst/>
          </a:prstGeom>
        </p:spPr>
      </p:pic>
    </p:spTree>
    <p:extLst>
      <p:ext uri="{BB962C8B-B14F-4D97-AF65-F5344CB8AC3E}">
        <p14:creationId xmlns:p14="http://schemas.microsoft.com/office/powerpoint/2010/main" val="40389776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8.xml"/><Relationship Id="rId18" Type="http://schemas.openxmlformats.org/officeDocument/2006/relationships/slideLayout" Target="../slideLayouts/slideLayout33.xml"/><Relationship Id="rId26" Type="http://schemas.openxmlformats.org/officeDocument/2006/relationships/slideLayout" Target="../slideLayouts/slideLayout41.xml"/><Relationship Id="rId39" Type="http://schemas.openxmlformats.org/officeDocument/2006/relationships/slideLayout" Target="../slideLayouts/slideLayout54.xml"/><Relationship Id="rId21" Type="http://schemas.openxmlformats.org/officeDocument/2006/relationships/slideLayout" Target="../slideLayouts/slideLayout36.xml"/><Relationship Id="rId34" Type="http://schemas.openxmlformats.org/officeDocument/2006/relationships/slideLayout" Target="../slideLayouts/slideLayout49.xml"/><Relationship Id="rId42" Type="http://schemas.openxmlformats.org/officeDocument/2006/relationships/slideLayout" Target="../slideLayouts/slideLayout57.xml"/><Relationship Id="rId47" Type="http://schemas.openxmlformats.org/officeDocument/2006/relationships/slideLayout" Target="../slideLayouts/slideLayout62.xml"/><Relationship Id="rId50" Type="http://schemas.openxmlformats.org/officeDocument/2006/relationships/slideLayout" Target="../slideLayouts/slideLayout65.xml"/><Relationship Id="rId55" Type="http://schemas.openxmlformats.org/officeDocument/2006/relationships/slideLayout" Target="../slideLayouts/slideLayout70.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slideLayout" Target="../slideLayouts/slideLayout32.xml"/><Relationship Id="rId25" Type="http://schemas.openxmlformats.org/officeDocument/2006/relationships/slideLayout" Target="../slideLayouts/slideLayout40.xml"/><Relationship Id="rId33" Type="http://schemas.openxmlformats.org/officeDocument/2006/relationships/slideLayout" Target="../slideLayouts/slideLayout48.xml"/><Relationship Id="rId38" Type="http://schemas.openxmlformats.org/officeDocument/2006/relationships/slideLayout" Target="../slideLayouts/slideLayout53.xml"/><Relationship Id="rId46" Type="http://schemas.openxmlformats.org/officeDocument/2006/relationships/slideLayout" Target="../slideLayouts/slideLayout61.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20" Type="http://schemas.openxmlformats.org/officeDocument/2006/relationships/slideLayout" Target="../slideLayouts/slideLayout35.xml"/><Relationship Id="rId29" Type="http://schemas.openxmlformats.org/officeDocument/2006/relationships/slideLayout" Target="../slideLayouts/slideLayout44.xml"/><Relationship Id="rId41" Type="http://schemas.openxmlformats.org/officeDocument/2006/relationships/slideLayout" Target="../slideLayouts/slideLayout56.xml"/><Relationship Id="rId54" Type="http://schemas.openxmlformats.org/officeDocument/2006/relationships/slideLayout" Target="../slideLayouts/slideLayout69.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24" Type="http://schemas.openxmlformats.org/officeDocument/2006/relationships/slideLayout" Target="../slideLayouts/slideLayout39.xml"/><Relationship Id="rId32" Type="http://schemas.openxmlformats.org/officeDocument/2006/relationships/slideLayout" Target="../slideLayouts/slideLayout47.xml"/><Relationship Id="rId37" Type="http://schemas.openxmlformats.org/officeDocument/2006/relationships/slideLayout" Target="../slideLayouts/slideLayout52.xml"/><Relationship Id="rId40" Type="http://schemas.openxmlformats.org/officeDocument/2006/relationships/slideLayout" Target="../slideLayouts/slideLayout55.xml"/><Relationship Id="rId45" Type="http://schemas.openxmlformats.org/officeDocument/2006/relationships/slideLayout" Target="../slideLayouts/slideLayout60.xml"/><Relationship Id="rId53" Type="http://schemas.openxmlformats.org/officeDocument/2006/relationships/slideLayout" Target="../slideLayouts/slideLayout68.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23" Type="http://schemas.openxmlformats.org/officeDocument/2006/relationships/slideLayout" Target="../slideLayouts/slideLayout38.xml"/><Relationship Id="rId28" Type="http://schemas.openxmlformats.org/officeDocument/2006/relationships/slideLayout" Target="../slideLayouts/slideLayout43.xml"/><Relationship Id="rId36" Type="http://schemas.openxmlformats.org/officeDocument/2006/relationships/slideLayout" Target="../slideLayouts/slideLayout51.xml"/><Relationship Id="rId49" Type="http://schemas.openxmlformats.org/officeDocument/2006/relationships/slideLayout" Target="../slideLayouts/slideLayout64.xml"/><Relationship Id="rId57" Type="http://schemas.openxmlformats.org/officeDocument/2006/relationships/theme" Target="../theme/theme2.xml"/><Relationship Id="rId10" Type="http://schemas.openxmlformats.org/officeDocument/2006/relationships/slideLayout" Target="../slideLayouts/slideLayout25.xml"/><Relationship Id="rId19" Type="http://schemas.openxmlformats.org/officeDocument/2006/relationships/slideLayout" Target="../slideLayouts/slideLayout34.xml"/><Relationship Id="rId31" Type="http://schemas.openxmlformats.org/officeDocument/2006/relationships/slideLayout" Target="../slideLayouts/slideLayout46.xml"/><Relationship Id="rId44" Type="http://schemas.openxmlformats.org/officeDocument/2006/relationships/slideLayout" Target="../slideLayouts/slideLayout59.xml"/><Relationship Id="rId52" Type="http://schemas.openxmlformats.org/officeDocument/2006/relationships/slideLayout" Target="../slideLayouts/slideLayout67.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 Id="rId22" Type="http://schemas.openxmlformats.org/officeDocument/2006/relationships/slideLayout" Target="../slideLayouts/slideLayout37.xml"/><Relationship Id="rId27" Type="http://schemas.openxmlformats.org/officeDocument/2006/relationships/slideLayout" Target="../slideLayouts/slideLayout42.xml"/><Relationship Id="rId30" Type="http://schemas.openxmlformats.org/officeDocument/2006/relationships/slideLayout" Target="../slideLayouts/slideLayout45.xml"/><Relationship Id="rId35" Type="http://schemas.openxmlformats.org/officeDocument/2006/relationships/slideLayout" Target="../slideLayouts/slideLayout50.xml"/><Relationship Id="rId43" Type="http://schemas.openxmlformats.org/officeDocument/2006/relationships/slideLayout" Target="../slideLayouts/slideLayout58.xml"/><Relationship Id="rId48" Type="http://schemas.openxmlformats.org/officeDocument/2006/relationships/slideLayout" Target="../slideLayouts/slideLayout63.xml"/><Relationship Id="rId56" Type="http://schemas.openxmlformats.org/officeDocument/2006/relationships/slideLayout" Target="../slideLayouts/slideLayout71.xml"/><Relationship Id="rId8" Type="http://schemas.openxmlformats.org/officeDocument/2006/relationships/slideLayout" Target="../slideLayouts/slideLayout23.xml"/><Relationship Id="rId51" Type="http://schemas.openxmlformats.org/officeDocument/2006/relationships/slideLayout" Target="../slideLayouts/slideLayout66.xml"/><Relationship Id="rId3"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79.xml"/><Relationship Id="rId13" Type="http://schemas.openxmlformats.org/officeDocument/2006/relationships/slideLayout" Target="../slideLayouts/slideLayout84.xml"/><Relationship Id="rId18" Type="http://schemas.openxmlformats.org/officeDocument/2006/relationships/slideLayout" Target="../slideLayouts/slideLayout89.xml"/><Relationship Id="rId26" Type="http://schemas.openxmlformats.org/officeDocument/2006/relationships/slideLayout" Target="../slideLayouts/slideLayout97.xml"/><Relationship Id="rId39" Type="http://schemas.openxmlformats.org/officeDocument/2006/relationships/slideLayout" Target="../slideLayouts/slideLayout110.xml"/><Relationship Id="rId3" Type="http://schemas.openxmlformats.org/officeDocument/2006/relationships/slideLayout" Target="../slideLayouts/slideLayout74.xml"/><Relationship Id="rId21" Type="http://schemas.openxmlformats.org/officeDocument/2006/relationships/slideLayout" Target="../slideLayouts/slideLayout92.xml"/><Relationship Id="rId34" Type="http://schemas.openxmlformats.org/officeDocument/2006/relationships/slideLayout" Target="../slideLayouts/slideLayout105.xml"/><Relationship Id="rId42" Type="http://schemas.openxmlformats.org/officeDocument/2006/relationships/slideLayout" Target="../slideLayouts/slideLayout113.xml"/><Relationship Id="rId47" Type="http://schemas.openxmlformats.org/officeDocument/2006/relationships/slideLayout" Target="../slideLayouts/slideLayout118.xml"/><Relationship Id="rId7" Type="http://schemas.openxmlformats.org/officeDocument/2006/relationships/slideLayout" Target="../slideLayouts/slideLayout78.xml"/><Relationship Id="rId12" Type="http://schemas.openxmlformats.org/officeDocument/2006/relationships/slideLayout" Target="../slideLayouts/slideLayout83.xml"/><Relationship Id="rId17" Type="http://schemas.openxmlformats.org/officeDocument/2006/relationships/slideLayout" Target="../slideLayouts/slideLayout88.xml"/><Relationship Id="rId25" Type="http://schemas.openxmlformats.org/officeDocument/2006/relationships/slideLayout" Target="../slideLayouts/slideLayout96.xml"/><Relationship Id="rId33" Type="http://schemas.openxmlformats.org/officeDocument/2006/relationships/slideLayout" Target="../slideLayouts/slideLayout104.xml"/><Relationship Id="rId38" Type="http://schemas.openxmlformats.org/officeDocument/2006/relationships/slideLayout" Target="../slideLayouts/slideLayout109.xml"/><Relationship Id="rId46" Type="http://schemas.openxmlformats.org/officeDocument/2006/relationships/slideLayout" Target="../slideLayouts/slideLayout117.xml"/><Relationship Id="rId2" Type="http://schemas.openxmlformats.org/officeDocument/2006/relationships/slideLayout" Target="../slideLayouts/slideLayout73.xml"/><Relationship Id="rId16" Type="http://schemas.openxmlformats.org/officeDocument/2006/relationships/slideLayout" Target="../slideLayouts/slideLayout87.xml"/><Relationship Id="rId20" Type="http://schemas.openxmlformats.org/officeDocument/2006/relationships/slideLayout" Target="../slideLayouts/slideLayout91.xml"/><Relationship Id="rId29" Type="http://schemas.openxmlformats.org/officeDocument/2006/relationships/slideLayout" Target="../slideLayouts/slideLayout100.xml"/><Relationship Id="rId41" Type="http://schemas.openxmlformats.org/officeDocument/2006/relationships/slideLayout" Target="../slideLayouts/slideLayout112.xml"/><Relationship Id="rId1" Type="http://schemas.openxmlformats.org/officeDocument/2006/relationships/slideLayout" Target="../slideLayouts/slideLayout72.xml"/><Relationship Id="rId6" Type="http://schemas.openxmlformats.org/officeDocument/2006/relationships/slideLayout" Target="../slideLayouts/slideLayout77.xml"/><Relationship Id="rId11" Type="http://schemas.openxmlformats.org/officeDocument/2006/relationships/slideLayout" Target="../slideLayouts/slideLayout82.xml"/><Relationship Id="rId24" Type="http://schemas.openxmlformats.org/officeDocument/2006/relationships/slideLayout" Target="../slideLayouts/slideLayout95.xml"/><Relationship Id="rId32" Type="http://schemas.openxmlformats.org/officeDocument/2006/relationships/slideLayout" Target="../slideLayouts/slideLayout103.xml"/><Relationship Id="rId37" Type="http://schemas.openxmlformats.org/officeDocument/2006/relationships/slideLayout" Target="../slideLayouts/slideLayout108.xml"/><Relationship Id="rId40" Type="http://schemas.openxmlformats.org/officeDocument/2006/relationships/slideLayout" Target="../slideLayouts/slideLayout111.xml"/><Relationship Id="rId45" Type="http://schemas.openxmlformats.org/officeDocument/2006/relationships/slideLayout" Target="../slideLayouts/slideLayout116.xml"/><Relationship Id="rId5" Type="http://schemas.openxmlformats.org/officeDocument/2006/relationships/slideLayout" Target="../slideLayouts/slideLayout76.xml"/><Relationship Id="rId15" Type="http://schemas.openxmlformats.org/officeDocument/2006/relationships/slideLayout" Target="../slideLayouts/slideLayout86.xml"/><Relationship Id="rId23" Type="http://schemas.openxmlformats.org/officeDocument/2006/relationships/slideLayout" Target="../slideLayouts/slideLayout94.xml"/><Relationship Id="rId28" Type="http://schemas.openxmlformats.org/officeDocument/2006/relationships/slideLayout" Target="../slideLayouts/slideLayout99.xml"/><Relationship Id="rId36" Type="http://schemas.openxmlformats.org/officeDocument/2006/relationships/slideLayout" Target="../slideLayouts/slideLayout107.xml"/><Relationship Id="rId10" Type="http://schemas.openxmlformats.org/officeDocument/2006/relationships/slideLayout" Target="../slideLayouts/slideLayout81.xml"/><Relationship Id="rId19" Type="http://schemas.openxmlformats.org/officeDocument/2006/relationships/slideLayout" Target="../slideLayouts/slideLayout90.xml"/><Relationship Id="rId31" Type="http://schemas.openxmlformats.org/officeDocument/2006/relationships/slideLayout" Target="../slideLayouts/slideLayout102.xml"/><Relationship Id="rId44" Type="http://schemas.openxmlformats.org/officeDocument/2006/relationships/slideLayout" Target="../slideLayouts/slideLayout115.xml"/><Relationship Id="rId4" Type="http://schemas.openxmlformats.org/officeDocument/2006/relationships/slideLayout" Target="../slideLayouts/slideLayout75.xml"/><Relationship Id="rId9" Type="http://schemas.openxmlformats.org/officeDocument/2006/relationships/slideLayout" Target="../slideLayouts/slideLayout80.xml"/><Relationship Id="rId14" Type="http://schemas.openxmlformats.org/officeDocument/2006/relationships/slideLayout" Target="../slideLayouts/slideLayout85.xml"/><Relationship Id="rId22" Type="http://schemas.openxmlformats.org/officeDocument/2006/relationships/slideLayout" Target="../slideLayouts/slideLayout93.xml"/><Relationship Id="rId27" Type="http://schemas.openxmlformats.org/officeDocument/2006/relationships/slideLayout" Target="../slideLayouts/slideLayout98.xml"/><Relationship Id="rId30" Type="http://schemas.openxmlformats.org/officeDocument/2006/relationships/slideLayout" Target="../slideLayouts/slideLayout101.xml"/><Relationship Id="rId35" Type="http://schemas.openxmlformats.org/officeDocument/2006/relationships/slideLayout" Target="../slideLayouts/slideLayout106.xml"/><Relationship Id="rId43" Type="http://schemas.openxmlformats.org/officeDocument/2006/relationships/slideLayout" Target="../slideLayouts/slideLayout114.xml"/><Relationship Id="rId48"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610" r:id="rId1"/>
    <p:sldLayoutId id="2147484580" r:id="rId2"/>
    <p:sldLayoutId id="2147484609" r:id="rId3"/>
    <p:sldLayoutId id="2147484741" r:id="rId4"/>
    <p:sldLayoutId id="2147484240" r:id="rId5"/>
    <p:sldLayoutId id="2147484241" r:id="rId6"/>
    <p:sldLayoutId id="2147484474" r:id="rId7"/>
    <p:sldLayoutId id="2147484245" r:id="rId8"/>
    <p:sldLayoutId id="2147484247" r:id="rId9"/>
    <p:sldLayoutId id="2147484584" r:id="rId10"/>
    <p:sldLayoutId id="2147484583" r:id="rId11"/>
    <p:sldLayoutId id="2147484256" r:id="rId12"/>
    <p:sldLayoutId id="2147484257" r:id="rId13"/>
    <p:sldLayoutId id="2147484585" r:id="rId14"/>
    <p:sldLayoutId id="2147484299" r:id="rId15"/>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8643" y="440494"/>
            <a:ext cx="11341268" cy="680196"/>
          </a:xfrm>
          <a:prstGeom prst="rect">
            <a:avLst/>
          </a:prstGeom>
        </p:spPr>
        <p:txBody>
          <a:bodyPr vert="horz" wrap="square" lIns="0" tIns="91440" rIns="146304" bIns="91440" rtlCol="0" anchor="t">
            <a:noAutofit/>
          </a:bodyPr>
          <a:lstStyle/>
          <a:p>
            <a:r>
              <a:rPr lang="en-US" dirty="0"/>
              <a:t>Heading Segoe UI </a:t>
            </a:r>
            <a:r>
              <a:rPr lang="en-US" dirty="0" err="1"/>
              <a:t>Semibold</a:t>
            </a:r>
            <a:r>
              <a:rPr lang="en-US" dirty="0"/>
              <a:t> 28/32</a:t>
            </a:r>
          </a:p>
        </p:txBody>
      </p:sp>
      <p:sp>
        <p:nvSpPr>
          <p:cNvPr id="4" name="Text Placeholder 3"/>
          <p:cNvSpPr>
            <a:spLocks noGrp="1"/>
          </p:cNvSpPr>
          <p:nvPr>
            <p:ph type="body" idx="1"/>
          </p:nvPr>
        </p:nvSpPr>
        <p:spPr>
          <a:xfrm>
            <a:off x="418643" y="1456898"/>
            <a:ext cx="11341268" cy="2492990"/>
          </a:xfrm>
          <a:prstGeom prst="rect">
            <a:avLst/>
          </a:prstGeom>
        </p:spPr>
        <p:txBody>
          <a:bodyPr vert="horz" wrap="square" lIns="0" tIns="91440" rIns="146304" bIns="91440" rtlCol="0">
            <a:spAutoFit/>
          </a:bodyPr>
          <a:lstStyle/>
          <a:p>
            <a:pPr lvl="1"/>
            <a:r>
              <a:rPr lang="en-US" dirty="0"/>
              <a:t>Large: subhead Segoe UI Regular 20/24</a:t>
            </a:r>
          </a:p>
          <a:p>
            <a:pPr lvl="2"/>
            <a:r>
              <a:rPr lang="en-US" dirty="0"/>
              <a:t>Medium: paragraph heading Segoe UI </a:t>
            </a:r>
            <a:r>
              <a:rPr lang="en-US" dirty="0" err="1"/>
              <a:t>Semibold</a:t>
            </a:r>
            <a:r>
              <a:rPr lang="en-US" dirty="0"/>
              <a:t> 14/18</a:t>
            </a:r>
          </a:p>
          <a:p>
            <a:pPr lvl="3"/>
            <a:r>
              <a:rPr lang="en-US" dirty="0"/>
              <a:t>Medium: paragraph body copy Segoe UI Regular 14/18</a:t>
            </a:r>
          </a:p>
          <a:p>
            <a:pPr lvl="4"/>
            <a:r>
              <a:rPr lang="en-US" dirty="0"/>
              <a:t>Small: caption heading Segoe UI Bold 10/12</a:t>
            </a:r>
          </a:p>
          <a:p>
            <a:pPr lvl="6"/>
            <a:r>
              <a:rPr lang="en-US" dirty="0"/>
              <a:t>Small: caption body copy Segoe UI Regular 10/12</a:t>
            </a:r>
          </a:p>
          <a:p>
            <a:pPr lvl="6"/>
            <a:endParaRPr lang="en-US" dirty="0"/>
          </a:p>
          <a:p>
            <a:pPr lvl="6"/>
            <a:endParaRPr lang="en-US" dirty="0"/>
          </a:p>
        </p:txBody>
      </p:sp>
      <p:grpSp>
        <p:nvGrpSpPr>
          <p:cNvPr id="13" name="Group 12">
            <a:extLst>
              <a:ext uri="{FF2B5EF4-FFF2-40B4-BE49-F238E27FC236}">
                <a16:creationId xmlns:a16="http://schemas.microsoft.com/office/drawing/2014/main" id="{E44624BD-1B5A-49BF-A660-FB967C992154}"/>
              </a:ext>
            </a:extLst>
          </p:cNvPr>
          <p:cNvGrpSpPr/>
          <p:nvPr/>
        </p:nvGrpSpPr>
        <p:grpSpPr>
          <a:xfrm rot="5400000">
            <a:off x="9114924" y="3156600"/>
            <a:ext cx="6843276" cy="530076"/>
            <a:chOff x="-2857775" y="8147048"/>
            <a:chExt cx="11623156" cy="1498603"/>
          </a:xfrm>
        </p:grpSpPr>
        <p:sp>
          <p:nvSpPr>
            <p:cNvPr id="14" name="Rectangle 13">
              <a:extLst>
                <a:ext uri="{FF2B5EF4-FFF2-40B4-BE49-F238E27FC236}">
                  <a16:creationId xmlns:a16="http://schemas.microsoft.com/office/drawing/2014/main" id="{B7BB6BA6-0E25-40ED-9E86-E1ADB171F38F}"/>
                </a:ext>
              </a:extLst>
            </p:cNvPr>
            <p:cNvSpPr/>
            <p:nvPr userDrawn="1"/>
          </p:nvSpPr>
          <p:spPr bwMode="auto">
            <a:xfrm>
              <a:off x="5983100" y="8147051"/>
              <a:ext cx="2782281" cy="1498598"/>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Gray</a:t>
              </a:r>
            </a:p>
            <a:p>
              <a:pPr defTabSz="914102" fontAlgn="base">
                <a:spcBef>
                  <a:spcPct val="0"/>
                </a:spcBef>
                <a:spcAft>
                  <a:spcPts val="98"/>
                </a:spcAft>
              </a:pPr>
              <a:r>
                <a:rPr lang="en-US" sz="588" dirty="0">
                  <a:solidFill>
                    <a:schemeClr val="bg1"/>
                  </a:solidFill>
                  <a:ea typeface="Segoe UI" pitchFamily="34" charset="0"/>
                  <a:cs typeface="Segoe UI" pitchFamily="34" charset="0"/>
                </a:rPr>
                <a:t>R117 G117 B122</a:t>
              </a:r>
            </a:p>
            <a:p>
              <a:pPr defTabSz="914102" fontAlgn="base">
                <a:spcBef>
                  <a:spcPct val="0"/>
                </a:spcBef>
                <a:spcAft>
                  <a:spcPts val="98"/>
                </a:spcAft>
              </a:pPr>
              <a:r>
                <a:rPr lang="en-US" sz="588" dirty="0">
                  <a:solidFill>
                    <a:schemeClr val="bg1"/>
                  </a:solidFill>
                  <a:ea typeface="Segoe UI" pitchFamily="34" charset="0"/>
                  <a:cs typeface="Segoe UI" pitchFamily="34" charset="0"/>
                </a:rPr>
                <a:t>Hex #75757A</a:t>
              </a:r>
            </a:p>
          </p:txBody>
        </p:sp>
        <p:sp>
          <p:nvSpPr>
            <p:cNvPr id="15" name="Rectangle 14">
              <a:extLst>
                <a:ext uri="{FF2B5EF4-FFF2-40B4-BE49-F238E27FC236}">
                  <a16:creationId xmlns:a16="http://schemas.microsoft.com/office/drawing/2014/main" id="{2B86C892-8813-4C52-B1CD-6C3224A42168}"/>
                </a:ext>
              </a:extLst>
            </p:cNvPr>
            <p:cNvSpPr/>
            <p:nvPr userDrawn="1"/>
          </p:nvSpPr>
          <p:spPr bwMode="auto">
            <a:xfrm>
              <a:off x="3154167" y="8147050"/>
              <a:ext cx="2827669" cy="149859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Blue-Gray</a:t>
              </a:r>
            </a:p>
            <a:p>
              <a:pPr defTabSz="914102" fontAlgn="base">
                <a:spcBef>
                  <a:spcPct val="0"/>
                </a:spcBef>
                <a:spcAft>
                  <a:spcPts val="98"/>
                </a:spcAft>
              </a:pPr>
              <a:r>
                <a:rPr lang="en-US" sz="588" dirty="0">
                  <a:solidFill>
                    <a:schemeClr val="bg1"/>
                  </a:solidFill>
                  <a:ea typeface="Segoe UI" pitchFamily="34" charset="0"/>
                  <a:cs typeface="Segoe UI" pitchFamily="34" charset="0"/>
                </a:rPr>
                <a:t>R36 G58 B94</a:t>
              </a:r>
            </a:p>
            <a:p>
              <a:pPr defTabSz="914102" fontAlgn="base">
                <a:spcBef>
                  <a:spcPct val="0"/>
                </a:spcBef>
                <a:spcAft>
                  <a:spcPts val="98"/>
                </a:spcAft>
              </a:pPr>
              <a:r>
                <a:rPr lang="en-US" sz="588" dirty="0">
                  <a:solidFill>
                    <a:schemeClr val="bg1"/>
                  </a:solidFill>
                  <a:ea typeface="Segoe UI" pitchFamily="34" charset="0"/>
                  <a:cs typeface="Segoe UI" pitchFamily="34" charset="0"/>
                </a:rPr>
                <a:t>Hex #243A5E</a:t>
              </a:r>
            </a:p>
          </p:txBody>
        </p:sp>
        <p:sp>
          <p:nvSpPr>
            <p:cNvPr id="16" name="Rectangle 15">
              <a:extLst>
                <a:ext uri="{FF2B5EF4-FFF2-40B4-BE49-F238E27FC236}">
                  <a16:creationId xmlns:a16="http://schemas.microsoft.com/office/drawing/2014/main" id="{C6F005C9-9D4A-4760-B079-613D55BEF6C1}"/>
                </a:ext>
              </a:extLst>
            </p:cNvPr>
            <p:cNvSpPr/>
            <p:nvPr userDrawn="1"/>
          </p:nvSpPr>
          <p:spPr bwMode="auto">
            <a:xfrm>
              <a:off x="465139" y="8147051"/>
              <a:ext cx="2689028" cy="1498600"/>
            </a:xfrm>
            <a:prstGeom prst="rect">
              <a:avLst/>
            </a:prstGeom>
            <a:solidFill>
              <a:schemeClr val="tx2"/>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Blue</a:t>
              </a:r>
            </a:p>
            <a:p>
              <a:pPr defTabSz="914102" fontAlgn="base">
                <a:spcBef>
                  <a:spcPct val="0"/>
                </a:spcBef>
                <a:spcAft>
                  <a:spcPts val="98"/>
                </a:spcAft>
              </a:pPr>
              <a:r>
                <a:rPr lang="en-US" sz="588" dirty="0">
                  <a:solidFill>
                    <a:schemeClr val="bg1"/>
                  </a:solidFill>
                  <a:ea typeface="Segoe UI" pitchFamily="34" charset="0"/>
                  <a:cs typeface="Segoe UI" pitchFamily="34" charset="0"/>
                </a:rPr>
                <a:t>R0 G120 B211</a:t>
              </a:r>
            </a:p>
            <a:p>
              <a:pPr defTabSz="914102" fontAlgn="base">
                <a:spcBef>
                  <a:spcPct val="0"/>
                </a:spcBef>
                <a:spcAft>
                  <a:spcPts val="98"/>
                </a:spcAft>
              </a:pPr>
              <a:r>
                <a:rPr lang="en-US" sz="588" dirty="0">
                  <a:solidFill>
                    <a:schemeClr val="bg1"/>
                  </a:solidFill>
                  <a:ea typeface="Segoe UI" pitchFamily="34" charset="0"/>
                  <a:cs typeface="Segoe UI" pitchFamily="34" charset="0"/>
                </a:rPr>
                <a:t>Hex #0078D4</a:t>
              </a:r>
            </a:p>
          </p:txBody>
        </p:sp>
        <p:grpSp>
          <p:nvGrpSpPr>
            <p:cNvPr id="17" name="Group 16">
              <a:extLst>
                <a:ext uri="{FF2B5EF4-FFF2-40B4-BE49-F238E27FC236}">
                  <a16:creationId xmlns:a16="http://schemas.microsoft.com/office/drawing/2014/main" id="{2AA8C56F-41A8-41CF-9D47-B07BB80801DD}"/>
                </a:ext>
              </a:extLst>
            </p:cNvPr>
            <p:cNvGrpSpPr/>
            <p:nvPr userDrawn="1"/>
          </p:nvGrpSpPr>
          <p:grpSpPr>
            <a:xfrm>
              <a:off x="-2857775" y="8147048"/>
              <a:ext cx="3321653" cy="1498596"/>
              <a:chOff x="-2857775" y="8250837"/>
              <a:chExt cx="3321653" cy="1394819"/>
            </a:xfrm>
          </p:grpSpPr>
          <p:sp>
            <p:nvSpPr>
              <p:cNvPr id="18" name="Rectangle 17">
                <a:extLst>
                  <a:ext uri="{FF2B5EF4-FFF2-40B4-BE49-F238E27FC236}">
                    <a16:creationId xmlns:a16="http://schemas.microsoft.com/office/drawing/2014/main" id="{A786E9CC-EF5A-451C-9E90-03F4B57973DF}"/>
                  </a:ext>
                </a:extLst>
              </p:cNvPr>
              <p:cNvSpPr/>
              <p:nvPr userDrawn="1"/>
            </p:nvSpPr>
            <p:spPr bwMode="auto">
              <a:xfrm>
                <a:off x="-2857775" y="8250837"/>
                <a:ext cx="1660192" cy="1394818"/>
              </a:xfrm>
              <a:prstGeom prst="rect">
                <a:avLst/>
              </a:prstGeom>
              <a:solidFill>
                <a:schemeClr val="tx1"/>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Black</a:t>
                </a:r>
              </a:p>
              <a:p>
                <a:pPr defTabSz="914102" fontAlgn="base">
                  <a:spcBef>
                    <a:spcPct val="0"/>
                  </a:spcBef>
                  <a:spcAft>
                    <a:spcPts val="98"/>
                  </a:spcAft>
                </a:pPr>
                <a:r>
                  <a:rPr lang="en-US" sz="588" dirty="0">
                    <a:solidFill>
                      <a:schemeClr val="bg1"/>
                    </a:solidFill>
                    <a:ea typeface="Segoe UI" pitchFamily="34" charset="0"/>
                    <a:cs typeface="Segoe UI" pitchFamily="34" charset="0"/>
                  </a:rPr>
                  <a:t>R0 G0 B0</a:t>
                </a:r>
              </a:p>
              <a:p>
                <a:pPr defTabSz="914102" fontAlgn="base">
                  <a:spcBef>
                    <a:spcPct val="0"/>
                  </a:spcBef>
                  <a:spcAft>
                    <a:spcPts val="98"/>
                  </a:spcAft>
                </a:pPr>
                <a:r>
                  <a:rPr lang="en-US" sz="588" dirty="0">
                    <a:solidFill>
                      <a:schemeClr val="bg1"/>
                    </a:solidFill>
                    <a:ea typeface="Segoe UI" pitchFamily="34" charset="0"/>
                    <a:cs typeface="Segoe UI" pitchFamily="34" charset="0"/>
                  </a:rPr>
                  <a:t>Hex #000000</a:t>
                </a:r>
              </a:p>
            </p:txBody>
          </p:sp>
          <p:sp>
            <p:nvSpPr>
              <p:cNvPr id="19" name="Rectangle 18">
                <a:extLst>
                  <a:ext uri="{FF2B5EF4-FFF2-40B4-BE49-F238E27FC236}">
                    <a16:creationId xmlns:a16="http://schemas.microsoft.com/office/drawing/2014/main" id="{09B13B5B-71AA-4DFE-9DEE-1DF6184F0582}"/>
                  </a:ext>
                </a:extLst>
              </p:cNvPr>
              <p:cNvSpPr/>
              <p:nvPr userDrawn="1"/>
            </p:nvSpPr>
            <p:spPr bwMode="auto">
              <a:xfrm>
                <a:off x="-1196315" y="8250841"/>
                <a:ext cx="1660193" cy="1394815"/>
              </a:xfrm>
              <a:prstGeom prst="rect">
                <a:avLst/>
              </a:prstGeom>
              <a:solidFill>
                <a:schemeClr val="bg2"/>
              </a:solidFill>
              <a:ln w="63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tx1"/>
                    </a:solidFill>
                    <a:ea typeface="Segoe UI" pitchFamily="34" charset="0"/>
                    <a:cs typeface="Segoe UI" pitchFamily="34" charset="0"/>
                  </a:rPr>
                  <a:t>White</a:t>
                </a:r>
              </a:p>
              <a:p>
                <a:pPr defTabSz="914102" fontAlgn="base">
                  <a:spcBef>
                    <a:spcPct val="0"/>
                  </a:spcBef>
                  <a:spcAft>
                    <a:spcPts val="98"/>
                  </a:spcAft>
                </a:pPr>
                <a:r>
                  <a:rPr lang="en-US" sz="588" dirty="0">
                    <a:solidFill>
                      <a:schemeClr val="tx1"/>
                    </a:solidFill>
                    <a:ea typeface="Segoe UI" pitchFamily="34" charset="0"/>
                    <a:cs typeface="Segoe UI" pitchFamily="34" charset="0"/>
                  </a:rPr>
                  <a:t>R255 G255 B255</a:t>
                </a:r>
              </a:p>
              <a:p>
                <a:pPr defTabSz="914102" fontAlgn="base">
                  <a:spcBef>
                    <a:spcPct val="0"/>
                  </a:spcBef>
                  <a:spcAft>
                    <a:spcPts val="98"/>
                  </a:spcAft>
                </a:pPr>
                <a:r>
                  <a:rPr lang="en-US" sz="588" dirty="0">
                    <a:solidFill>
                      <a:schemeClr val="tx1"/>
                    </a:solidFill>
                    <a:ea typeface="Segoe UI" pitchFamily="34" charset="0"/>
                    <a:cs typeface="Segoe UI" pitchFamily="34" charset="0"/>
                  </a:rPr>
                  <a:t>Hex #FFFFFF</a:t>
                </a:r>
              </a:p>
            </p:txBody>
          </p:sp>
        </p:grpSp>
      </p:grpSp>
      <p:sp>
        <p:nvSpPr>
          <p:cNvPr id="11" name="Title Placeholder 1">
            <a:extLst>
              <a:ext uri="{FF2B5EF4-FFF2-40B4-BE49-F238E27FC236}">
                <a16:creationId xmlns:a16="http://schemas.microsoft.com/office/drawing/2014/main" id="{8146AE93-787B-42C7-998B-94945CCDB245}"/>
              </a:ext>
            </a:extLst>
          </p:cNvPr>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12" name="Text Placeholder 3">
            <a:extLst>
              <a:ext uri="{FF2B5EF4-FFF2-40B4-BE49-F238E27FC236}">
                <a16:creationId xmlns:a16="http://schemas.microsoft.com/office/drawing/2014/main" id="{322D9ECE-2F8A-41BF-B932-3CBFEE52CFCD}"/>
              </a:ext>
            </a:extLst>
          </p:cNvPr>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0" name="GRID" hidden="1">
            <a:extLst>
              <a:ext uri="{FF2B5EF4-FFF2-40B4-BE49-F238E27FC236}">
                <a16:creationId xmlns:a16="http://schemas.microsoft.com/office/drawing/2014/main" id="{22E0827B-BC1A-44E2-8096-61C3B6CE9235}"/>
              </a:ext>
            </a:extLst>
          </p:cNvPr>
          <p:cNvGrpSpPr/>
          <p:nvPr userDrawn="1"/>
        </p:nvGrpSpPr>
        <p:grpSpPr>
          <a:xfrm>
            <a:off x="0" y="0"/>
            <a:ext cx="12192000" cy="6858000"/>
            <a:chOff x="0" y="0"/>
            <a:chExt cx="12192000" cy="6858000"/>
          </a:xfrm>
        </p:grpSpPr>
        <p:cxnSp>
          <p:nvCxnSpPr>
            <p:cNvPr id="21" name="Straight Connector 20">
              <a:extLst>
                <a:ext uri="{FF2B5EF4-FFF2-40B4-BE49-F238E27FC236}">
                  <a16:creationId xmlns:a16="http://schemas.microsoft.com/office/drawing/2014/main" id="{9BECC4A3-5E56-46AB-B66A-24DB6F63C4FD}"/>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D5DED18-B8E3-4E64-A2F9-AC876A45E950}"/>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27B2490-4E01-419B-9E15-AB1014C5585F}"/>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51B5F87-CB60-4C61-B0D4-0C5801F71D24}"/>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E5640D5-10AB-40EE-95AF-87579AFDE0EA}"/>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08585DA-510F-494E-A9B7-254EB9BECF52}"/>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E4731B3-644F-4E37-BA44-ADA1DF75E384}"/>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791E010D-3645-4CAF-8CA0-B22C9B4B1698}"/>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5057B69-9FBE-4155-9F90-BAA01449C7BA}"/>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DE02459-2825-4AA0-ABEC-7CBA2298C3B4}"/>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0039303-4947-41C2-AF95-B60F1C0EE653}"/>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6F4ED6F-ADD8-4311-BC08-B50F06C11267}"/>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E052927-2CE4-4E87-B2F1-BDFB8CA825C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DC82426-ED22-418B-ADE0-D8A3C728E805}"/>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014786F-E497-4601-8EC7-5FBC624548C9}"/>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AD541AA-9B42-4318-8260-D19740D5CD48}"/>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9459E5E3-4E7C-47AD-BAF6-D40C808B2421}"/>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A1745E5-301B-48E7-8AF3-6A4652362C3A}"/>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99AB3D5-A967-4468-A455-A376CD1DD0C4}"/>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0A267528-5387-4DC7-BAE0-D023B941FE78}"/>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B9BB4ECA-5958-471D-86B9-8531F578F149}"/>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FF77FE5-11E6-43DC-B99C-F2ADB26E464D}"/>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83F4A49-6A1D-4AB4-AECB-710DE98015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8B51C4FE-249A-44AE-A18C-E773AE76FB19}"/>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F69E0E17-D8D3-4E4D-A7FE-9AFD470BD3AA}"/>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82DB94-9146-431A-9B8B-6AAC6E76B64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7BCC82BA-674A-4BBC-ABA5-68B4AD3D5A19}"/>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09F537F4-3DB2-485E-ACC0-65F639F316D4}"/>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6220F975-3D71-49A3-8F00-3F6BCE4F0935}"/>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489FD55E-813F-4122-8C22-3E1162867774}"/>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BE35D2CB-8F27-4A92-9C8D-7A79F0B183C1}"/>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90F3267F-CE5D-4883-86D0-FD7425671761}"/>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30F4D088-BD82-4E16-B541-B869789E8801}"/>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833D50B9-9DE7-460E-91A2-05019D97564F}"/>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55" name=".64 square" hidden="1">
            <a:extLst>
              <a:ext uri="{FF2B5EF4-FFF2-40B4-BE49-F238E27FC236}">
                <a16:creationId xmlns:a16="http://schemas.microsoft.com/office/drawing/2014/main" id="{7688798E-233A-4099-B60A-EBD1052094FF}"/>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56" name=".32 square" hidden="1">
            <a:extLst>
              <a:ext uri="{FF2B5EF4-FFF2-40B4-BE49-F238E27FC236}">
                <a16:creationId xmlns:a16="http://schemas.microsoft.com/office/drawing/2014/main" id="{B46B5817-534B-4451-9E77-9425BB016BAC}"/>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1882394868"/>
      </p:ext>
    </p:extLst>
  </p:cSld>
  <p:clrMap bg1="lt1" tx1="dk1" bg2="lt2" tx2="dk2" accent1="accent1" accent2="accent2" accent3="accent3" accent4="accent4" accent5="accent5" accent6="accent6" hlink="hlink" folHlink="folHlink"/>
  <p:sldLayoutIdLst>
    <p:sldLayoutId id="2147484819" r:id="rId1"/>
    <p:sldLayoutId id="2147484820" r:id="rId2"/>
    <p:sldLayoutId id="2147484821" r:id="rId3"/>
    <p:sldLayoutId id="2147484822" r:id="rId4"/>
    <p:sldLayoutId id="2147484823" r:id="rId5"/>
    <p:sldLayoutId id="2147484824" r:id="rId6"/>
    <p:sldLayoutId id="2147484825" r:id="rId7"/>
    <p:sldLayoutId id="2147484826" r:id="rId8"/>
    <p:sldLayoutId id="2147484827" r:id="rId9"/>
    <p:sldLayoutId id="2147484828" r:id="rId10"/>
    <p:sldLayoutId id="2147484829" r:id="rId11"/>
    <p:sldLayoutId id="2147484830" r:id="rId12"/>
    <p:sldLayoutId id="2147484831" r:id="rId13"/>
    <p:sldLayoutId id="2147484832" r:id="rId14"/>
    <p:sldLayoutId id="2147484833" r:id="rId15"/>
    <p:sldLayoutId id="2147484834" r:id="rId16"/>
    <p:sldLayoutId id="2147484835" r:id="rId17"/>
    <p:sldLayoutId id="2147484836" r:id="rId18"/>
    <p:sldLayoutId id="2147484837" r:id="rId19"/>
    <p:sldLayoutId id="2147484838" r:id="rId20"/>
    <p:sldLayoutId id="2147484839" r:id="rId21"/>
    <p:sldLayoutId id="2147484840" r:id="rId22"/>
    <p:sldLayoutId id="2147484841" r:id="rId23"/>
    <p:sldLayoutId id="2147484842" r:id="rId24"/>
    <p:sldLayoutId id="2147484843" r:id="rId25"/>
    <p:sldLayoutId id="2147484844" r:id="rId26"/>
    <p:sldLayoutId id="2147484845" r:id="rId27"/>
    <p:sldLayoutId id="2147484846" r:id="rId28"/>
    <p:sldLayoutId id="2147484847" r:id="rId29"/>
    <p:sldLayoutId id="2147484848" r:id="rId30"/>
    <p:sldLayoutId id="2147484849" r:id="rId31"/>
    <p:sldLayoutId id="2147484794" r:id="rId32"/>
    <p:sldLayoutId id="2147484795" r:id="rId33"/>
    <p:sldLayoutId id="2147484796" r:id="rId34"/>
    <p:sldLayoutId id="2147484797" r:id="rId35"/>
    <p:sldLayoutId id="2147484798" r:id="rId36"/>
    <p:sldLayoutId id="2147484799" r:id="rId37"/>
    <p:sldLayoutId id="2147484800" r:id="rId38"/>
    <p:sldLayoutId id="2147484801" r:id="rId39"/>
    <p:sldLayoutId id="2147484802" r:id="rId40"/>
    <p:sldLayoutId id="2147484803" r:id="rId41"/>
    <p:sldLayoutId id="2147484804" r:id="rId42"/>
    <p:sldLayoutId id="2147484805" r:id="rId43"/>
    <p:sldLayoutId id="2147484806" r:id="rId44"/>
    <p:sldLayoutId id="2147484807" r:id="rId45"/>
    <p:sldLayoutId id="2147484808" r:id="rId46"/>
    <p:sldLayoutId id="2147484809" r:id="rId47"/>
    <p:sldLayoutId id="2147484810" r:id="rId48"/>
    <p:sldLayoutId id="2147484811" r:id="rId49"/>
    <p:sldLayoutId id="2147484813" r:id="rId50"/>
    <p:sldLayoutId id="2147484814" r:id="rId51"/>
    <p:sldLayoutId id="2147484850" r:id="rId52"/>
    <p:sldLayoutId id="2147484851" r:id="rId53"/>
    <p:sldLayoutId id="2147484853" r:id="rId54"/>
    <p:sldLayoutId id="2147484854" r:id="rId55"/>
    <p:sldLayoutId id="2147484855" r:id="rId56"/>
  </p:sldLayoutIdLst>
  <p:transition>
    <p:fade/>
  </p:transition>
  <p:hf sldNum="0" hdr="0" ftr="0" dt="0"/>
  <p:txStyles>
    <p:titleStyle>
      <a:lvl1pPr algn="l" defTabSz="914367" rtl="0" eaLnBrk="1" latinLnBrk="0" hangingPunct="1">
        <a:lnSpc>
          <a:spcPct val="90000"/>
        </a:lnSpc>
        <a:spcBef>
          <a:spcPct val="0"/>
        </a:spcBef>
        <a:buNone/>
        <a:defRPr lang="en-US" sz="3200"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0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j-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guide id="56" pos="368" userDrawn="1">
          <p15:clr>
            <a:srgbClr val="C35EA4"/>
          </p15:clr>
        </p15:guide>
        <p15:guide id="57" pos="7313" userDrawn="1">
          <p15:clr>
            <a:srgbClr val="C35EA4"/>
          </p15:clr>
        </p15:guide>
        <p15:guide id="58" orient="horz" pos="369" userDrawn="1">
          <p15:clr>
            <a:srgbClr val="C35EA4"/>
          </p15:clr>
        </p15:guide>
        <p15:guide id="59" orient="horz" pos="3949" userDrawn="1">
          <p15:clr>
            <a:srgbClr val="C35EA4"/>
          </p15:clr>
        </p15:guide>
        <p15:guide id="60" orient="horz" pos="184" userDrawn="1">
          <p15:clr>
            <a:srgbClr val="A4A3A4"/>
          </p15:clr>
        </p15:guide>
        <p15:guide id="61" pos="185" userDrawn="1">
          <p15:clr>
            <a:srgbClr val="A4A3A4"/>
          </p15:clr>
        </p15:guide>
        <p15:guide id="62" orient="horz" pos="4135" userDrawn="1">
          <p15:clr>
            <a:srgbClr val="A4A3A4"/>
          </p15:clr>
        </p15:guide>
        <p15:guide id="63" pos="7495" userDrawn="1">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8643" y="440494"/>
            <a:ext cx="11341268" cy="680196"/>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418643" y="1456898"/>
            <a:ext cx="11341268" cy="2492990"/>
          </a:xfrm>
          <a:prstGeom prst="rect">
            <a:avLst/>
          </a:prstGeom>
        </p:spPr>
        <p:txBody>
          <a:bodyPr vert="horz" wrap="square" lIns="0" tIns="91440" rIns="146304" bIns="91440" rtlCol="0">
            <a:spAutoFit/>
          </a:bodyPr>
          <a:lstStyle/>
          <a:p>
            <a:pPr lvl="1"/>
            <a:r>
              <a:rPr lang="en-US"/>
              <a:t>Large: subhead Segoe UI Regular 20/24</a:t>
            </a:r>
          </a:p>
          <a:p>
            <a:pPr lvl="2"/>
            <a:r>
              <a:rPr lang="en-US"/>
              <a:t>Medium: paragraph heading Segoe UI </a:t>
            </a:r>
            <a:r>
              <a:rPr lang="en-US" err="1"/>
              <a:t>Semibold</a:t>
            </a:r>
            <a:r>
              <a:rPr lang="en-US"/>
              <a:t> 14/18</a:t>
            </a:r>
          </a:p>
          <a:p>
            <a:pPr lvl="3"/>
            <a:r>
              <a:rPr lang="en-US"/>
              <a:t>Medium: paragraph body copy Segoe UI Regular 14/18</a:t>
            </a:r>
          </a:p>
          <a:p>
            <a:pPr lvl="4"/>
            <a:r>
              <a:rPr lang="en-US"/>
              <a:t>Small: caption heading Segoe UI Bold 10/12</a:t>
            </a:r>
          </a:p>
          <a:p>
            <a:pPr lvl="6"/>
            <a:r>
              <a:rPr lang="en-US"/>
              <a:t>Small: caption body copy Segoe UI Regular 10/12</a:t>
            </a:r>
          </a:p>
          <a:p>
            <a:pPr lvl="6"/>
            <a:endParaRPr lang="en-US"/>
          </a:p>
          <a:p>
            <a:pPr lvl="6"/>
            <a:endParaRPr lang="en-US"/>
          </a:p>
        </p:txBody>
      </p:sp>
      <p:grpSp>
        <p:nvGrpSpPr>
          <p:cNvPr id="13" name="Group 12">
            <a:extLst>
              <a:ext uri="{FF2B5EF4-FFF2-40B4-BE49-F238E27FC236}">
                <a16:creationId xmlns:a16="http://schemas.microsoft.com/office/drawing/2014/main" id="{E44624BD-1B5A-49BF-A660-FB967C992154}"/>
              </a:ext>
            </a:extLst>
          </p:cNvPr>
          <p:cNvGrpSpPr/>
          <p:nvPr/>
        </p:nvGrpSpPr>
        <p:grpSpPr>
          <a:xfrm rot="5400000">
            <a:off x="9114924" y="3156600"/>
            <a:ext cx="6843276" cy="530076"/>
            <a:chOff x="-2857775" y="8147048"/>
            <a:chExt cx="11623156" cy="1498603"/>
          </a:xfrm>
        </p:grpSpPr>
        <p:sp>
          <p:nvSpPr>
            <p:cNvPr id="14" name="Rectangle 13">
              <a:extLst>
                <a:ext uri="{FF2B5EF4-FFF2-40B4-BE49-F238E27FC236}">
                  <a16:creationId xmlns:a16="http://schemas.microsoft.com/office/drawing/2014/main" id="{B7BB6BA6-0E25-40ED-9E86-E1ADB171F38F}"/>
                </a:ext>
              </a:extLst>
            </p:cNvPr>
            <p:cNvSpPr/>
            <p:nvPr userDrawn="1"/>
          </p:nvSpPr>
          <p:spPr bwMode="auto">
            <a:xfrm>
              <a:off x="5983100" y="8147051"/>
              <a:ext cx="2782281" cy="1498598"/>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bg1"/>
                  </a:solidFill>
                  <a:ea typeface="Segoe UI" pitchFamily="34" charset="0"/>
                  <a:cs typeface="Segoe UI" pitchFamily="34" charset="0"/>
                </a:rPr>
                <a:t>Gray</a:t>
              </a:r>
            </a:p>
            <a:p>
              <a:pPr defTabSz="914102" fontAlgn="base">
                <a:spcBef>
                  <a:spcPct val="0"/>
                </a:spcBef>
                <a:spcAft>
                  <a:spcPts val="98"/>
                </a:spcAft>
              </a:pPr>
              <a:r>
                <a:rPr lang="en-US" sz="588">
                  <a:solidFill>
                    <a:schemeClr val="bg1"/>
                  </a:solidFill>
                  <a:ea typeface="Segoe UI" pitchFamily="34" charset="0"/>
                  <a:cs typeface="Segoe UI" pitchFamily="34" charset="0"/>
                </a:rPr>
                <a:t>R117 G117 B122</a:t>
              </a:r>
            </a:p>
            <a:p>
              <a:pPr defTabSz="914102" fontAlgn="base">
                <a:spcBef>
                  <a:spcPct val="0"/>
                </a:spcBef>
                <a:spcAft>
                  <a:spcPts val="98"/>
                </a:spcAft>
              </a:pPr>
              <a:r>
                <a:rPr lang="en-US" sz="588">
                  <a:solidFill>
                    <a:schemeClr val="bg1"/>
                  </a:solidFill>
                  <a:ea typeface="Segoe UI" pitchFamily="34" charset="0"/>
                  <a:cs typeface="Segoe UI" pitchFamily="34" charset="0"/>
                </a:rPr>
                <a:t>Hex #75757A</a:t>
              </a:r>
            </a:p>
          </p:txBody>
        </p:sp>
        <p:sp>
          <p:nvSpPr>
            <p:cNvPr id="15" name="Rectangle 14">
              <a:extLst>
                <a:ext uri="{FF2B5EF4-FFF2-40B4-BE49-F238E27FC236}">
                  <a16:creationId xmlns:a16="http://schemas.microsoft.com/office/drawing/2014/main" id="{2B86C892-8813-4C52-B1CD-6C3224A42168}"/>
                </a:ext>
              </a:extLst>
            </p:cNvPr>
            <p:cNvSpPr/>
            <p:nvPr userDrawn="1"/>
          </p:nvSpPr>
          <p:spPr bwMode="auto">
            <a:xfrm>
              <a:off x="3154167" y="8147050"/>
              <a:ext cx="2827669" cy="149859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bg1"/>
                  </a:solidFill>
                  <a:ea typeface="Segoe UI" pitchFamily="34" charset="0"/>
                  <a:cs typeface="Segoe UI" pitchFamily="34" charset="0"/>
                </a:rPr>
                <a:t>Blue-Gray</a:t>
              </a:r>
            </a:p>
            <a:p>
              <a:pPr defTabSz="914102" fontAlgn="base">
                <a:spcBef>
                  <a:spcPct val="0"/>
                </a:spcBef>
                <a:spcAft>
                  <a:spcPts val="98"/>
                </a:spcAft>
              </a:pPr>
              <a:r>
                <a:rPr lang="en-US" sz="588">
                  <a:solidFill>
                    <a:schemeClr val="bg1"/>
                  </a:solidFill>
                  <a:ea typeface="Segoe UI" pitchFamily="34" charset="0"/>
                  <a:cs typeface="Segoe UI" pitchFamily="34" charset="0"/>
                </a:rPr>
                <a:t>R36 G58 B94</a:t>
              </a:r>
            </a:p>
            <a:p>
              <a:pPr defTabSz="914102" fontAlgn="base">
                <a:spcBef>
                  <a:spcPct val="0"/>
                </a:spcBef>
                <a:spcAft>
                  <a:spcPts val="98"/>
                </a:spcAft>
              </a:pPr>
              <a:r>
                <a:rPr lang="en-US" sz="588">
                  <a:solidFill>
                    <a:schemeClr val="bg1"/>
                  </a:solidFill>
                  <a:ea typeface="Segoe UI" pitchFamily="34" charset="0"/>
                  <a:cs typeface="Segoe UI" pitchFamily="34" charset="0"/>
                </a:rPr>
                <a:t>Hex #243A5E</a:t>
              </a:r>
            </a:p>
          </p:txBody>
        </p:sp>
        <p:sp>
          <p:nvSpPr>
            <p:cNvPr id="16" name="Rectangle 15">
              <a:extLst>
                <a:ext uri="{FF2B5EF4-FFF2-40B4-BE49-F238E27FC236}">
                  <a16:creationId xmlns:a16="http://schemas.microsoft.com/office/drawing/2014/main" id="{C6F005C9-9D4A-4760-B079-613D55BEF6C1}"/>
                </a:ext>
              </a:extLst>
            </p:cNvPr>
            <p:cNvSpPr/>
            <p:nvPr userDrawn="1"/>
          </p:nvSpPr>
          <p:spPr bwMode="auto">
            <a:xfrm>
              <a:off x="465139" y="8147051"/>
              <a:ext cx="2689028" cy="1498600"/>
            </a:xfrm>
            <a:prstGeom prst="rect">
              <a:avLst/>
            </a:prstGeom>
            <a:solidFill>
              <a:schemeClr val="tx2"/>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bg1"/>
                  </a:solidFill>
                  <a:ea typeface="Segoe UI" pitchFamily="34" charset="0"/>
                  <a:cs typeface="Segoe UI" pitchFamily="34" charset="0"/>
                </a:rPr>
                <a:t>Blue</a:t>
              </a:r>
            </a:p>
            <a:p>
              <a:pPr defTabSz="914102" fontAlgn="base">
                <a:spcBef>
                  <a:spcPct val="0"/>
                </a:spcBef>
                <a:spcAft>
                  <a:spcPts val="98"/>
                </a:spcAft>
              </a:pPr>
              <a:r>
                <a:rPr lang="en-US" sz="588">
                  <a:solidFill>
                    <a:schemeClr val="bg1"/>
                  </a:solidFill>
                  <a:ea typeface="Segoe UI" pitchFamily="34" charset="0"/>
                  <a:cs typeface="Segoe UI" pitchFamily="34" charset="0"/>
                </a:rPr>
                <a:t>R0 G120 B211</a:t>
              </a:r>
            </a:p>
            <a:p>
              <a:pPr defTabSz="914102" fontAlgn="base">
                <a:spcBef>
                  <a:spcPct val="0"/>
                </a:spcBef>
                <a:spcAft>
                  <a:spcPts val="98"/>
                </a:spcAft>
              </a:pPr>
              <a:r>
                <a:rPr lang="en-US" sz="588">
                  <a:solidFill>
                    <a:schemeClr val="bg1"/>
                  </a:solidFill>
                  <a:ea typeface="Segoe UI" pitchFamily="34" charset="0"/>
                  <a:cs typeface="Segoe UI" pitchFamily="34" charset="0"/>
                </a:rPr>
                <a:t>Hex #0078D4</a:t>
              </a:r>
            </a:p>
          </p:txBody>
        </p:sp>
        <p:grpSp>
          <p:nvGrpSpPr>
            <p:cNvPr id="17" name="Group 16">
              <a:extLst>
                <a:ext uri="{FF2B5EF4-FFF2-40B4-BE49-F238E27FC236}">
                  <a16:creationId xmlns:a16="http://schemas.microsoft.com/office/drawing/2014/main" id="{2AA8C56F-41A8-41CF-9D47-B07BB80801DD}"/>
                </a:ext>
              </a:extLst>
            </p:cNvPr>
            <p:cNvGrpSpPr/>
            <p:nvPr userDrawn="1"/>
          </p:nvGrpSpPr>
          <p:grpSpPr>
            <a:xfrm>
              <a:off x="-2857775" y="8147048"/>
              <a:ext cx="3321653" cy="1498596"/>
              <a:chOff x="-2857775" y="8250837"/>
              <a:chExt cx="3321653" cy="1394819"/>
            </a:xfrm>
          </p:grpSpPr>
          <p:sp>
            <p:nvSpPr>
              <p:cNvPr id="18" name="Rectangle 17">
                <a:extLst>
                  <a:ext uri="{FF2B5EF4-FFF2-40B4-BE49-F238E27FC236}">
                    <a16:creationId xmlns:a16="http://schemas.microsoft.com/office/drawing/2014/main" id="{A786E9CC-EF5A-451C-9E90-03F4B57973DF}"/>
                  </a:ext>
                </a:extLst>
              </p:cNvPr>
              <p:cNvSpPr/>
              <p:nvPr userDrawn="1"/>
            </p:nvSpPr>
            <p:spPr bwMode="auto">
              <a:xfrm>
                <a:off x="-2857775" y="8250837"/>
                <a:ext cx="1660192" cy="1394818"/>
              </a:xfrm>
              <a:prstGeom prst="rect">
                <a:avLst/>
              </a:prstGeom>
              <a:solidFill>
                <a:schemeClr val="tx1"/>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bg1"/>
                    </a:solidFill>
                    <a:ea typeface="Segoe UI" pitchFamily="34" charset="0"/>
                    <a:cs typeface="Segoe UI" pitchFamily="34" charset="0"/>
                  </a:rPr>
                  <a:t>Black</a:t>
                </a:r>
              </a:p>
              <a:p>
                <a:pPr defTabSz="914102" fontAlgn="base">
                  <a:spcBef>
                    <a:spcPct val="0"/>
                  </a:spcBef>
                  <a:spcAft>
                    <a:spcPts val="98"/>
                  </a:spcAft>
                </a:pPr>
                <a:r>
                  <a:rPr lang="en-US" sz="588">
                    <a:solidFill>
                      <a:schemeClr val="bg1"/>
                    </a:solidFill>
                    <a:ea typeface="Segoe UI" pitchFamily="34" charset="0"/>
                    <a:cs typeface="Segoe UI" pitchFamily="34" charset="0"/>
                  </a:rPr>
                  <a:t>R0 G0 B0</a:t>
                </a:r>
              </a:p>
              <a:p>
                <a:pPr defTabSz="914102" fontAlgn="base">
                  <a:spcBef>
                    <a:spcPct val="0"/>
                  </a:spcBef>
                  <a:spcAft>
                    <a:spcPts val="98"/>
                  </a:spcAft>
                </a:pPr>
                <a:r>
                  <a:rPr lang="en-US" sz="588">
                    <a:solidFill>
                      <a:schemeClr val="bg1"/>
                    </a:solidFill>
                    <a:ea typeface="Segoe UI" pitchFamily="34" charset="0"/>
                    <a:cs typeface="Segoe UI" pitchFamily="34" charset="0"/>
                  </a:rPr>
                  <a:t>Hex #000000</a:t>
                </a:r>
              </a:p>
            </p:txBody>
          </p:sp>
          <p:sp>
            <p:nvSpPr>
              <p:cNvPr id="19" name="Rectangle 18">
                <a:extLst>
                  <a:ext uri="{FF2B5EF4-FFF2-40B4-BE49-F238E27FC236}">
                    <a16:creationId xmlns:a16="http://schemas.microsoft.com/office/drawing/2014/main" id="{09B13B5B-71AA-4DFE-9DEE-1DF6184F0582}"/>
                  </a:ext>
                </a:extLst>
              </p:cNvPr>
              <p:cNvSpPr/>
              <p:nvPr userDrawn="1"/>
            </p:nvSpPr>
            <p:spPr bwMode="auto">
              <a:xfrm>
                <a:off x="-1196315" y="8250841"/>
                <a:ext cx="1660193" cy="1394815"/>
              </a:xfrm>
              <a:prstGeom prst="rect">
                <a:avLst/>
              </a:prstGeom>
              <a:solidFill>
                <a:schemeClr val="bg2"/>
              </a:solidFill>
              <a:ln w="63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tx1"/>
                    </a:solidFill>
                    <a:ea typeface="Segoe UI" pitchFamily="34" charset="0"/>
                    <a:cs typeface="Segoe UI" pitchFamily="34" charset="0"/>
                  </a:rPr>
                  <a:t>White</a:t>
                </a:r>
              </a:p>
              <a:p>
                <a:pPr defTabSz="914102" fontAlgn="base">
                  <a:spcBef>
                    <a:spcPct val="0"/>
                  </a:spcBef>
                  <a:spcAft>
                    <a:spcPts val="98"/>
                  </a:spcAft>
                </a:pPr>
                <a:r>
                  <a:rPr lang="en-US" sz="588">
                    <a:solidFill>
                      <a:schemeClr val="tx1"/>
                    </a:solidFill>
                    <a:ea typeface="Segoe UI" pitchFamily="34" charset="0"/>
                    <a:cs typeface="Segoe UI" pitchFamily="34" charset="0"/>
                  </a:rPr>
                  <a:t>R255 G255 B255</a:t>
                </a:r>
              </a:p>
              <a:p>
                <a:pPr defTabSz="914102" fontAlgn="base">
                  <a:spcBef>
                    <a:spcPct val="0"/>
                  </a:spcBef>
                  <a:spcAft>
                    <a:spcPts val="98"/>
                  </a:spcAft>
                </a:pPr>
                <a:r>
                  <a:rPr lang="en-US" sz="588">
                    <a:solidFill>
                      <a:schemeClr val="tx1"/>
                    </a:solidFill>
                    <a:ea typeface="Segoe UI" pitchFamily="34" charset="0"/>
                    <a:cs typeface="Segoe UI" pitchFamily="34" charset="0"/>
                  </a:rPr>
                  <a:t>Hex #FFFFFF</a:t>
                </a:r>
              </a:p>
            </p:txBody>
          </p:sp>
        </p:grpSp>
      </p:grpSp>
      <p:sp>
        <p:nvSpPr>
          <p:cNvPr id="11" name="Title Placeholder 1">
            <a:extLst>
              <a:ext uri="{FF2B5EF4-FFF2-40B4-BE49-F238E27FC236}">
                <a16:creationId xmlns:a16="http://schemas.microsoft.com/office/drawing/2014/main" id="{76BB5A45-271D-4D53-BD8B-4B5CFB16FD0B}"/>
              </a:ext>
            </a:extLst>
          </p:cNvPr>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12" name="Text Placeholder 3">
            <a:extLst>
              <a:ext uri="{FF2B5EF4-FFF2-40B4-BE49-F238E27FC236}">
                <a16:creationId xmlns:a16="http://schemas.microsoft.com/office/drawing/2014/main" id="{F8A6D886-5D45-4E0C-99EE-458518DE682D}"/>
              </a:ext>
            </a:extLst>
          </p:cNvPr>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0" name="GRID" hidden="1">
            <a:extLst>
              <a:ext uri="{FF2B5EF4-FFF2-40B4-BE49-F238E27FC236}">
                <a16:creationId xmlns:a16="http://schemas.microsoft.com/office/drawing/2014/main" id="{9A9057E0-C0E0-48C4-8CFF-2A9A167A4978}"/>
              </a:ext>
            </a:extLst>
          </p:cNvPr>
          <p:cNvGrpSpPr/>
          <p:nvPr userDrawn="1"/>
        </p:nvGrpSpPr>
        <p:grpSpPr>
          <a:xfrm>
            <a:off x="0" y="0"/>
            <a:ext cx="12192000" cy="6858000"/>
            <a:chOff x="0" y="0"/>
            <a:chExt cx="12192000" cy="6858000"/>
          </a:xfrm>
        </p:grpSpPr>
        <p:cxnSp>
          <p:nvCxnSpPr>
            <p:cNvPr id="21" name="Straight Connector 20">
              <a:extLst>
                <a:ext uri="{FF2B5EF4-FFF2-40B4-BE49-F238E27FC236}">
                  <a16:creationId xmlns:a16="http://schemas.microsoft.com/office/drawing/2014/main" id="{C958B833-C2E4-43F9-8803-144479A60455}"/>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92AFA66-3E39-4ED1-A9C5-E44733888DBA}"/>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FB8CD7F-106A-47C0-84E6-4D87D89791F1}"/>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453082C-4B9C-4180-A393-1F90996BBCC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28BB0BA-322C-4D11-A556-3D9BF86D4A45}"/>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6C156BE-DC8C-4BF4-B81F-C74DC513EB0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9BBA139-D62F-4B5A-BF45-EE89C124FCF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7E3F55A0-D7A5-42EE-8CED-3A814F1B950A}"/>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FF3B85F-E436-4397-9EE9-422A02679469}"/>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B8B809C-724A-4BFD-B871-2DF381F59C5F}"/>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4868ED3-56B4-4176-AB07-DBE7A11DE7AC}"/>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7BD61D9-CC26-48F5-9642-A38BE5806FCA}"/>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C7AB05B-6281-4236-A529-512FB136C8D3}"/>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47EB70C-3766-4D54-9729-798BC6C8A8C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B68E69B-85CA-49D4-8D18-7D0BAFBCE3CA}"/>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1847621-191C-4F5F-B10C-EE1A6563C5E6}"/>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FFF8CE86-94F5-4955-B722-93A7479A5E7F}"/>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8D91B32-338A-47AF-B026-3DB56D2EBD03}"/>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B30240AE-9F68-499E-B3D4-2E3D39E9A1F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BEA8C58B-863A-4ECA-BF8F-588AC338B344}"/>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C360630F-5E65-425D-8FAB-DAFACF3DABEF}"/>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A63E2AD-707A-4ABE-8DD8-75AD62A0346B}"/>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26CC6ED-EE4D-4743-B5E6-AF29F7541679}"/>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F5131F5D-66B1-4ED4-BEE8-87E7AFCCD0AF}"/>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42EBE24-A3A7-4CEC-9402-724C34CC4915}"/>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673EAF58-88A4-46A6-8294-D1E7ACD5314E}"/>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0C08900E-4279-40CF-B123-F7B6C3962F02}"/>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99D5A62F-7E03-4559-A54D-87BD12A56A82}"/>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C11E0242-3665-4FF8-BF11-EAA64DCBDF9B}"/>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6948F96D-56FB-493B-AB4F-5CCBCC0E6E25}"/>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4AB3077C-9773-4CDC-ADCB-7950709AE741}"/>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E45188AB-DB72-47FD-ACF4-45308CF5B3A6}"/>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CCE7D75-17D2-4A50-BA5E-CF3AFACE7FDD}"/>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27B0584E-229A-4276-B9AD-3A7E6F4330D1}"/>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55" name=".64 square" hidden="1">
            <a:extLst>
              <a:ext uri="{FF2B5EF4-FFF2-40B4-BE49-F238E27FC236}">
                <a16:creationId xmlns:a16="http://schemas.microsoft.com/office/drawing/2014/main" id="{9B275EFD-15F8-402F-9DDA-CCF1472A8145}"/>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56" name=".32 square" hidden="1">
            <a:extLst>
              <a:ext uri="{FF2B5EF4-FFF2-40B4-BE49-F238E27FC236}">
                <a16:creationId xmlns:a16="http://schemas.microsoft.com/office/drawing/2014/main" id="{B2B20129-936B-4BC0-874D-4BA08831922C}"/>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1333498174"/>
      </p:ext>
    </p:extLst>
  </p:cSld>
  <p:clrMap bg1="lt1" tx1="dk1" bg2="lt2" tx2="dk2" accent1="accent1" accent2="accent2" accent3="accent3" accent4="accent4" accent5="accent5" accent6="accent6" hlink="hlink" folHlink="folHlink"/>
  <p:sldLayoutIdLst>
    <p:sldLayoutId id="2147484746" r:id="rId1"/>
    <p:sldLayoutId id="2147484747" r:id="rId2"/>
    <p:sldLayoutId id="2147484748" r:id="rId3"/>
    <p:sldLayoutId id="2147484749" r:id="rId4"/>
    <p:sldLayoutId id="2147484750" r:id="rId5"/>
    <p:sldLayoutId id="2147484751" r:id="rId6"/>
    <p:sldLayoutId id="2147484753" r:id="rId7"/>
    <p:sldLayoutId id="2147484754" r:id="rId8"/>
    <p:sldLayoutId id="2147484755" r:id="rId9"/>
    <p:sldLayoutId id="2147484756" r:id="rId10"/>
    <p:sldLayoutId id="2147484757" r:id="rId11"/>
    <p:sldLayoutId id="2147484758" r:id="rId12"/>
    <p:sldLayoutId id="2147484759" r:id="rId13"/>
    <p:sldLayoutId id="2147484760" r:id="rId14"/>
    <p:sldLayoutId id="2147484761" r:id="rId15"/>
    <p:sldLayoutId id="2147484762" r:id="rId16"/>
    <p:sldLayoutId id="2147484763" r:id="rId17"/>
    <p:sldLayoutId id="2147484764" r:id="rId18"/>
    <p:sldLayoutId id="2147484765" r:id="rId19"/>
    <p:sldLayoutId id="2147484766" r:id="rId20"/>
    <p:sldLayoutId id="2147484767" r:id="rId21"/>
    <p:sldLayoutId id="2147484768" r:id="rId22"/>
    <p:sldLayoutId id="2147484769" r:id="rId23"/>
    <p:sldLayoutId id="2147484770" r:id="rId24"/>
    <p:sldLayoutId id="2147484771" r:id="rId25"/>
    <p:sldLayoutId id="2147484772" r:id="rId26"/>
    <p:sldLayoutId id="2147484773" r:id="rId27"/>
    <p:sldLayoutId id="2147484774" r:id="rId28"/>
    <p:sldLayoutId id="2147484775" r:id="rId29"/>
    <p:sldLayoutId id="2147484776" r:id="rId30"/>
    <p:sldLayoutId id="2147484777" r:id="rId31"/>
    <p:sldLayoutId id="2147484778" r:id="rId32"/>
    <p:sldLayoutId id="2147484779" r:id="rId33"/>
    <p:sldLayoutId id="2147484780" r:id="rId34"/>
    <p:sldLayoutId id="2147484781" r:id="rId35"/>
    <p:sldLayoutId id="2147484782" r:id="rId36"/>
    <p:sldLayoutId id="2147484783" r:id="rId37"/>
    <p:sldLayoutId id="2147484784" r:id="rId38"/>
    <p:sldLayoutId id="2147484785" r:id="rId39"/>
    <p:sldLayoutId id="2147484786" r:id="rId40"/>
    <p:sldLayoutId id="2147484787" r:id="rId41"/>
    <p:sldLayoutId id="2147484788" r:id="rId42"/>
    <p:sldLayoutId id="2147484789" r:id="rId43"/>
    <p:sldLayoutId id="2147484790" r:id="rId44"/>
    <p:sldLayoutId id="2147484791" r:id="rId45"/>
    <p:sldLayoutId id="2147484792" r:id="rId46"/>
    <p:sldLayoutId id="2147484793" r:id="rId47"/>
  </p:sldLayoutIdLst>
  <p:transition>
    <p:fade/>
  </p:transition>
  <p:hf sldNum="0" hdr="0" ftr="0" dt="0"/>
  <p:txStyles>
    <p:titleStyle>
      <a:lvl1pPr algn="l" defTabSz="914367" rtl="0" eaLnBrk="1" latinLnBrk="0" hangingPunct="1">
        <a:lnSpc>
          <a:spcPct val="90000"/>
        </a:lnSpc>
        <a:spcBef>
          <a:spcPct val="0"/>
        </a:spcBef>
        <a:buNone/>
        <a:defRPr lang="en-US" sz="3200"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0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j-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guide id="56" pos="368" userDrawn="1">
          <p15:clr>
            <a:srgbClr val="C35EA4"/>
          </p15:clr>
        </p15:guide>
        <p15:guide id="57" pos="7313" userDrawn="1">
          <p15:clr>
            <a:srgbClr val="C35EA4"/>
          </p15:clr>
        </p15:guide>
        <p15:guide id="58" orient="horz" pos="369" userDrawn="1">
          <p15:clr>
            <a:srgbClr val="C35EA4"/>
          </p15:clr>
        </p15:guide>
        <p15:guide id="59" orient="horz" pos="3949" userDrawn="1">
          <p15:clr>
            <a:srgbClr val="C35EA4"/>
          </p15:clr>
        </p15:guide>
        <p15:guide id="60" orient="horz" pos="184" userDrawn="1">
          <p15:clr>
            <a:srgbClr val="A4A3A4"/>
          </p15:clr>
        </p15:guide>
        <p15:guide id="61" pos="185" userDrawn="1">
          <p15:clr>
            <a:srgbClr val="A4A3A4"/>
          </p15:clr>
        </p15:guide>
        <p15:guide id="62" orient="horz" pos="4135" userDrawn="1">
          <p15:clr>
            <a:srgbClr val="A4A3A4"/>
          </p15:clr>
        </p15:guide>
        <p15:guide id="63" pos="7495" userDrawn="1">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67.xml"/></Relationships>
</file>

<file path=ppt/slides/_rels/slide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35.xml"/><Relationship Id="rId4" Type="http://schemas.openxmlformats.org/officeDocument/2006/relationships/image" Target="../media/image17.svg"/></Relationships>
</file>

<file path=ppt/slides/_rels/slide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27.xml"/><Relationship Id="rId4" Type="http://schemas.openxmlformats.org/officeDocument/2006/relationships/image" Target="../media/image19.svg"/></Relationships>
</file>

<file path=ppt/slides/_rels/slide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23.xml"/><Relationship Id="rId6" Type="http://schemas.openxmlformats.org/officeDocument/2006/relationships/image" Target="../media/image25.sv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23.svg"/><Relationship Id="rId9" Type="http://schemas.openxmlformats.org/officeDocument/2006/relationships/image" Target="../media/image2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hyperlink" Target="https://azure.microsoft.com/cloud-adoption-framework/#cloud-adoption-journey" TargetMode="External"/><Relationship Id="rId2" Type="http://schemas.openxmlformats.org/officeDocument/2006/relationships/notesSlide" Target="../notesSlides/notesSlide6.xml"/><Relationship Id="rId1" Type="http://schemas.openxmlformats.org/officeDocument/2006/relationships/slideLayout" Target="../slideLayouts/slideLayout23.xml"/><Relationship Id="rId5" Type="http://schemas.openxmlformats.org/officeDocument/2006/relationships/image" Target="../media/image64.png"/><Relationship Id="rId4" Type="http://schemas.openxmlformats.org/officeDocument/2006/relationships/customXml" Target="../ink/ink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3" Type="http://schemas.openxmlformats.org/officeDocument/2006/relationships/hyperlink" Target="https://docs.microsoft.com/azure/cloud-adoption-framework/migrate/migration-considerations/" TargetMode="External"/><Relationship Id="rId2" Type="http://schemas.openxmlformats.org/officeDocument/2006/relationships/notesSlide" Target="../notesSlides/notesSlide7.xml"/><Relationship Id="rId1" Type="http://schemas.openxmlformats.org/officeDocument/2006/relationships/slideLayout" Target="../slideLayouts/slideLayout21.xml"/><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notesSlide" Target="../notesSlides/notesSlide8.xml"/><Relationship Id="rId1" Type="http://schemas.openxmlformats.org/officeDocument/2006/relationships/slideLayout" Target="../slideLayouts/slideLayout21.xml"/><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2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notesSlide" Target="../notesSlides/notesSlide11.xml"/><Relationship Id="rId1" Type="http://schemas.openxmlformats.org/officeDocument/2006/relationships/slideLayout" Target="../slideLayouts/slideLayout22.xml"/><Relationship Id="rId5" Type="http://schemas.openxmlformats.org/officeDocument/2006/relationships/hyperlink" Target="https://docs.microsoft.com/en-us/azure/migrate/tutorial-migrate-hyper-v?tabs=UI" TargetMode="External"/><Relationship Id="rId4" Type="http://schemas.openxmlformats.org/officeDocument/2006/relationships/hyperlink" Target="https://docs.microsoft.com/en-us/assessments/?mode=pre-assessment&amp;session=e2b74ac3-3e40-4e20-b9fe-2160f31024a5"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notesSlide" Target="../notesSlides/notesSlide12.xml"/><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4.xml"/></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5.xml"/><Relationship Id="rId1" Type="http://schemas.openxmlformats.org/officeDocument/2006/relationships/slideLayout" Target="../slideLayouts/slideLayout69.xml"/></Relationships>
</file>

<file path=ppt/slides/_rels/slide20.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9.svg"/><Relationship Id="rId3" Type="http://schemas.openxmlformats.org/officeDocument/2006/relationships/image" Target="../media/image39.png"/><Relationship Id="rId7" Type="http://schemas.openxmlformats.org/officeDocument/2006/relationships/image" Target="../media/image43.svg"/><Relationship Id="rId12" Type="http://schemas.openxmlformats.org/officeDocument/2006/relationships/image" Target="../media/image48.png"/><Relationship Id="rId2" Type="http://schemas.openxmlformats.org/officeDocument/2006/relationships/notesSlide" Target="../notesSlides/notesSlide16.xml"/><Relationship Id="rId1" Type="http://schemas.openxmlformats.org/officeDocument/2006/relationships/slideLayout" Target="../slideLayouts/slideLayout70.xml"/><Relationship Id="rId6" Type="http://schemas.openxmlformats.org/officeDocument/2006/relationships/image" Target="../media/image42.png"/><Relationship Id="rId11" Type="http://schemas.openxmlformats.org/officeDocument/2006/relationships/image" Target="../media/image47.svg"/><Relationship Id="rId5" Type="http://schemas.openxmlformats.org/officeDocument/2006/relationships/image" Target="../media/image41.svg"/><Relationship Id="rId10" Type="http://schemas.openxmlformats.org/officeDocument/2006/relationships/image" Target="../media/image46.png"/><Relationship Id="rId4" Type="http://schemas.openxmlformats.org/officeDocument/2006/relationships/image" Target="../media/image40.png"/><Relationship Id="rId9" Type="http://schemas.openxmlformats.org/officeDocument/2006/relationships/image" Target="../media/image45.svg"/><Relationship Id="rId14" Type="http://schemas.openxmlformats.org/officeDocument/2006/relationships/image" Target="../media/image50.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1.xml"/></Relationships>
</file>

<file path=ppt/slides/_rels/slide23.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image" Target="../media/image32.png"/><Relationship Id="rId1" Type="http://schemas.openxmlformats.org/officeDocument/2006/relationships/slideLayout" Target="../slideLayouts/slideLayout68.xml"/></Relationships>
</file>

<file path=ppt/slides/_rels/slide2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slide" Target="slide11.xml"/><Relationship Id="rId1" Type="http://schemas.openxmlformats.org/officeDocument/2006/relationships/slideLayout" Target="../slideLayouts/slideLayout68.xml"/><Relationship Id="rId5" Type="http://schemas.openxmlformats.org/officeDocument/2006/relationships/image" Target="../media/image53.png"/><Relationship Id="rId4" Type="http://schemas.openxmlformats.org/officeDocument/2006/relationships/image" Target="../media/image52.png"/></Relationships>
</file>

<file path=ppt/slides/_rels/slide25.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image" Target="../media/image54.png"/><Relationship Id="rId1" Type="http://schemas.openxmlformats.org/officeDocument/2006/relationships/slideLayout" Target="../slideLayouts/slideLayout68.xml"/></Relationships>
</file>

<file path=ppt/slides/_rels/slide26.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image" Target="../media/image55.png"/><Relationship Id="rId1" Type="http://schemas.openxmlformats.org/officeDocument/2006/relationships/slideLayout" Target="../slideLayouts/slideLayout68.xml"/></Relationships>
</file>

<file path=ppt/slides/_rels/slide2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slide" Target="slide15.xml"/><Relationship Id="rId1" Type="http://schemas.openxmlformats.org/officeDocument/2006/relationships/slideLayout" Target="../slideLayouts/slideLayout6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1AD11-C05B-4487-A246-ED644C73C692}"/>
              </a:ext>
            </a:extLst>
          </p:cNvPr>
          <p:cNvSpPr>
            <a:spLocks noGrp="1"/>
          </p:cNvSpPr>
          <p:nvPr>
            <p:ph type="title"/>
          </p:nvPr>
        </p:nvSpPr>
        <p:spPr>
          <a:xfrm>
            <a:off x="578738" y="2800870"/>
            <a:ext cx="4167887" cy="1514261"/>
          </a:xfrm>
        </p:spPr>
        <p:txBody>
          <a:bodyPr/>
          <a:lstStyle/>
          <a:p>
            <a:r>
              <a:rPr lang="fr-FR" dirty="0">
                <a:solidFill>
                  <a:schemeClr val="tx1"/>
                </a:solidFill>
              </a:rPr>
              <a:t>Module 01: </a:t>
            </a:r>
            <a:br>
              <a:rPr lang="fr-FR" dirty="0">
                <a:solidFill>
                  <a:schemeClr val="tx1"/>
                </a:solidFill>
              </a:rPr>
            </a:br>
            <a:r>
              <a:rPr lang="fr-FR" dirty="0">
                <a:solidFill>
                  <a:schemeClr val="tx1"/>
                </a:solidFill>
              </a:rPr>
              <a:t>Cloud Adoption &amp; Migration Planning</a:t>
            </a:r>
            <a:endParaRPr lang="en-US" dirty="0">
              <a:solidFill>
                <a:schemeClr val="tx1"/>
              </a:solidFill>
            </a:endParaRPr>
          </a:p>
        </p:txBody>
      </p:sp>
      <p:sp>
        <p:nvSpPr>
          <p:cNvPr id="3" name="Text Placeholder 2">
            <a:extLst>
              <a:ext uri="{FF2B5EF4-FFF2-40B4-BE49-F238E27FC236}">
                <a16:creationId xmlns:a16="http://schemas.microsoft.com/office/drawing/2014/main" id="{53A4F27D-9766-438B-809D-9CFAA7EFFD7D}"/>
              </a:ext>
            </a:extLst>
          </p:cNvPr>
          <p:cNvSpPr>
            <a:spLocks noGrp="1"/>
          </p:cNvSpPr>
          <p:nvPr>
            <p:ph type="body" sz="quarter" idx="12"/>
          </p:nvPr>
        </p:nvSpPr>
        <p:spPr>
          <a:xfrm>
            <a:off x="582042" y="4574666"/>
            <a:ext cx="4164583" cy="677108"/>
          </a:xfrm>
        </p:spPr>
        <p:txBody>
          <a:bodyPr/>
          <a:lstStyle/>
          <a:p>
            <a:r>
              <a:rPr lang="en-US" dirty="0"/>
              <a:t>Cyrus Cheng</a:t>
            </a:r>
            <a:br>
              <a:rPr lang="en-US" dirty="0"/>
            </a:br>
            <a:r>
              <a:rPr lang="en-US" dirty="0"/>
              <a:t>ITSWS - FO </a:t>
            </a:r>
            <a:r>
              <a:rPr lang="en-US" dirty="0" err="1"/>
              <a:t>Cashout</a:t>
            </a:r>
            <a:r>
              <a:rPr lang="en-US" dirty="0"/>
              <a:t> Team</a:t>
            </a:r>
          </a:p>
        </p:txBody>
      </p:sp>
      <p:pic>
        <p:nvPicPr>
          <p:cNvPr id="4098" name="Picture 2" descr="HKJC are Being Sued for failing to Pay Out a Winning Bet - Gambling Herald">
            <a:extLst>
              <a:ext uri="{FF2B5EF4-FFF2-40B4-BE49-F238E27FC236}">
                <a16:creationId xmlns:a16="http://schemas.microsoft.com/office/drawing/2014/main" id="{C745B710-30C1-444C-BB96-744721E298E2}"/>
              </a:ext>
            </a:extLst>
          </p:cNvPr>
          <p:cNvPicPr>
            <a:picLocks noGrp="1" noChangeAspect="1" noChangeArrowheads="1"/>
          </p:cNvPicPr>
          <p:nvPr>
            <p:ph type="pic" sz="quarter" idx="13"/>
          </p:nvPr>
        </p:nvPicPr>
        <p:blipFill>
          <a:blip r:embed="rId2" cstate="email">
            <a:extLst>
              <a:ext uri="{28A0092B-C50C-407E-A947-70E740481C1C}">
                <a14:useLocalDpi xmlns:a14="http://schemas.microsoft.com/office/drawing/2010/main"/>
              </a:ext>
            </a:extLst>
          </a:blip>
          <a:srcRect/>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The Hong Kong Jockey Club">
            <a:extLst>
              <a:ext uri="{FF2B5EF4-FFF2-40B4-BE49-F238E27FC236}">
                <a16:creationId xmlns:a16="http://schemas.microsoft.com/office/drawing/2014/main" id="{072F594E-46DB-485B-9E22-71C0EAAF6B8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4166624" y="228700"/>
            <a:ext cx="980708" cy="1133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88709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egoe UI Semibold (Headings)"/>
              </a:rPr>
              <a:t>Module Outline</a:t>
            </a:r>
            <a:endParaRPr lang="en-US" dirty="0"/>
          </a:p>
        </p:txBody>
      </p:sp>
      <p:pic>
        <p:nvPicPr>
          <p:cNvPr id="5" name="Graphic 4" descr="Thought bubble">
            <a:extLst>
              <a:ext uri="{FF2B5EF4-FFF2-40B4-BE49-F238E27FC236}">
                <a16:creationId xmlns:a16="http://schemas.microsoft.com/office/drawing/2014/main" id="{9F4A4F23-E9C8-491E-B17A-8895B3DE174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142376" y="2771192"/>
            <a:ext cx="1315616" cy="1315616"/>
          </a:xfrm>
          <a:prstGeom prst="rect">
            <a:avLst/>
          </a:prstGeom>
        </p:spPr>
      </p:pic>
    </p:spTree>
    <p:extLst>
      <p:ext uri="{BB962C8B-B14F-4D97-AF65-F5344CB8AC3E}">
        <p14:creationId xmlns:p14="http://schemas.microsoft.com/office/powerpoint/2010/main" val="3432736943"/>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cs typeface="Segoe UI"/>
              </a:rPr>
              <a:t>Module 01 </a:t>
            </a:r>
            <a:r>
              <a:rPr lang="en-US" dirty="0">
                <a:cs typeface="Segoe UI"/>
              </a:rPr>
              <a:t>- Outline</a:t>
            </a:r>
            <a:endParaRPr lang="en-US" dirty="0"/>
          </a:p>
        </p:txBody>
      </p:sp>
      <p:pic>
        <p:nvPicPr>
          <p:cNvPr id="2" name="Graphic 3">
            <a:extLst>
              <a:ext uri="{FF2B5EF4-FFF2-40B4-BE49-F238E27FC236}">
                <a16:creationId xmlns:a16="http://schemas.microsoft.com/office/drawing/2014/main" id="{C25D2AF6-901F-47CD-82A8-5128D5A1B786}"/>
              </a:ext>
              <a:ext uri="{C183D7F6-B498-43B3-948B-1728B52AA6E4}">
                <adec:decorative xmlns:adec="http://schemas.microsoft.com/office/drawing/2017/decorative" val="1"/>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464" b="-315"/>
          <a:stretch/>
        </p:blipFill>
        <p:spPr>
          <a:xfrm>
            <a:off x="6690248" y="1378281"/>
            <a:ext cx="4718458" cy="4711397"/>
          </a:xfrm>
          <a:prstGeom prst="rect">
            <a:avLst/>
          </a:prstGeom>
        </p:spPr>
      </p:pic>
      <p:sp>
        <p:nvSpPr>
          <p:cNvPr id="10" name="Text Placeholder 14">
            <a:extLst>
              <a:ext uri="{FF2B5EF4-FFF2-40B4-BE49-F238E27FC236}">
                <a16:creationId xmlns:a16="http://schemas.microsoft.com/office/drawing/2014/main" id="{36877184-9CC1-4EBD-ACA1-BA6A2150651C}"/>
              </a:ext>
            </a:extLst>
          </p:cNvPr>
          <p:cNvSpPr>
            <a:spLocks noGrp="1"/>
          </p:cNvSpPr>
          <p:nvPr/>
        </p:nvSpPr>
        <p:spPr>
          <a:xfrm>
            <a:off x="570492" y="1378281"/>
            <a:ext cx="5394960" cy="1846659"/>
          </a:xfrm>
          <a:prstGeom prst="rect">
            <a:avLst/>
          </a:prstGeom>
        </p:spPr>
        <p:txBody>
          <a:bodyPr vert="horz" wrap="square" lIns="0" tIns="0" rIns="0" bIns="0" rtlCol="0">
            <a:spAutoFit/>
          </a:bodyPr>
          <a:lstStyle>
            <a:lvl1pPr marL="336145" marR="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lang="en-US" sz="1961" kern="1200" spc="0" baseline="0" dirty="0">
                <a:solidFill>
                  <a:srgbClr val="000000"/>
                </a:solidFill>
                <a:latin typeface="+mn-lt"/>
                <a:ea typeface="+mn-ea"/>
                <a:cs typeface="+mn-cs"/>
              </a:defRPr>
            </a:lvl1pPr>
            <a:lvl2pPr marL="224097" marR="0" indent="0" algn="l" defTabSz="914367" rtl="0" eaLnBrk="1" fontAlgn="auto" latinLnBrk="0" hangingPunct="1">
              <a:lnSpc>
                <a:spcPct val="100000"/>
              </a:lnSpc>
              <a:spcBef>
                <a:spcPts val="0"/>
              </a:spcBef>
              <a:spcAft>
                <a:spcPts val="0"/>
              </a:spcAft>
              <a:buClrTx/>
              <a:buSzPct val="90000"/>
              <a:buFontTx/>
              <a:buNone/>
              <a:tabLst/>
              <a:defRPr sz="1961" kern="1200" spc="0" baseline="0">
                <a:solidFill>
                  <a:srgbClr val="000000"/>
                </a:solidFill>
                <a:latin typeface="+mn-lt"/>
                <a:ea typeface="+mn-ea"/>
                <a:cs typeface="+mn-cs"/>
              </a:defRPr>
            </a:lvl2pPr>
            <a:lvl3pPr marL="448193"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372" kern="1200" spc="0" baseline="0">
                <a:solidFill>
                  <a:schemeClr val="tx2"/>
                </a:solidFill>
                <a:latin typeface="+mj-lt"/>
                <a:ea typeface="+mn-ea"/>
                <a:cs typeface="+mn-cs"/>
              </a:defRPr>
            </a:lvl3pPr>
            <a:lvl4pPr marL="67229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372" kern="1200" spc="0" baseline="0">
                <a:solidFill>
                  <a:srgbClr val="000000"/>
                </a:solidFill>
                <a:latin typeface="+mn-lt"/>
                <a:ea typeface="+mn-ea"/>
                <a:cs typeface="+mn-cs"/>
              </a:defRPr>
            </a:lvl4pPr>
            <a:lvl5pPr marL="896386"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980" b="1" kern="1200" spc="0" baseline="0">
                <a:solidFill>
                  <a:srgbClr val="000000"/>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0"/>
              </a:spcBef>
              <a:spcAft>
                <a:spcPts val="0"/>
              </a:spcAft>
              <a:buFont typeface="Arial" pitchFamily="34" charset="0"/>
              <a:buNone/>
              <a:defRPr sz="980" kern="1200">
                <a:solidFill>
                  <a:srgbClr val="000000"/>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0" indent="0">
              <a:lnSpc>
                <a:spcPct val="100000"/>
              </a:lnSpc>
              <a:buNone/>
            </a:pPr>
            <a:r>
              <a:rPr lang="en-US" sz="2400" dirty="0"/>
              <a:t>You will learn the following concepts:</a:t>
            </a:r>
          </a:p>
          <a:p>
            <a:pPr marL="0" indent="0">
              <a:lnSpc>
                <a:spcPct val="100000"/>
              </a:lnSpc>
              <a:buNone/>
            </a:pPr>
            <a:endParaRPr lang="en-US" sz="2400" dirty="0"/>
          </a:p>
          <a:p>
            <a:pPr>
              <a:lnSpc>
                <a:spcPct val="100000"/>
              </a:lnSpc>
              <a:buFont typeface="Wingdings" panose="05000000000000000000" pitchFamily="2" charset="2"/>
              <a:buChar char="§"/>
            </a:pPr>
            <a:r>
              <a:rPr lang="en-US" sz="2400" b="1" dirty="0"/>
              <a:t>Cloud Adoption Framework</a:t>
            </a:r>
          </a:p>
          <a:p>
            <a:pPr>
              <a:lnSpc>
                <a:spcPct val="100000"/>
              </a:lnSpc>
              <a:buFont typeface="Wingdings" panose="05000000000000000000" pitchFamily="2" charset="2"/>
              <a:buChar char="§"/>
            </a:pPr>
            <a:r>
              <a:rPr lang="en-US" sz="2400" b="1" dirty="0"/>
              <a:t>Cloud Migration Tools</a:t>
            </a:r>
          </a:p>
          <a:p>
            <a:pPr>
              <a:lnSpc>
                <a:spcPct val="100000"/>
              </a:lnSpc>
              <a:buFont typeface="Wingdings" panose="05000000000000000000" pitchFamily="2" charset="2"/>
              <a:buChar char="§"/>
            </a:pPr>
            <a:r>
              <a:rPr lang="en-US" sz="2400" b="1" dirty="0"/>
              <a:t>Multi-Cloud Strategy by Azure Arc</a:t>
            </a:r>
          </a:p>
        </p:txBody>
      </p:sp>
    </p:spTree>
    <p:extLst>
      <p:ext uri="{BB962C8B-B14F-4D97-AF65-F5344CB8AC3E}">
        <p14:creationId xmlns:p14="http://schemas.microsoft.com/office/powerpoint/2010/main" val="3957722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325EF-01FB-4D9F-91E8-4499A6988ADD}"/>
              </a:ext>
            </a:extLst>
          </p:cNvPr>
          <p:cNvSpPr>
            <a:spLocks noGrp="1"/>
          </p:cNvSpPr>
          <p:nvPr>
            <p:ph type="title"/>
          </p:nvPr>
        </p:nvSpPr>
        <p:spPr/>
        <p:txBody>
          <a:bodyPr/>
          <a:lstStyle/>
          <a:p>
            <a:r>
              <a:rPr lang="en-HK" dirty="0"/>
              <a:t>High level Azure Services</a:t>
            </a:r>
          </a:p>
        </p:txBody>
      </p:sp>
      <p:pic>
        <p:nvPicPr>
          <p:cNvPr id="2050" name="Picture 2" descr="Diagram showing overall view of popular Azure services with sections for security and management, platform services, hybrid cloud, and infrastructure services.">
            <a:extLst>
              <a:ext uri="{FF2B5EF4-FFF2-40B4-BE49-F238E27FC236}">
                <a16:creationId xmlns:a16="http://schemas.microsoft.com/office/drawing/2014/main" id="{3C905D80-96E4-4386-B603-EB6740C72B40}"/>
              </a:ext>
            </a:extLst>
          </p:cNvPr>
          <p:cNvPicPr>
            <a:picLocks noGrp="1" noChangeAspect="1" noChangeArrowheads="1"/>
          </p:cNvPicPr>
          <p:nvPr>
            <p:ph sz="quarter" idx="10"/>
          </p:nvPr>
        </p:nvPicPr>
        <p:blipFill>
          <a:blip r:embed="rId2">
            <a:extLst>
              <a:ext uri="{28A0092B-C50C-407E-A947-70E740481C1C}">
                <a14:useLocalDpi xmlns:a14="http://schemas.microsoft.com/office/drawing/2010/main" val="0"/>
              </a:ext>
            </a:extLst>
          </a:blip>
          <a:srcRect/>
          <a:stretch>
            <a:fillRect/>
          </a:stretch>
        </p:blipFill>
        <p:spPr bwMode="auto">
          <a:xfrm>
            <a:off x="1301003" y="1170629"/>
            <a:ext cx="9167595" cy="52194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5055816"/>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Explore Azure Marketplace</a:t>
            </a:r>
          </a:p>
        </p:txBody>
      </p:sp>
      <p:sp>
        <p:nvSpPr>
          <p:cNvPr id="6" name="Text Placeholder 5"/>
          <p:cNvSpPr>
            <a:spLocks noGrp="1"/>
          </p:cNvSpPr>
          <p:nvPr>
            <p:ph sz="quarter" idx="10"/>
          </p:nvPr>
        </p:nvSpPr>
        <p:spPr>
          <a:xfrm>
            <a:off x="418643" y="1423258"/>
            <a:ext cx="11080173" cy="3780522"/>
          </a:xfrm>
        </p:spPr>
        <p:txBody>
          <a:bodyPr vert="horz" wrap="square" lIns="0" tIns="91440" rIns="146304" bIns="91440" rtlCol="0" anchor="t">
            <a:spAutoFit/>
          </a:bodyPr>
          <a:lstStyle/>
          <a:p>
            <a:r>
              <a:rPr lang="en-US" b="0" i="0" dirty="0">
                <a:solidFill>
                  <a:srgbClr val="171717"/>
                </a:solidFill>
                <a:effectLst/>
                <a:latin typeface="Segoe UI Semibold"/>
                <a:cs typeface="Segoe UI Semibold"/>
              </a:rPr>
              <a:t>Azure </a:t>
            </a:r>
            <a:r>
              <a:rPr lang="en-US" b="1" i="0" dirty="0">
                <a:solidFill>
                  <a:srgbClr val="171717"/>
                </a:solidFill>
                <a:effectLst/>
                <a:latin typeface="Segoe UI Semibold"/>
                <a:cs typeface="Segoe UI Semibold"/>
              </a:rPr>
              <a:t>Marketplace</a:t>
            </a:r>
            <a:r>
              <a:rPr lang="en-US" b="0" i="0" dirty="0">
                <a:solidFill>
                  <a:srgbClr val="171717"/>
                </a:solidFill>
                <a:effectLst/>
                <a:latin typeface="Segoe UI Semibold"/>
                <a:cs typeface="Segoe UI Semibold"/>
              </a:rPr>
              <a:t> </a:t>
            </a:r>
            <a:r>
              <a:rPr lang="en-US" b="0" i="0" dirty="0">
                <a:solidFill>
                  <a:srgbClr val="171717"/>
                </a:solidFill>
                <a:effectLst/>
                <a:latin typeface="Segoe UI"/>
                <a:cs typeface="Segoe UI"/>
              </a:rPr>
              <a:t>allows customers to find, try, purchase, and provision applications and services from hundreds of leading service providers, which are </a:t>
            </a:r>
            <a:br>
              <a:rPr lang="en-US" dirty="0">
                <a:solidFill>
                  <a:srgbClr val="171717"/>
                </a:solidFill>
                <a:latin typeface="Segoe UI"/>
                <a:cs typeface="Segoe UI"/>
              </a:rPr>
            </a:br>
            <a:r>
              <a:rPr lang="en-US" b="0" i="0" dirty="0">
                <a:solidFill>
                  <a:srgbClr val="171717"/>
                </a:solidFill>
                <a:effectLst/>
                <a:latin typeface="Segoe UI"/>
                <a:cs typeface="Segoe UI"/>
              </a:rPr>
              <a:t>all certified to run on Azure.</a:t>
            </a:r>
          </a:p>
          <a:p>
            <a:pPr marL="342900" indent="-342900">
              <a:buFont typeface="Arial" panose="020B0604020202020204" pitchFamily="34" charset="0"/>
              <a:buChar char="•"/>
            </a:pPr>
            <a:r>
              <a:rPr lang="en-US" dirty="0">
                <a:solidFill>
                  <a:srgbClr val="171717"/>
                </a:solidFill>
                <a:latin typeface="Segoe UI" panose="020B0502040204020203" pitchFamily="34" charset="0"/>
              </a:rPr>
              <a:t>Open source container platforms.</a:t>
            </a:r>
          </a:p>
          <a:p>
            <a:pPr marL="342900" indent="-342900">
              <a:buFont typeface="Arial" panose="020B0604020202020204" pitchFamily="34" charset="0"/>
              <a:buChar char="•"/>
            </a:pPr>
            <a:r>
              <a:rPr lang="en-US" dirty="0">
                <a:solidFill>
                  <a:srgbClr val="171717"/>
                </a:solidFill>
                <a:latin typeface="Segoe UI" panose="020B0502040204020203" pitchFamily="34" charset="0"/>
              </a:rPr>
              <a:t>Virtual machine and database images.</a:t>
            </a:r>
          </a:p>
          <a:p>
            <a:pPr marL="342900" indent="-342900">
              <a:buFont typeface="Arial" panose="020B0604020202020204" pitchFamily="34" charset="0"/>
              <a:buChar char="•"/>
            </a:pPr>
            <a:r>
              <a:rPr lang="en-US" dirty="0">
                <a:solidFill>
                  <a:srgbClr val="171717"/>
                </a:solidFill>
                <a:latin typeface="Segoe UI" panose="020B0502040204020203" pitchFamily="34" charset="0"/>
              </a:rPr>
              <a:t>Application build and deployment software.</a:t>
            </a:r>
          </a:p>
          <a:p>
            <a:pPr marL="342900" indent="-342900">
              <a:buFont typeface="Arial" panose="020B0604020202020204" pitchFamily="34" charset="0"/>
              <a:buChar char="•"/>
            </a:pPr>
            <a:r>
              <a:rPr lang="en-US" dirty="0">
                <a:solidFill>
                  <a:srgbClr val="171717"/>
                </a:solidFill>
                <a:latin typeface="Segoe UI" panose="020B0502040204020203" pitchFamily="34" charset="0"/>
              </a:rPr>
              <a:t>Developer tools.</a:t>
            </a:r>
          </a:p>
          <a:p>
            <a:pPr marL="342900" indent="-342900">
              <a:buFont typeface="Arial" panose="020B0604020202020204" pitchFamily="34" charset="0"/>
              <a:buChar char="•"/>
            </a:pPr>
            <a:r>
              <a:rPr lang="en-US" dirty="0">
                <a:solidFill>
                  <a:srgbClr val="171717"/>
                </a:solidFill>
                <a:latin typeface="Segoe UI" panose="020B0502040204020203" pitchFamily="34" charset="0"/>
              </a:rPr>
              <a:t>And much more, with 10,000+ listings!</a:t>
            </a:r>
            <a:endParaRPr lang="en-US" dirty="0"/>
          </a:p>
        </p:txBody>
      </p:sp>
      <p:pic>
        <p:nvPicPr>
          <p:cNvPr id="4" name="Picture 3" descr="graphic of a shopping bag">
            <a:extLst>
              <a:ext uri="{FF2B5EF4-FFF2-40B4-BE49-F238E27FC236}">
                <a16:creationId xmlns:a16="http://schemas.microsoft.com/office/drawing/2014/main" id="{55B2B3E3-6398-4601-BD31-79A935A2AA14}"/>
              </a:ext>
            </a:extLst>
          </p:cNvPr>
          <p:cNvPicPr/>
          <p:nvPr/>
        </p:nvPicPr>
        <p:blipFill>
          <a:blip r:embed="rId3"/>
          <a:stretch/>
        </p:blipFill>
        <p:spPr>
          <a:xfrm>
            <a:off x="7458074" y="2377238"/>
            <a:ext cx="3227862" cy="3186466"/>
          </a:xfrm>
          <a:prstGeom prst="rect">
            <a:avLst/>
          </a:prstGeom>
          <a:ln>
            <a:noFill/>
          </a:ln>
        </p:spPr>
      </p:pic>
    </p:spTree>
    <p:extLst>
      <p:ext uri="{BB962C8B-B14F-4D97-AF65-F5344CB8AC3E}">
        <p14:creationId xmlns:p14="http://schemas.microsoft.com/office/powerpoint/2010/main" val="3802399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18643" y="193679"/>
            <a:ext cx="11341268" cy="680196"/>
          </a:xfrm>
        </p:spPr>
        <p:txBody>
          <a:bodyPr/>
          <a:lstStyle/>
          <a:p>
            <a:r>
              <a:rPr lang="en-US" noProof="0" dirty="0"/>
              <a:t>Tools for interacting with Azure</a:t>
            </a:r>
          </a:p>
        </p:txBody>
      </p:sp>
      <p:grpSp>
        <p:nvGrpSpPr>
          <p:cNvPr id="60" name="Group 59">
            <a:extLst>
              <a:ext uri="{FF2B5EF4-FFF2-40B4-BE49-F238E27FC236}">
                <a16:creationId xmlns:a16="http://schemas.microsoft.com/office/drawing/2014/main" id="{DAD365CD-FCE8-4DBC-B51F-A8E0F6BCAADB}"/>
              </a:ext>
            </a:extLst>
          </p:cNvPr>
          <p:cNvGrpSpPr/>
          <p:nvPr/>
        </p:nvGrpSpPr>
        <p:grpSpPr>
          <a:xfrm>
            <a:off x="2093344" y="1901804"/>
            <a:ext cx="8005313" cy="2489891"/>
            <a:chOff x="68768" y="1715807"/>
            <a:chExt cx="8005313" cy="2489891"/>
          </a:xfrm>
        </p:grpSpPr>
        <p:sp>
          <p:nvSpPr>
            <p:cNvPr id="58" name="Rectangle 57">
              <a:extLst>
                <a:ext uri="{FF2B5EF4-FFF2-40B4-BE49-F238E27FC236}">
                  <a16:creationId xmlns:a16="http://schemas.microsoft.com/office/drawing/2014/main" id="{4375CE31-64D8-4B50-8050-487084DA42DA}"/>
                </a:ext>
              </a:extLst>
            </p:cNvPr>
            <p:cNvSpPr/>
            <p:nvPr/>
          </p:nvSpPr>
          <p:spPr bwMode="auto">
            <a:xfrm>
              <a:off x="68768" y="1715807"/>
              <a:ext cx="8005313" cy="2489891"/>
            </a:xfrm>
            <a:prstGeom prst="rect">
              <a:avLst/>
            </a:prstGeom>
            <a:solidFill>
              <a:schemeClr val="bg1">
                <a:lumMod val="9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grpSp>
          <p:nvGrpSpPr>
            <p:cNvPr id="44" name="Group 43">
              <a:extLst>
                <a:ext uri="{FF2B5EF4-FFF2-40B4-BE49-F238E27FC236}">
                  <a16:creationId xmlns:a16="http://schemas.microsoft.com/office/drawing/2014/main" id="{88B05BAD-A613-4F10-A713-184BFD26A54C}"/>
                </a:ext>
              </a:extLst>
            </p:cNvPr>
            <p:cNvGrpSpPr/>
            <p:nvPr/>
          </p:nvGrpSpPr>
          <p:grpSpPr>
            <a:xfrm>
              <a:off x="460859" y="1861195"/>
              <a:ext cx="7423828" cy="2171866"/>
              <a:chOff x="754157" y="2068229"/>
              <a:chExt cx="7423828" cy="2171866"/>
            </a:xfrm>
          </p:grpSpPr>
          <p:grpSp>
            <p:nvGrpSpPr>
              <p:cNvPr id="33" name="Group 32">
                <a:extLst>
                  <a:ext uri="{FF2B5EF4-FFF2-40B4-BE49-F238E27FC236}">
                    <a16:creationId xmlns:a16="http://schemas.microsoft.com/office/drawing/2014/main" id="{6730CDC1-F8DD-47AF-9809-B980CE41AE36}"/>
                  </a:ext>
                </a:extLst>
              </p:cNvPr>
              <p:cNvGrpSpPr/>
              <p:nvPr/>
            </p:nvGrpSpPr>
            <p:grpSpPr>
              <a:xfrm>
                <a:off x="754157" y="2075609"/>
                <a:ext cx="3610566" cy="960262"/>
                <a:chOff x="3790898" y="5423282"/>
                <a:chExt cx="3610566" cy="960262"/>
              </a:xfrm>
            </p:grpSpPr>
            <p:sp>
              <p:nvSpPr>
                <p:cNvPr id="19" name="Rectangle: Rounded Corners 18">
                  <a:extLst>
                    <a:ext uri="{FF2B5EF4-FFF2-40B4-BE49-F238E27FC236}">
                      <a16:creationId xmlns:a16="http://schemas.microsoft.com/office/drawing/2014/main" id="{1D3C3C88-54BE-465C-AB55-64867C5DA18F}"/>
                    </a:ext>
                  </a:extLst>
                </p:cNvPr>
                <p:cNvSpPr/>
                <p:nvPr/>
              </p:nvSpPr>
              <p:spPr bwMode="auto">
                <a:xfrm>
                  <a:off x="3790898" y="5423282"/>
                  <a:ext cx="3610566" cy="960262"/>
                </a:xfrm>
                <a:prstGeom prst="roundRect">
                  <a:avLst/>
                </a:prstGeom>
                <a:solidFill>
                  <a:schemeClr val="bg1">
                    <a:lumMod val="8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solidFill>
                      <a:schemeClr val="tx1"/>
                    </a:solidFill>
                    <a:ea typeface="Segoe UI" pitchFamily="34" charset="0"/>
                    <a:cs typeface="Segoe UI" pitchFamily="34" charset="0"/>
                  </a:endParaRPr>
                </a:p>
              </p:txBody>
            </p:sp>
            <p:pic>
              <p:nvPicPr>
                <p:cNvPr id="18" name="Graphic 17">
                  <a:extLst>
                    <a:ext uri="{FF2B5EF4-FFF2-40B4-BE49-F238E27FC236}">
                      <a16:creationId xmlns:a16="http://schemas.microsoft.com/office/drawing/2014/main" id="{A8DC1268-EB17-4E65-BDA6-F12DA9E80A8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900346" y="5466459"/>
                  <a:ext cx="859148" cy="859148"/>
                </a:xfrm>
                <a:prstGeom prst="rect">
                  <a:avLst/>
                </a:prstGeom>
              </p:spPr>
            </p:pic>
            <p:sp>
              <p:nvSpPr>
                <p:cNvPr id="20" name="TextBox 19">
                  <a:extLst>
                    <a:ext uri="{FF2B5EF4-FFF2-40B4-BE49-F238E27FC236}">
                      <a16:creationId xmlns:a16="http://schemas.microsoft.com/office/drawing/2014/main" id="{5DC6600A-6A3F-4661-9205-35DFC8C67378}"/>
                    </a:ext>
                  </a:extLst>
                </p:cNvPr>
                <p:cNvSpPr txBox="1"/>
                <p:nvPr/>
              </p:nvSpPr>
              <p:spPr>
                <a:xfrm>
                  <a:off x="4376469" y="5589481"/>
                  <a:ext cx="3024995" cy="627864"/>
                </a:xfrm>
                <a:prstGeom prst="rect">
                  <a:avLst/>
                </a:prstGeom>
                <a:noFill/>
              </p:spPr>
              <p:txBody>
                <a:bodyPr wrap="square" lIns="182880" tIns="146304" rIns="182880" bIns="146304" rtlCol="0">
                  <a:spAutoFit/>
                </a:bodyPr>
                <a:lstStyle/>
                <a:p>
                  <a:pPr algn="ctr">
                    <a:lnSpc>
                      <a:spcPct val="90000"/>
                    </a:lnSpc>
                    <a:spcAft>
                      <a:spcPts val="600"/>
                    </a:spcAft>
                  </a:pPr>
                  <a:r>
                    <a:rPr lang="en-US" sz="2400">
                      <a:gradFill>
                        <a:gsLst>
                          <a:gs pos="2917">
                            <a:schemeClr val="tx1"/>
                          </a:gs>
                          <a:gs pos="30000">
                            <a:schemeClr val="tx1"/>
                          </a:gs>
                        </a:gsLst>
                        <a:lin ang="5400000" scaled="0"/>
                      </a:gradFill>
                    </a:rPr>
                    <a:t>Azure Portal</a:t>
                  </a:r>
                </a:p>
              </p:txBody>
            </p:sp>
          </p:grpSp>
          <p:grpSp>
            <p:nvGrpSpPr>
              <p:cNvPr id="35" name="Group 34">
                <a:extLst>
                  <a:ext uri="{FF2B5EF4-FFF2-40B4-BE49-F238E27FC236}">
                    <a16:creationId xmlns:a16="http://schemas.microsoft.com/office/drawing/2014/main" id="{A18D80B7-41DA-4FC3-86DE-684CB54AF0FF}"/>
                  </a:ext>
                </a:extLst>
              </p:cNvPr>
              <p:cNvGrpSpPr/>
              <p:nvPr/>
            </p:nvGrpSpPr>
            <p:grpSpPr>
              <a:xfrm>
                <a:off x="4539555" y="3238525"/>
                <a:ext cx="3638430" cy="1001570"/>
                <a:chOff x="3809041" y="5387870"/>
                <a:chExt cx="3638430" cy="1001570"/>
              </a:xfrm>
            </p:grpSpPr>
            <p:sp>
              <p:nvSpPr>
                <p:cNvPr id="36" name="Rectangle: Rounded Corners 35">
                  <a:extLst>
                    <a:ext uri="{FF2B5EF4-FFF2-40B4-BE49-F238E27FC236}">
                      <a16:creationId xmlns:a16="http://schemas.microsoft.com/office/drawing/2014/main" id="{0B63F06B-36BD-4B03-A91A-A4911ABF52F5}"/>
                    </a:ext>
                  </a:extLst>
                </p:cNvPr>
                <p:cNvSpPr/>
                <p:nvPr/>
              </p:nvSpPr>
              <p:spPr bwMode="auto">
                <a:xfrm>
                  <a:off x="3809041" y="5429178"/>
                  <a:ext cx="3610566" cy="960262"/>
                </a:xfrm>
                <a:prstGeom prst="roundRect">
                  <a:avLst/>
                </a:prstGeom>
                <a:solidFill>
                  <a:schemeClr val="bg1">
                    <a:lumMod val="8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solidFill>
                      <a:schemeClr val="tx1"/>
                    </a:solidFill>
                    <a:ea typeface="Segoe UI" pitchFamily="34" charset="0"/>
                    <a:cs typeface="Segoe UI" pitchFamily="34" charset="0"/>
                  </a:endParaRPr>
                </a:p>
              </p:txBody>
            </p:sp>
            <p:pic>
              <p:nvPicPr>
                <p:cNvPr id="37" name="Graphic 36">
                  <a:extLst>
                    <a:ext uri="{FF2B5EF4-FFF2-40B4-BE49-F238E27FC236}">
                      <a16:creationId xmlns:a16="http://schemas.microsoft.com/office/drawing/2014/main" id="{698A36FD-A495-4345-AB6E-8A203D2A94A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3900346" y="5466459"/>
                  <a:ext cx="859148" cy="859148"/>
                </a:xfrm>
                <a:prstGeom prst="rect">
                  <a:avLst/>
                </a:prstGeom>
              </p:spPr>
            </p:pic>
            <p:sp>
              <p:nvSpPr>
                <p:cNvPr id="38" name="TextBox 37">
                  <a:extLst>
                    <a:ext uri="{FF2B5EF4-FFF2-40B4-BE49-F238E27FC236}">
                      <a16:creationId xmlns:a16="http://schemas.microsoft.com/office/drawing/2014/main" id="{EBEDE8DC-D815-4D2F-BE04-CBAE05A5BBAB}"/>
                    </a:ext>
                  </a:extLst>
                </p:cNvPr>
                <p:cNvSpPr txBox="1"/>
                <p:nvPr/>
              </p:nvSpPr>
              <p:spPr>
                <a:xfrm>
                  <a:off x="4376469" y="5387870"/>
                  <a:ext cx="3071002" cy="960263"/>
                </a:xfrm>
                <a:prstGeom prst="rect">
                  <a:avLst/>
                </a:prstGeom>
                <a:noFill/>
              </p:spPr>
              <p:txBody>
                <a:bodyPr wrap="square" lIns="182880" tIns="146304" rIns="182880" bIns="146304" rtlCol="0">
                  <a:spAutoFit/>
                </a:bodyPr>
                <a:lstStyle/>
                <a:p>
                  <a:pPr algn="ctr">
                    <a:lnSpc>
                      <a:spcPct val="90000"/>
                    </a:lnSpc>
                    <a:spcAft>
                      <a:spcPts val="600"/>
                    </a:spcAft>
                  </a:pPr>
                  <a:r>
                    <a:rPr lang="en-US" sz="2400" dirty="0">
                      <a:gradFill>
                        <a:gsLst>
                          <a:gs pos="2917">
                            <a:schemeClr val="tx1"/>
                          </a:gs>
                          <a:gs pos="30000">
                            <a:schemeClr val="tx1"/>
                          </a:gs>
                        </a:gsLst>
                        <a:lin ang="5400000" scaled="0"/>
                      </a:gradFill>
                    </a:rPr>
                    <a:t>Command-Line Interface (CLI) </a:t>
                  </a:r>
                </a:p>
              </p:txBody>
            </p:sp>
          </p:grpSp>
          <p:grpSp>
            <p:nvGrpSpPr>
              <p:cNvPr id="39" name="Group 38">
                <a:extLst>
                  <a:ext uri="{FF2B5EF4-FFF2-40B4-BE49-F238E27FC236}">
                    <a16:creationId xmlns:a16="http://schemas.microsoft.com/office/drawing/2014/main" id="{A857370F-0707-4B93-A0BC-6D7DCF7525D3}"/>
                  </a:ext>
                </a:extLst>
              </p:cNvPr>
              <p:cNvGrpSpPr/>
              <p:nvPr/>
            </p:nvGrpSpPr>
            <p:grpSpPr>
              <a:xfrm>
                <a:off x="4521413" y="2068229"/>
                <a:ext cx="3610566" cy="960262"/>
                <a:chOff x="3790898" y="5423282"/>
                <a:chExt cx="3610566" cy="960262"/>
              </a:xfrm>
            </p:grpSpPr>
            <p:sp>
              <p:nvSpPr>
                <p:cNvPr id="40" name="Rectangle: Rounded Corners 39">
                  <a:extLst>
                    <a:ext uri="{FF2B5EF4-FFF2-40B4-BE49-F238E27FC236}">
                      <a16:creationId xmlns:a16="http://schemas.microsoft.com/office/drawing/2014/main" id="{40195766-F6A8-44BF-927B-82F54EA40D2D}"/>
                    </a:ext>
                  </a:extLst>
                </p:cNvPr>
                <p:cNvSpPr/>
                <p:nvPr/>
              </p:nvSpPr>
              <p:spPr bwMode="auto">
                <a:xfrm>
                  <a:off x="3790898" y="5423282"/>
                  <a:ext cx="3610566" cy="960262"/>
                </a:xfrm>
                <a:prstGeom prst="roundRect">
                  <a:avLst/>
                </a:prstGeom>
                <a:solidFill>
                  <a:schemeClr val="bg1">
                    <a:lumMod val="8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solidFill>
                      <a:schemeClr val="tx1"/>
                    </a:solidFill>
                    <a:ea typeface="Segoe UI" pitchFamily="34" charset="0"/>
                    <a:cs typeface="Segoe UI" pitchFamily="34" charset="0"/>
                  </a:endParaRPr>
                </a:p>
              </p:txBody>
            </p:sp>
            <p:pic>
              <p:nvPicPr>
                <p:cNvPr id="41" name="Graphic 40">
                  <a:extLst>
                    <a:ext uri="{FF2B5EF4-FFF2-40B4-BE49-F238E27FC236}">
                      <a16:creationId xmlns:a16="http://schemas.microsoft.com/office/drawing/2014/main" id="{2EA3B29A-C381-4F12-8FBA-8DD901BA496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p:blipFill>
              <p:spPr>
                <a:xfrm>
                  <a:off x="3900346" y="5466459"/>
                  <a:ext cx="859148" cy="859148"/>
                </a:xfrm>
                <a:prstGeom prst="rect">
                  <a:avLst/>
                </a:prstGeom>
              </p:spPr>
            </p:pic>
            <p:sp>
              <p:nvSpPr>
                <p:cNvPr id="42" name="TextBox 41">
                  <a:extLst>
                    <a:ext uri="{FF2B5EF4-FFF2-40B4-BE49-F238E27FC236}">
                      <a16:creationId xmlns:a16="http://schemas.microsoft.com/office/drawing/2014/main" id="{3939993E-305E-435B-A393-17804AFA5077}"/>
                    </a:ext>
                  </a:extLst>
                </p:cNvPr>
                <p:cNvSpPr txBox="1"/>
                <p:nvPr/>
              </p:nvSpPr>
              <p:spPr>
                <a:xfrm>
                  <a:off x="4551437" y="5589481"/>
                  <a:ext cx="2850027" cy="627864"/>
                </a:xfrm>
                <a:prstGeom prst="rect">
                  <a:avLst/>
                </a:prstGeom>
                <a:noFill/>
              </p:spPr>
              <p:txBody>
                <a:bodyPr wrap="square" lIns="182880" tIns="146304" rIns="182880" bIns="146304" rtlCol="0">
                  <a:spAutoFit/>
                </a:bodyPr>
                <a:lstStyle/>
                <a:p>
                  <a:pPr algn="ctr">
                    <a:lnSpc>
                      <a:spcPct val="90000"/>
                    </a:lnSpc>
                    <a:spcAft>
                      <a:spcPts val="600"/>
                    </a:spcAft>
                  </a:pPr>
                  <a:r>
                    <a:rPr lang="en-US" sz="2400">
                      <a:gradFill>
                        <a:gsLst>
                          <a:gs pos="2917">
                            <a:schemeClr val="tx1"/>
                          </a:gs>
                          <a:gs pos="30000">
                            <a:schemeClr val="tx1"/>
                          </a:gs>
                        </a:gsLst>
                        <a:lin ang="5400000" scaled="0"/>
                      </a:gradFill>
                    </a:rPr>
                    <a:t>Azure PowerShell</a:t>
                  </a:r>
                </a:p>
              </p:txBody>
            </p:sp>
          </p:grpSp>
          <p:grpSp>
            <p:nvGrpSpPr>
              <p:cNvPr id="45" name="Group 44">
                <a:extLst>
                  <a:ext uri="{FF2B5EF4-FFF2-40B4-BE49-F238E27FC236}">
                    <a16:creationId xmlns:a16="http://schemas.microsoft.com/office/drawing/2014/main" id="{F27606A3-2E17-4A4A-A99E-632AD85A7E7A}"/>
                  </a:ext>
                </a:extLst>
              </p:cNvPr>
              <p:cNvGrpSpPr/>
              <p:nvPr/>
            </p:nvGrpSpPr>
            <p:grpSpPr>
              <a:xfrm>
                <a:off x="754157" y="3279833"/>
                <a:ext cx="3610566" cy="960262"/>
                <a:chOff x="23643" y="4259372"/>
                <a:chExt cx="3610566" cy="960262"/>
              </a:xfrm>
            </p:grpSpPr>
            <p:sp>
              <p:nvSpPr>
                <p:cNvPr id="46" name="Rectangle: Rounded Corners 45">
                  <a:extLst>
                    <a:ext uri="{FF2B5EF4-FFF2-40B4-BE49-F238E27FC236}">
                      <a16:creationId xmlns:a16="http://schemas.microsoft.com/office/drawing/2014/main" id="{E56129BC-8D83-4788-9B0F-24995714A77D}"/>
                    </a:ext>
                  </a:extLst>
                </p:cNvPr>
                <p:cNvSpPr/>
                <p:nvPr/>
              </p:nvSpPr>
              <p:spPr bwMode="auto">
                <a:xfrm>
                  <a:off x="23643" y="4259372"/>
                  <a:ext cx="3610566" cy="960262"/>
                </a:xfrm>
                <a:prstGeom prst="roundRect">
                  <a:avLst/>
                </a:prstGeom>
                <a:solidFill>
                  <a:schemeClr val="bg1">
                    <a:lumMod val="8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solidFill>
                      <a:schemeClr val="tx1"/>
                    </a:solidFill>
                    <a:ea typeface="Segoe UI" pitchFamily="34" charset="0"/>
                    <a:cs typeface="Segoe UI" pitchFamily="34" charset="0"/>
                  </a:endParaRPr>
                </a:p>
              </p:txBody>
            </p:sp>
            <p:pic>
              <p:nvPicPr>
                <p:cNvPr id="47" name="Graphic 46">
                  <a:extLst>
                    <a:ext uri="{FF2B5EF4-FFF2-40B4-BE49-F238E27FC236}">
                      <a16:creationId xmlns:a16="http://schemas.microsoft.com/office/drawing/2014/main" id="{9F9F060C-F59F-469D-876D-65E060D5412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p:blipFill>
              <p:spPr>
                <a:xfrm>
                  <a:off x="133091" y="4302549"/>
                  <a:ext cx="859148" cy="859148"/>
                </a:xfrm>
                <a:prstGeom prst="rect">
                  <a:avLst/>
                </a:prstGeom>
              </p:spPr>
            </p:pic>
            <p:sp>
              <p:nvSpPr>
                <p:cNvPr id="48" name="TextBox 47">
                  <a:extLst>
                    <a:ext uri="{FF2B5EF4-FFF2-40B4-BE49-F238E27FC236}">
                      <a16:creationId xmlns:a16="http://schemas.microsoft.com/office/drawing/2014/main" id="{98688D32-6A2E-489E-960B-7F2C31CCC512}"/>
                    </a:ext>
                  </a:extLst>
                </p:cNvPr>
                <p:cNvSpPr txBox="1"/>
                <p:nvPr/>
              </p:nvSpPr>
              <p:spPr>
                <a:xfrm>
                  <a:off x="784182" y="4425571"/>
                  <a:ext cx="2850027" cy="627864"/>
                </a:xfrm>
                <a:prstGeom prst="rect">
                  <a:avLst/>
                </a:prstGeom>
                <a:noFill/>
              </p:spPr>
              <p:txBody>
                <a:bodyPr wrap="square" lIns="182880" tIns="146304" rIns="182880" bIns="146304" rtlCol="0">
                  <a:spAutoFit/>
                </a:bodyPr>
                <a:lstStyle/>
                <a:p>
                  <a:pPr algn="ctr">
                    <a:lnSpc>
                      <a:spcPct val="90000"/>
                    </a:lnSpc>
                    <a:spcAft>
                      <a:spcPts val="600"/>
                    </a:spcAft>
                  </a:pPr>
                  <a:r>
                    <a:rPr lang="en-US" sz="2400">
                      <a:gradFill>
                        <a:gsLst>
                          <a:gs pos="2917">
                            <a:schemeClr val="tx1"/>
                          </a:gs>
                          <a:gs pos="30000">
                            <a:schemeClr val="tx1"/>
                          </a:gs>
                        </a:gsLst>
                        <a:lin ang="5400000" scaled="0"/>
                      </a:gradFill>
                    </a:rPr>
                    <a:t>Azure Cloud Shell</a:t>
                  </a:r>
                </a:p>
              </p:txBody>
            </p:sp>
          </p:grpSp>
        </p:grpSp>
      </p:grpSp>
      <p:pic>
        <p:nvPicPr>
          <p:cNvPr id="2" name="Picture 1">
            <a:extLst>
              <a:ext uri="{FF2B5EF4-FFF2-40B4-BE49-F238E27FC236}">
                <a16:creationId xmlns:a16="http://schemas.microsoft.com/office/drawing/2014/main" id="{48243F0C-6F88-42C7-93EC-B717100BA5CC}"/>
              </a:ext>
              <a:ext uri="{C183D7F6-B498-43B3-948B-1728B52AA6E4}">
                <adec:decorative xmlns:adec="http://schemas.microsoft.com/office/drawing/2017/decorative" val="1"/>
              </a:ext>
            </a:extLst>
          </p:cNvPr>
          <p:cNvPicPr>
            <a:picLocks noChangeAspect="1"/>
          </p:cNvPicPr>
          <p:nvPr/>
        </p:nvPicPr>
        <p:blipFill>
          <a:blip r:embed="rId11"/>
          <a:stretch>
            <a:fillRect/>
          </a:stretch>
        </p:blipFill>
        <p:spPr>
          <a:xfrm>
            <a:off x="4591050" y="6486525"/>
            <a:ext cx="3009900" cy="371475"/>
          </a:xfrm>
          <a:prstGeom prst="rect">
            <a:avLst/>
          </a:prstGeom>
        </p:spPr>
      </p:pic>
      <p:sp>
        <p:nvSpPr>
          <p:cNvPr id="3" name="Rectangle 2">
            <a:extLst>
              <a:ext uri="{FF2B5EF4-FFF2-40B4-BE49-F238E27FC236}">
                <a16:creationId xmlns:a16="http://schemas.microsoft.com/office/drawing/2014/main" id="{FDC142DF-BBF5-B7BF-89A4-9E1E5AFE7187}"/>
              </a:ext>
            </a:extLst>
          </p:cNvPr>
          <p:cNvSpPr/>
          <p:nvPr/>
        </p:nvSpPr>
        <p:spPr bwMode="auto">
          <a:xfrm>
            <a:off x="2328743" y="1713053"/>
            <a:ext cx="3844001" cy="2928395"/>
          </a:xfrm>
          <a:prstGeom prst="rect">
            <a:avLst/>
          </a:prstGeom>
          <a:noFill/>
          <a:ln w="57150">
            <a:solidFill>
              <a:srgbClr val="0078D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HK" sz="24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810489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28681" y="2532448"/>
            <a:ext cx="5807732" cy="1793104"/>
          </a:xfrm>
        </p:spPr>
        <p:txBody>
          <a:bodyPr wrap="square" anchor="b">
            <a:normAutofit/>
          </a:bodyPr>
          <a:lstStyle/>
          <a:p>
            <a:pPr>
              <a:lnSpc>
                <a:spcPct val="100000"/>
              </a:lnSpc>
            </a:pPr>
            <a:r>
              <a:rPr lang="en-US" sz="4400" b="1" dirty="0"/>
              <a:t>Cloud Adoption Framework</a:t>
            </a:r>
          </a:p>
        </p:txBody>
      </p:sp>
    </p:spTree>
    <p:extLst>
      <p:ext uri="{BB962C8B-B14F-4D97-AF65-F5344CB8AC3E}">
        <p14:creationId xmlns:p14="http://schemas.microsoft.com/office/powerpoint/2010/main" val="2104759634"/>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50621-45C5-446B-90F9-27A87E219E76}"/>
              </a:ext>
            </a:extLst>
          </p:cNvPr>
          <p:cNvSpPr>
            <a:spLocks noGrp="1"/>
          </p:cNvSpPr>
          <p:nvPr>
            <p:ph type="title"/>
          </p:nvPr>
        </p:nvSpPr>
        <p:spPr>
          <a:xfrm>
            <a:off x="418643" y="372256"/>
            <a:ext cx="11341268" cy="680196"/>
          </a:xfrm>
        </p:spPr>
        <p:txBody>
          <a:bodyPr/>
          <a:lstStyle/>
          <a:p>
            <a:r>
              <a:rPr lang="en-US" sz="3100" dirty="0">
                <a:solidFill>
                  <a:schemeClr val="tx2">
                    <a:lumMod val="50000"/>
                  </a:schemeClr>
                </a:solidFill>
                <a:hlinkClick r:id="rId3">
                  <a:extLst>
                    <a:ext uri="{A12FA001-AC4F-418D-AE19-62706E023703}">
                      <ahyp:hlinkClr xmlns:ahyp="http://schemas.microsoft.com/office/drawing/2018/hyperlinkcolor" val="tx"/>
                    </a:ext>
                  </a:extLst>
                </a:hlinkClick>
              </a:rPr>
              <a:t>Review the Cloud Adoption Framework</a:t>
            </a:r>
            <a:r>
              <a:rPr lang="en-US" sz="3100" dirty="0"/>
              <a:t> </a:t>
            </a:r>
          </a:p>
        </p:txBody>
      </p:sp>
      <p:sp>
        <p:nvSpPr>
          <p:cNvPr id="3" name="Rectangle 2">
            <a:extLst>
              <a:ext uri="{FF2B5EF4-FFF2-40B4-BE49-F238E27FC236}">
                <a16:creationId xmlns:a16="http://schemas.microsoft.com/office/drawing/2014/main" id="{7F5B90DD-4FDE-4A75-8F6C-E0968BAB9761}"/>
              </a:ext>
              <a:ext uri="{C183D7F6-B498-43B3-948B-1728B52AA6E4}">
                <adec:decorative xmlns:adec="http://schemas.microsoft.com/office/drawing/2017/decorative" val="1"/>
              </a:ext>
            </a:extLst>
          </p:cNvPr>
          <p:cNvSpPr/>
          <p:nvPr/>
        </p:nvSpPr>
        <p:spPr bwMode="auto">
          <a:xfrm>
            <a:off x="418643" y="1155560"/>
            <a:ext cx="11458509" cy="4903596"/>
          </a:xfrm>
          <a:prstGeom prst="rect">
            <a:avLst/>
          </a:prstGeom>
          <a:no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6" name="Rectangle: Rounded Corners 15">
            <a:extLst>
              <a:ext uri="{FF2B5EF4-FFF2-40B4-BE49-F238E27FC236}">
                <a16:creationId xmlns:a16="http://schemas.microsoft.com/office/drawing/2014/main" id="{0FE30B8F-B243-4065-B804-ED1EB622C9A9}"/>
              </a:ext>
              <a:ext uri="{C183D7F6-B498-43B3-948B-1728B52AA6E4}">
                <adec:decorative xmlns:adec="http://schemas.microsoft.com/office/drawing/2017/decorative" val="1"/>
              </a:ext>
            </a:extLst>
          </p:cNvPr>
          <p:cNvSpPr/>
          <p:nvPr/>
        </p:nvSpPr>
        <p:spPr>
          <a:xfrm>
            <a:off x="3296744" y="1236910"/>
            <a:ext cx="8161518" cy="2808919"/>
          </a:xfrm>
          <a:prstGeom prst="roundRect">
            <a:avLst>
              <a:gd name="adj" fmla="val 2546"/>
            </a:avLst>
          </a:prstGeom>
          <a:noFill/>
          <a:ln w="25400" cap="flat" cmpd="sng" algn="ctr">
            <a:solidFill>
              <a:srgbClr val="243A5E"/>
            </a:solidFill>
            <a:prstDash val="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grpSp>
        <p:nvGrpSpPr>
          <p:cNvPr id="7" name="Group 6" descr="Define, plan, ready, adopt, govern, and migrate. ">
            <a:extLst>
              <a:ext uri="{FF2B5EF4-FFF2-40B4-BE49-F238E27FC236}">
                <a16:creationId xmlns:a16="http://schemas.microsoft.com/office/drawing/2014/main" id="{D17A10B4-49A3-4FF3-B281-94811FCBB35E}"/>
              </a:ext>
            </a:extLst>
          </p:cNvPr>
          <p:cNvGrpSpPr/>
          <p:nvPr/>
        </p:nvGrpSpPr>
        <p:grpSpPr>
          <a:xfrm>
            <a:off x="707340" y="1408807"/>
            <a:ext cx="10750922" cy="4499996"/>
            <a:chOff x="707340" y="1408807"/>
            <a:chExt cx="10750922" cy="4499996"/>
          </a:xfrm>
        </p:grpSpPr>
        <p:cxnSp>
          <p:nvCxnSpPr>
            <p:cNvPr id="9" name="Straight Arrow Connector 8">
              <a:extLst>
                <a:ext uri="{FF2B5EF4-FFF2-40B4-BE49-F238E27FC236}">
                  <a16:creationId xmlns:a16="http://schemas.microsoft.com/office/drawing/2014/main" id="{04F5D760-34BC-495C-A640-28D23B1E8514}"/>
                </a:ext>
                <a:ext uri="{C183D7F6-B498-43B3-948B-1728B52AA6E4}">
                  <adec:decorative xmlns:adec="http://schemas.microsoft.com/office/drawing/2017/decorative" val="1"/>
                </a:ext>
              </a:extLst>
            </p:cNvPr>
            <p:cNvCxnSpPr>
              <a:cxnSpLocks/>
            </p:cNvCxnSpPr>
            <p:nvPr/>
          </p:nvCxnSpPr>
          <p:spPr>
            <a:xfrm>
              <a:off x="3296744" y="5070145"/>
              <a:ext cx="8161518" cy="0"/>
            </a:xfrm>
            <a:prstGeom prst="straightConnector1">
              <a:avLst/>
            </a:prstGeom>
            <a:noFill/>
            <a:ln w="22225" cap="flat" cmpd="sng" algn="ctr">
              <a:solidFill>
                <a:srgbClr val="243A5E"/>
              </a:solidFill>
              <a:prstDash val="solid"/>
              <a:headEnd type="arrow" w="med" len="sm"/>
              <a:tailEnd type="arrow" w="med" len="sm"/>
            </a:ln>
            <a:effectLst/>
          </p:spPr>
        </p:cxnSp>
        <p:sp>
          <p:nvSpPr>
            <p:cNvPr id="10" name="Rectangle: Rounded Corners 9">
              <a:extLst>
                <a:ext uri="{FF2B5EF4-FFF2-40B4-BE49-F238E27FC236}">
                  <a16:creationId xmlns:a16="http://schemas.microsoft.com/office/drawing/2014/main" id="{CD92BBEB-7217-479A-8767-09909FFF47E1}"/>
                </a:ext>
                <a:ext uri="{C183D7F6-B498-43B3-948B-1728B52AA6E4}">
                  <adec:decorative xmlns:adec="http://schemas.microsoft.com/office/drawing/2017/decorative" val="1"/>
                </a:ext>
              </a:extLst>
            </p:cNvPr>
            <p:cNvSpPr/>
            <p:nvPr/>
          </p:nvSpPr>
          <p:spPr>
            <a:xfrm>
              <a:off x="8950216" y="1408807"/>
              <a:ext cx="2280155" cy="2465124"/>
            </a:xfrm>
            <a:prstGeom prst="roundRect">
              <a:avLst>
                <a:gd name="adj" fmla="val 2546"/>
              </a:avLst>
            </a:prstGeom>
            <a:solidFill>
              <a:srgbClr val="FFFFFF"/>
            </a:solidFill>
            <a:ln w="25400" cap="flat" cmpd="sng" algn="ctr">
              <a:solidFill>
                <a:srgbClr val="243A5E"/>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sp>
          <p:nvSpPr>
            <p:cNvPr id="12" name="Rectangle: Rounded Corners 11">
              <a:extLst>
                <a:ext uri="{FF2B5EF4-FFF2-40B4-BE49-F238E27FC236}">
                  <a16:creationId xmlns:a16="http://schemas.microsoft.com/office/drawing/2014/main" id="{01E6F0DC-DAA9-4878-8AF6-F233AA18FD0D}"/>
                </a:ext>
                <a:ext uri="{C183D7F6-B498-43B3-948B-1728B52AA6E4}">
                  <adec:decorative xmlns:adec="http://schemas.microsoft.com/office/drawing/2017/decorative" val="1"/>
                </a:ext>
              </a:extLst>
            </p:cNvPr>
            <p:cNvSpPr/>
            <p:nvPr/>
          </p:nvSpPr>
          <p:spPr>
            <a:xfrm>
              <a:off x="6214128" y="1408807"/>
              <a:ext cx="2280155" cy="2465124"/>
            </a:xfrm>
            <a:prstGeom prst="roundRect">
              <a:avLst>
                <a:gd name="adj" fmla="val 2546"/>
              </a:avLst>
            </a:prstGeom>
            <a:solidFill>
              <a:srgbClr val="FFFFFF"/>
            </a:solidFill>
            <a:ln w="25400" cap="flat" cmpd="sng" algn="ctr">
              <a:solidFill>
                <a:srgbClr val="243A5E"/>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sp>
          <p:nvSpPr>
            <p:cNvPr id="13" name="TextBox 12">
              <a:extLst>
                <a:ext uri="{FF2B5EF4-FFF2-40B4-BE49-F238E27FC236}">
                  <a16:creationId xmlns:a16="http://schemas.microsoft.com/office/drawing/2014/main" id="{0B7EC472-983A-4223-B2DB-D15B1C20C083}"/>
                </a:ext>
              </a:extLst>
            </p:cNvPr>
            <p:cNvSpPr txBox="1"/>
            <p:nvPr/>
          </p:nvSpPr>
          <p:spPr>
            <a:xfrm>
              <a:off x="6336998" y="2014253"/>
              <a:ext cx="2089456"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defTabSz="914400">
                <a:defRPr/>
              </a:pPr>
              <a:r>
                <a:rPr lang="en-US" sz="1600" b="1" dirty="0">
                  <a:solidFill>
                    <a:srgbClr val="243A5E"/>
                  </a:solidFill>
                  <a:latin typeface="Segoe UI Semibold" panose="020B0702040204020203" pitchFamily="34" charset="0"/>
                  <a:ea typeface="+mn-lt"/>
                  <a:cs typeface="Segoe UI Semibold" panose="020B0702040204020203" pitchFamily="34" charset="0"/>
                </a:rPr>
                <a:t>Ready</a:t>
              </a:r>
            </a:p>
            <a:p>
              <a:pPr algn="ctr" defTabSz="914400">
                <a:defRPr/>
              </a:pPr>
              <a:endParaRPr lang="en-US" sz="1600" b="1" dirty="0">
                <a:solidFill>
                  <a:srgbClr val="243A5E"/>
                </a:solidFill>
                <a:latin typeface="Segoe UI Semibold" panose="020B0702040204020203" pitchFamily="34" charset="0"/>
                <a:ea typeface="+mn-lt"/>
                <a:cs typeface="Segoe UI Semibold" panose="020B0702040204020203" pitchFamily="34" charset="0"/>
              </a:endParaRPr>
            </a:p>
            <a:p>
              <a:pPr marL="171450" indent="-171450">
                <a:buFont typeface="Arial" panose="020B0604020202020204" pitchFamily="34" charset="0"/>
                <a:buChar char="•"/>
                <a:defRPr/>
              </a:pPr>
              <a:r>
                <a:rPr lang="en-US" sz="1200" dirty="0">
                  <a:solidFill>
                    <a:srgbClr val="000000">
                      <a:lumMod val="50000"/>
                    </a:srgbClr>
                  </a:solidFill>
                  <a:ea typeface="+mn-lt"/>
                  <a:cs typeface="Calibri" panose="020F0502020204030204"/>
                </a:rPr>
                <a:t>Azure readiness guide</a:t>
              </a:r>
            </a:p>
            <a:p>
              <a:pPr marL="171450" indent="-171450">
                <a:buFont typeface="Arial" panose="020B0604020202020204" pitchFamily="34" charset="0"/>
                <a:buChar char="•"/>
                <a:defRPr/>
              </a:pPr>
              <a:r>
                <a:rPr lang="en-US" sz="1200" dirty="0">
                  <a:solidFill>
                    <a:srgbClr val="FF0000"/>
                  </a:solidFill>
                  <a:ea typeface="+mn-lt"/>
                  <a:cs typeface="Calibri" panose="020F0502020204030204"/>
                </a:rPr>
                <a:t>First landing zone</a:t>
              </a:r>
            </a:p>
            <a:p>
              <a:pPr marL="171450" indent="-171450">
                <a:buFont typeface="Arial" panose="020B0604020202020204" pitchFamily="34" charset="0"/>
                <a:buChar char="•"/>
                <a:defRPr/>
              </a:pPr>
              <a:r>
                <a:rPr lang="en-US" sz="1200" dirty="0">
                  <a:solidFill>
                    <a:srgbClr val="000000">
                      <a:lumMod val="50000"/>
                    </a:srgbClr>
                  </a:solidFill>
                  <a:ea typeface="+mn-lt"/>
                  <a:cs typeface="Calibri" panose="020F0502020204030204"/>
                </a:rPr>
                <a:t>Expand the blueprint</a:t>
              </a:r>
            </a:p>
            <a:p>
              <a:pPr marL="171450" indent="-171450">
                <a:buFont typeface="Arial" panose="020B0604020202020204" pitchFamily="34" charset="0"/>
                <a:buChar char="•"/>
                <a:defRPr/>
              </a:pPr>
              <a:r>
                <a:rPr lang="en-US" sz="1200" dirty="0">
                  <a:solidFill>
                    <a:srgbClr val="000000">
                      <a:lumMod val="50000"/>
                    </a:srgbClr>
                  </a:solidFill>
                  <a:ea typeface="+mn-lt"/>
                  <a:cs typeface="Calibri" panose="020F0502020204030204"/>
                </a:rPr>
                <a:t>Best practice Validation</a:t>
              </a:r>
            </a:p>
          </p:txBody>
        </p:sp>
        <p:sp>
          <p:nvSpPr>
            <p:cNvPr id="14" name="Rectangle: Rounded Corners 13">
              <a:extLst>
                <a:ext uri="{FF2B5EF4-FFF2-40B4-BE49-F238E27FC236}">
                  <a16:creationId xmlns:a16="http://schemas.microsoft.com/office/drawing/2014/main" id="{453BEB2F-B21D-423B-8E73-EF80C91F5539}"/>
                </a:ext>
                <a:ext uri="{C183D7F6-B498-43B3-948B-1728B52AA6E4}">
                  <adec:decorative xmlns:adec="http://schemas.microsoft.com/office/drawing/2017/decorative" val="1"/>
                </a:ext>
              </a:extLst>
            </p:cNvPr>
            <p:cNvSpPr/>
            <p:nvPr/>
          </p:nvSpPr>
          <p:spPr>
            <a:xfrm>
              <a:off x="3471598" y="1408807"/>
              <a:ext cx="2280155" cy="2465124"/>
            </a:xfrm>
            <a:prstGeom prst="roundRect">
              <a:avLst>
                <a:gd name="adj" fmla="val 2546"/>
              </a:avLst>
            </a:prstGeom>
            <a:solidFill>
              <a:srgbClr val="FFFFFF"/>
            </a:solidFill>
            <a:ln w="25400" cap="flat" cmpd="sng" algn="ctr">
              <a:solidFill>
                <a:srgbClr val="243A5E"/>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sp>
          <p:nvSpPr>
            <p:cNvPr id="15" name="TextBox 14">
              <a:extLst>
                <a:ext uri="{FF2B5EF4-FFF2-40B4-BE49-F238E27FC236}">
                  <a16:creationId xmlns:a16="http://schemas.microsoft.com/office/drawing/2014/main" id="{626C75A2-FC7E-4C8D-B717-A0C59FEE4CB2}"/>
                </a:ext>
              </a:extLst>
            </p:cNvPr>
            <p:cNvSpPr txBox="1"/>
            <p:nvPr/>
          </p:nvSpPr>
          <p:spPr>
            <a:xfrm>
              <a:off x="3462298" y="2014253"/>
              <a:ext cx="2347393" cy="12926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defTabSz="914400">
                <a:defRPr/>
              </a:pPr>
              <a:r>
                <a:rPr lang="en-US" sz="1600" b="1" dirty="0">
                  <a:solidFill>
                    <a:srgbClr val="243A5E"/>
                  </a:solidFill>
                  <a:latin typeface="Segoe UI Semibold" panose="020B0702040204020203" pitchFamily="34" charset="0"/>
                  <a:ea typeface="+mn-lt"/>
                  <a:cs typeface="Segoe UI Semibold" panose="020B0702040204020203" pitchFamily="34" charset="0"/>
                </a:rPr>
                <a:t>Plan</a:t>
              </a:r>
            </a:p>
            <a:p>
              <a:pPr algn="ctr" defTabSz="914400">
                <a:defRPr/>
              </a:pPr>
              <a:endParaRPr lang="en-US" sz="1400" b="1" dirty="0">
                <a:solidFill>
                  <a:srgbClr val="243A5E"/>
                </a:solidFill>
                <a:latin typeface="Segoe UI Semibold" panose="020B0702040204020203" pitchFamily="34" charset="0"/>
                <a:ea typeface="+mn-lt"/>
                <a:cs typeface="Segoe UI Semibold" panose="020B0702040204020203" pitchFamily="34" charset="0"/>
              </a:endParaRPr>
            </a:p>
            <a:p>
              <a:pPr marL="171450" indent="-171450">
                <a:buFont typeface="Arial" panose="020B0604020202020204" pitchFamily="34" charset="0"/>
                <a:buChar char="•"/>
                <a:defRPr/>
              </a:pPr>
              <a:r>
                <a:rPr lang="en-US" sz="1200" dirty="0">
                  <a:solidFill>
                    <a:srgbClr val="FF0000"/>
                  </a:solidFill>
                  <a:ea typeface="+mn-lt"/>
                  <a:cs typeface="Calibri" panose="020F0502020204030204"/>
                </a:rPr>
                <a:t>Digital estate</a:t>
              </a:r>
            </a:p>
            <a:p>
              <a:pPr marL="171450" indent="-171450">
                <a:buFont typeface="Arial" panose="020B0604020202020204" pitchFamily="34" charset="0"/>
                <a:buChar char="•"/>
                <a:defRPr/>
              </a:pPr>
              <a:r>
                <a:rPr lang="en-US" sz="1200" dirty="0">
                  <a:solidFill>
                    <a:srgbClr val="000000">
                      <a:lumMod val="50000"/>
                    </a:srgbClr>
                  </a:solidFill>
                  <a:ea typeface="+mn-lt"/>
                  <a:cs typeface="Calibri" panose="020F0502020204030204"/>
                </a:rPr>
                <a:t>Initial organization alignment</a:t>
              </a:r>
            </a:p>
            <a:p>
              <a:pPr marL="171450" indent="-171450">
                <a:buFont typeface="Arial" panose="020B0604020202020204" pitchFamily="34" charset="0"/>
                <a:buChar char="•"/>
                <a:defRPr/>
              </a:pPr>
              <a:r>
                <a:rPr lang="en-US" sz="1200" dirty="0">
                  <a:solidFill>
                    <a:srgbClr val="000000">
                      <a:lumMod val="50000"/>
                    </a:srgbClr>
                  </a:solidFill>
                  <a:ea typeface="+mn-lt"/>
                  <a:cs typeface="Calibri" panose="020F0502020204030204"/>
                </a:rPr>
                <a:t>Skills readiness plan</a:t>
              </a:r>
            </a:p>
            <a:p>
              <a:pPr marL="171450" indent="-171450">
                <a:buFont typeface="Arial" panose="020B0604020202020204" pitchFamily="34" charset="0"/>
                <a:buChar char="•"/>
                <a:defRPr/>
              </a:pPr>
              <a:r>
                <a:rPr lang="en-US" sz="1200" dirty="0">
                  <a:solidFill>
                    <a:srgbClr val="000000">
                      <a:lumMod val="50000"/>
                    </a:srgbClr>
                  </a:solidFill>
                  <a:ea typeface="+mn-lt"/>
                  <a:cs typeface="Calibri" panose="020F0502020204030204"/>
                </a:rPr>
                <a:t>Cloud adoption plan</a:t>
              </a:r>
            </a:p>
          </p:txBody>
        </p:sp>
        <p:sp>
          <p:nvSpPr>
            <p:cNvPr id="17" name="Rectangle 16">
              <a:extLst>
                <a:ext uri="{FF2B5EF4-FFF2-40B4-BE49-F238E27FC236}">
                  <a16:creationId xmlns:a16="http://schemas.microsoft.com/office/drawing/2014/main" id="{3B075E2D-E867-448F-BEF0-A576D1ACE2BF}"/>
                </a:ext>
              </a:extLst>
            </p:cNvPr>
            <p:cNvSpPr/>
            <p:nvPr/>
          </p:nvSpPr>
          <p:spPr>
            <a:xfrm>
              <a:off x="8912790" y="1824615"/>
              <a:ext cx="2355005" cy="338554"/>
            </a:xfrm>
            <a:prstGeom prst="rect">
              <a:avLst/>
            </a:prstGeom>
          </p:spPr>
          <p:txBody>
            <a:bodyPr wrap="square" anchor="t">
              <a:spAutoFit/>
            </a:bodyPr>
            <a:lstStyle/>
            <a:p>
              <a:pPr algn="ctr" defTabSz="914400">
                <a:defRPr/>
              </a:pPr>
              <a:r>
                <a:rPr lang="en-US" sz="1600" b="1">
                  <a:solidFill>
                    <a:srgbClr val="243A5E"/>
                  </a:solidFill>
                  <a:latin typeface="Segoe UI Semibold" panose="020B0702040204020203" pitchFamily="34" charset="0"/>
                  <a:ea typeface="+mn-lt"/>
                  <a:cs typeface="Segoe UI Semibold" panose="020B0702040204020203" pitchFamily="34" charset="0"/>
                </a:rPr>
                <a:t>Adopt</a:t>
              </a:r>
            </a:p>
          </p:txBody>
        </p:sp>
        <p:sp>
          <p:nvSpPr>
            <p:cNvPr id="18" name="check 3">
              <a:extLst>
                <a:ext uri="{FF2B5EF4-FFF2-40B4-BE49-F238E27FC236}">
                  <a16:creationId xmlns:a16="http://schemas.microsoft.com/office/drawing/2014/main" id="{D4006038-A6A1-4202-9225-A8A9DDB4466F}"/>
                </a:ext>
                <a:ext uri="{C183D7F6-B498-43B3-948B-1728B52AA6E4}">
                  <adec:decorative xmlns:adec="http://schemas.microsoft.com/office/drawing/2017/decorative" val="1"/>
                </a:ext>
              </a:extLst>
            </p:cNvPr>
            <p:cNvSpPr>
              <a:spLocks noChangeAspect="1" noEditPoints="1"/>
            </p:cNvSpPr>
            <p:nvPr/>
          </p:nvSpPr>
          <p:spPr bwMode="auto">
            <a:xfrm>
              <a:off x="7170259" y="1568644"/>
              <a:ext cx="367893" cy="365760"/>
            </a:xfrm>
            <a:custGeom>
              <a:avLst/>
              <a:gdLst>
                <a:gd name="T0" fmla="*/ 250 w 250"/>
                <a:gd name="T1" fmla="*/ 125 h 250"/>
                <a:gd name="T2" fmla="*/ 125 w 250"/>
                <a:gd name="T3" fmla="*/ 250 h 250"/>
                <a:gd name="T4" fmla="*/ 0 w 250"/>
                <a:gd name="T5" fmla="*/ 125 h 250"/>
                <a:gd name="T6" fmla="*/ 125 w 250"/>
                <a:gd name="T7" fmla="*/ 0 h 250"/>
                <a:gd name="T8" fmla="*/ 250 w 250"/>
                <a:gd name="T9" fmla="*/ 125 h 250"/>
                <a:gd name="T10" fmla="*/ 60 w 250"/>
                <a:gd name="T11" fmla="*/ 125 h 250"/>
                <a:gd name="T12" fmla="*/ 100 w 250"/>
                <a:gd name="T13" fmla="*/ 165 h 250"/>
                <a:gd name="T14" fmla="*/ 190 w 250"/>
                <a:gd name="T15" fmla="*/ 74 h 2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0" h="250">
                  <a:moveTo>
                    <a:pt x="250" y="125"/>
                  </a:moveTo>
                  <a:cubicBezTo>
                    <a:pt x="250" y="194"/>
                    <a:pt x="194" y="250"/>
                    <a:pt x="125" y="250"/>
                  </a:cubicBezTo>
                  <a:cubicBezTo>
                    <a:pt x="56" y="250"/>
                    <a:pt x="0" y="194"/>
                    <a:pt x="0" y="125"/>
                  </a:cubicBezTo>
                  <a:cubicBezTo>
                    <a:pt x="0" y="56"/>
                    <a:pt x="56" y="0"/>
                    <a:pt x="125" y="0"/>
                  </a:cubicBezTo>
                  <a:cubicBezTo>
                    <a:pt x="194" y="0"/>
                    <a:pt x="250" y="56"/>
                    <a:pt x="250" y="125"/>
                  </a:cubicBezTo>
                  <a:close/>
                  <a:moveTo>
                    <a:pt x="60" y="125"/>
                  </a:moveTo>
                  <a:cubicBezTo>
                    <a:pt x="100" y="165"/>
                    <a:pt x="100" y="165"/>
                    <a:pt x="100" y="165"/>
                  </a:cubicBezTo>
                  <a:cubicBezTo>
                    <a:pt x="190" y="74"/>
                    <a:pt x="190" y="74"/>
                    <a:pt x="190" y="74"/>
                  </a:cubicBezTo>
                </a:path>
              </a:pathLst>
            </a:custGeom>
            <a:noFill/>
            <a:ln w="19050" cap="sq">
              <a:solidFill>
                <a:srgbClr val="243A5E"/>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19" name="BulletedList_E8FD">
              <a:extLst>
                <a:ext uri="{FF2B5EF4-FFF2-40B4-BE49-F238E27FC236}">
                  <a16:creationId xmlns:a16="http://schemas.microsoft.com/office/drawing/2014/main" id="{A7F2950E-0A29-4FC0-8AB2-754A69CC1D57}"/>
                </a:ext>
                <a:ext uri="{C183D7F6-B498-43B3-948B-1728B52AA6E4}">
                  <adec:decorative xmlns:adec="http://schemas.microsoft.com/office/drawing/2017/decorative" val="1"/>
                </a:ext>
              </a:extLst>
            </p:cNvPr>
            <p:cNvSpPr>
              <a:spLocks noChangeAspect="1" noEditPoints="1"/>
            </p:cNvSpPr>
            <p:nvPr/>
          </p:nvSpPr>
          <p:spPr bwMode="auto">
            <a:xfrm>
              <a:off x="4430015" y="1622839"/>
              <a:ext cx="363321" cy="257370"/>
            </a:xfrm>
            <a:custGeom>
              <a:avLst/>
              <a:gdLst>
                <a:gd name="T0" fmla="*/ 1321 w 7040"/>
                <a:gd name="T1" fmla="*/ 0 h 3963"/>
                <a:gd name="T2" fmla="*/ 7040 w 7040"/>
                <a:gd name="T3" fmla="*/ 0 h 3963"/>
                <a:gd name="T4" fmla="*/ 0 w 7040"/>
                <a:gd name="T5" fmla="*/ 0 h 3963"/>
                <a:gd name="T6" fmla="*/ 442 w 7040"/>
                <a:gd name="T7" fmla="*/ 0 h 3963"/>
                <a:gd name="T8" fmla="*/ 1321 w 7040"/>
                <a:gd name="T9" fmla="*/ 1321 h 3963"/>
                <a:gd name="T10" fmla="*/ 7040 w 7040"/>
                <a:gd name="T11" fmla="*/ 1321 h 3963"/>
                <a:gd name="T12" fmla="*/ 0 w 7040"/>
                <a:gd name="T13" fmla="*/ 1321 h 3963"/>
                <a:gd name="T14" fmla="*/ 442 w 7040"/>
                <a:gd name="T15" fmla="*/ 1321 h 3963"/>
                <a:gd name="T16" fmla="*/ 1321 w 7040"/>
                <a:gd name="T17" fmla="*/ 2643 h 3963"/>
                <a:gd name="T18" fmla="*/ 7040 w 7040"/>
                <a:gd name="T19" fmla="*/ 2643 h 3963"/>
                <a:gd name="T20" fmla="*/ 0 w 7040"/>
                <a:gd name="T21" fmla="*/ 2643 h 3963"/>
                <a:gd name="T22" fmla="*/ 442 w 7040"/>
                <a:gd name="T23" fmla="*/ 2643 h 3963"/>
                <a:gd name="T24" fmla="*/ 1321 w 7040"/>
                <a:gd name="T25" fmla="*/ 3963 h 3963"/>
                <a:gd name="T26" fmla="*/ 7040 w 7040"/>
                <a:gd name="T27" fmla="*/ 3963 h 3963"/>
                <a:gd name="T28" fmla="*/ 0 w 7040"/>
                <a:gd name="T29" fmla="*/ 3963 h 3963"/>
                <a:gd name="T30" fmla="*/ 442 w 7040"/>
                <a:gd name="T31" fmla="*/ 3963 h 3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040" h="3963">
                  <a:moveTo>
                    <a:pt x="1321" y="0"/>
                  </a:moveTo>
                  <a:lnTo>
                    <a:pt x="7040" y="0"/>
                  </a:lnTo>
                  <a:moveTo>
                    <a:pt x="0" y="0"/>
                  </a:moveTo>
                  <a:lnTo>
                    <a:pt x="442" y="0"/>
                  </a:lnTo>
                  <a:moveTo>
                    <a:pt x="1321" y="1321"/>
                  </a:moveTo>
                  <a:lnTo>
                    <a:pt x="7040" y="1321"/>
                  </a:lnTo>
                  <a:moveTo>
                    <a:pt x="0" y="1321"/>
                  </a:moveTo>
                  <a:lnTo>
                    <a:pt x="442" y="1321"/>
                  </a:lnTo>
                  <a:moveTo>
                    <a:pt x="1321" y="2643"/>
                  </a:moveTo>
                  <a:lnTo>
                    <a:pt x="7040" y="2643"/>
                  </a:lnTo>
                  <a:moveTo>
                    <a:pt x="0" y="2643"/>
                  </a:moveTo>
                  <a:lnTo>
                    <a:pt x="442" y="2643"/>
                  </a:lnTo>
                  <a:moveTo>
                    <a:pt x="1321" y="3963"/>
                  </a:moveTo>
                  <a:lnTo>
                    <a:pt x="7040" y="3963"/>
                  </a:lnTo>
                  <a:moveTo>
                    <a:pt x="0" y="3963"/>
                  </a:moveTo>
                  <a:lnTo>
                    <a:pt x="442" y="3963"/>
                  </a:lnTo>
                </a:path>
              </a:pathLst>
            </a:custGeom>
            <a:noFill/>
            <a:ln w="19050" cap="flat">
              <a:solidFill>
                <a:srgbClr val="243A5E"/>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0" name="arrow_3">
              <a:extLst>
                <a:ext uri="{FF2B5EF4-FFF2-40B4-BE49-F238E27FC236}">
                  <a16:creationId xmlns:a16="http://schemas.microsoft.com/office/drawing/2014/main" id="{9052DF25-402C-47BB-8E64-78A94343DCEB}"/>
                </a:ext>
                <a:ext uri="{C183D7F6-B498-43B3-948B-1728B52AA6E4}">
                  <adec:decorative xmlns:adec="http://schemas.microsoft.com/office/drawing/2017/decorative" val="1"/>
                </a:ext>
              </a:extLst>
            </p:cNvPr>
            <p:cNvSpPr>
              <a:spLocks noChangeAspect="1" noEditPoints="1"/>
            </p:cNvSpPr>
            <p:nvPr/>
          </p:nvSpPr>
          <p:spPr bwMode="auto">
            <a:xfrm>
              <a:off x="10010454" y="1563225"/>
              <a:ext cx="159678" cy="274998"/>
            </a:xfrm>
            <a:custGeom>
              <a:avLst/>
              <a:gdLst>
                <a:gd name="T0" fmla="*/ 144 w 144"/>
                <a:gd name="T1" fmla="*/ 132 h 248"/>
                <a:gd name="T2" fmla="*/ 72 w 144"/>
                <a:gd name="T3" fmla="*/ 203 h 248"/>
                <a:gd name="T4" fmla="*/ 0 w 144"/>
                <a:gd name="T5" fmla="*/ 132 h 248"/>
                <a:gd name="T6" fmla="*/ 72 w 144"/>
                <a:gd name="T7" fmla="*/ 203 h 248"/>
                <a:gd name="T8" fmla="*/ 72 w 144"/>
                <a:gd name="T9" fmla="*/ 0 h 248"/>
                <a:gd name="T10" fmla="*/ 0 w 144"/>
                <a:gd name="T11" fmla="*/ 248 h 248"/>
                <a:gd name="T12" fmla="*/ 144 w 144"/>
                <a:gd name="T13" fmla="*/ 248 h 248"/>
              </a:gdLst>
              <a:ahLst/>
              <a:cxnLst>
                <a:cxn ang="0">
                  <a:pos x="T0" y="T1"/>
                </a:cxn>
                <a:cxn ang="0">
                  <a:pos x="T2" y="T3"/>
                </a:cxn>
                <a:cxn ang="0">
                  <a:pos x="T4" y="T5"/>
                </a:cxn>
                <a:cxn ang="0">
                  <a:pos x="T6" y="T7"/>
                </a:cxn>
                <a:cxn ang="0">
                  <a:pos x="T8" y="T9"/>
                </a:cxn>
                <a:cxn ang="0">
                  <a:pos x="T10" y="T11"/>
                </a:cxn>
                <a:cxn ang="0">
                  <a:pos x="T12" y="T13"/>
                </a:cxn>
              </a:cxnLst>
              <a:rect l="0" t="0" r="r" b="b"/>
              <a:pathLst>
                <a:path w="144" h="248">
                  <a:moveTo>
                    <a:pt x="144" y="132"/>
                  </a:moveTo>
                  <a:lnTo>
                    <a:pt x="72" y="203"/>
                  </a:lnTo>
                  <a:lnTo>
                    <a:pt x="0" y="132"/>
                  </a:lnTo>
                  <a:moveTo>
                    <a:pt x="72" y="203"/>
                  </a:moveTo>
                  <a:lnTo>
                    <a:pt x="72" y="0"/>
                  </a:lnTo>
                  <a:moveTo>
                    <a:pt x="0" y="248"/>
                  </a:moveTo>
                  <a:lnTo>
                    <a:pt x="144" y="248"/>
                  </a:lnTo>
                </a:path>
              </a:pathLst>
            </a:custGeom>
            <a:noFill/>
            <a:ln w="19050" cap="sq">
              <a:solidFill>
                <a:srgbClr val="243A5E"/>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gradFill>
                  <a:gsLst>
                    <a:gs pos="0">
                      <a:srgbClr val="505050"/>
                    </a:gs>
                    <a:gs pos="100000">
                      <a:srgbClr val="505050"/>
                    </a:gs>
                  </a:gsLst>
                  <a:lin ang="5400000" scaled="1"/>
                </a:gradFill>
                <a:effectLst/>
                <a:uLnTx/>
                <a:uFillTx/>
              </a:endParaRPr>
            </a:p>
          </p:txBody>
        </p:sp>
        <p:sp>
          <p:nvSpPr>
            <p:cNvPr id="21" name="Rectangle: Rounded Corners 20">
              <a:extLst>
                <a:ext uri="{FF2B5EF4-FFF2-40B4-BE49-F238E27FC236}">
                  <a16:creationId xmlns:a16="http://schemas.microsoft.com/office/drawing/2014/main" id="{094C4787-4B51-4118-99BD-9EE988004554}"/>
                </a:ext>
                <a:ext uri="{C183D7F6-B498-43B3-948B-1728B52AA6E4}">
                  <adec:decorative xmlns:adec="http://schemas.microsoft.com/office/drawing/2017/decorative" val="1"/>
                </a:ext>
              </a:extLst>
            </p:cNvPr>
            <p:cNvSpPr/>
            <p:nvPr/>
          </p:nvSpPr>
          <p:spPr>
            <a:xfrm>
              <a:off x="707340" y="1408807"/>
              <a:ext cx="2280155" cy="2465124"/>
            </a:xfrm>
            <a:prstGeom prst="roundRect">
              <a:avLst>
                <a:gd name="adj" fmla="val 2546"/>
              </a:avLst>
            </a:prstGeom>
            <a:solidFill>
              <a:srgbClr val="FFFFFF"/>
            </a:solidFill>
            <a:ln w="25400" cap="flat" cmpd="sng" algn="ctr">
              <a:solidFill>
                <a:srgbClr val="243A5E"/>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sp>
          <p:nvSpPr>
            <p:cNvPr id="22" name="TextBox 21">
              <a:extLst>
                <a:ext uri="{FF2B5EF4-FFF2-40B4-BE49-F238E27FC236}">
                  <a16:creationId xmlns:a16="http://schemas.microsoft.com/office/drawing/2014/main" id="{6D627CE2-33EE-4691-B67D-FDF8AC4DC563}"/>
                </a:ext>
              </a:extLst>
            </p:cNvPr>
            <p:cNvSpPr txBox="1"/>
            <p:nvPr/>
          </p:nvSpPr>
          <p:spPr>
            <a:xfrm>
              <a:off x="738334" y="2014253"/>
              <a:ext cx="2211913" cy="12926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243A5E"/>
                  </a:solidFill>
                  <a:effectLst/>
                  <a:uLnTx/>
                  <a:uFillTx/>
                  <a:latin typeface="Segoe UI Semibold"/>
                  <a:ea typeface="+mn-lt"/>
                  <a:cs typeface="Segoe UI Semibold"/>
                </a:rPr>
                <a:t>Define Strategy</a:t>
              </a:r>
              <a:endParaRPr kumimoji="0" lang="en-US" sz="1600" b="1" i="0" u="none" strike="noStrike" kern="0" cap="none" spc="0" normalizeH="0" baseline="0" noProof="0" dirty="0">
                <a:ln>
                  <a:noFill/>
                </a:ln>
                <a:solidFill>
                  <a:srgbClr val="243A5E"/>
                </a:solidFill>
                <a:effectLst/>
                <a:uLnTx/>
                <a:uFillTx/>
                <a:latin typeface="Segoe UI Semibold" panose="020B0702040204020203" pitchFamily="34" charset="0"/>
                <a:ea typeface="+mn-lt"/>
                <a:cs typeface="Segoe UI Semibold" panose="020B0702040204020203"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dirty="0">
                <a:ln>
                  <a:noFill/>
                </a:ln>
                <a:solidFill>
                  <a:srgbClr val="243A5E"/>
                </a:solidFill>
                <a:effectLst/>
                <a:uLnTx/>
                <a:uFillTx/>
                <a:latin typeface="Segoe UI Semibold" panose="020B0702040204020203" pitchFamily="34" charset="0"/>
                <a:ea typeface="+mn-lt"/>
                <a:cs typeface="Segoe UI Semibold" panose="020B0702040204020203" pitchFamily="34" charset="0"/>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FF0000"/>
                  </a:solidFill>
                  <a:effectLst/>
                  <a:uLnTx/>
                  <a:uFillTx/>
                  <a:ea typeface="+mn-lt"/>
                  <a:cs typeface="Calibri" panose="020F0502020204030204"/>
                </a:rPr>
                <a:t>Understand motivations</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FF0000"/>
                  </a:solidFill>
                  <a:effectLst/>
                  <a:uLnTx/>
                  <a:uFillTx/>
                  <a:ea typeface="+mn-lt"/>
                  <a:cs typeface="Calibri" panose="020F0502020204030204"/>
                </a:rPr>
                <a:t>Business outcomes</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lumMod val="50000"/>
                    </a:srgbClr>
                  </a:solidFill>
                  <a:effectLst/>
                  <a:uLnTx/>
                  <a:uFillTx/>
                  <a:ea typeface="+mn-lt"/>
                  <a:cs typeface="Calibri" panose="020F0502020204030204"/>
                </a:rPr>
                <a:t>Business justification</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lumMod val="50000"/>
                    </a:srgbClr>
                  </a:solidFill>
                  <a:effectLst/>
                  <a:uLnTx/>
                  <a:uFillTx/>
                  <a:ea typeface="+mn-lt"/>
                  <a:cs typeface="Calibri" panose="020F0502020204030204"/>
                </a:rPr>
                <a:t>Prioritize project</a:t>
              </a:r>
              <a:endParaRPr kumimoji="0" lang="en-US" sz="1200" b="0" i="0" u="none" strike="noStrike" kern="0" cap="none" spc="0" normalizeH="0" baseline="0" noProof="0" dirty="0">
                <a:ln>
                  <a:noFill/>
                </a:ln>
                <a:solidFill>
                  <a:srgbClr val="000000"/>
                </a:solidFill>
                <a:effectLst/>
                <a:uLnTx/>
                <a:uFillTx/>
              </a:endParaRPr>
            </a:p>
          </p:txBody>
        </p:sp>
        <p:sp>
          <p:nvSpPr>
            <p:cNvPr id="23" name="plan">
              <a:extLst>
                <a:ext uri="{FF2B5EF4-FFF2-40B4-BE49-F238E27FC236}">
                  <a16:creationId xmlns:a16="http://schemas.microsoft.com/office/drawing/2014/main" id="{9325B829-7C44-4998-B7D7-D0245D077D78}"/>
                </a:ext>
                <a:ext uri="{C183D7F6-B498-43B3-948B-1728B52AA6E4}">
                  <adec:decorative xmlns:adec="http://schemas.microsoft.com/office/drawing/2017/decorative" val="1"/>
                </a:ext>
              </a:extLst>
            </p:cNvPr>
            <p:cNvSpPr>
              <a:spLocks noChangeAspect="1" noEditPoints="1"/>
            </p:cNvSpPr>
            <p:nvPr/>
          </p:nvSpPr>
          <p:spPr bwMode="auto">
            <a:xfrm>
              <a:off x="1683398" y="1586859"/>
              <a:ext cx="328039" cy="329330"/>
            </a:xfrm>
            <a:custGeom>
              <a:avLst/>
              <a:gdLst>
                <a:gd name="T0" fmla="*/ 116 w 352"/>
                <a:gd name="T1" fmla="*/ 117 h 352"/>
                <a:gd name="T2" fmla="*/ 0 w 352"/>
                <a:gd name="T3" fmla="*/ 0 h 352"/>
                <a:gd name="T4" fmla="*/ 116 w 352"/>
                <a:gd name="T5" fmla="*/ 0 h 352"/>
                <a:gd name="T6" fmla="*/ 0 w 352"/>
                <a:gd name="T7" fmla="*/ 117 h 352"/>
                <a:gd name="T8" fmla="*/ 352 w 352"/>
                <a:gd name="T9" fmla="*/ 352 h 352"/>
                <a:gd name="T10" fmla="*/ 235 w 352"/>
                <a:gd name="T11" fmla="*/ 236 h 352"/>
                <a:gd name="T12" fmla="*/ 352 w 352"/>
                <a:gd name="T13" fmla="*/ 236 h 352"/>
                <a:gd name="T14" fmla="*/ 235 w 352"/>
                <a:gd name="T15" fmla="*/ 352 h 352"/>
                <a:gd name="T16" fmla="*/ 66 w 352"/>
                <a:gd name="T17" fmla="*/ 218 h 352"/>
                <a:gd name="T18" fmla="*/ 2 w 352"/>
                <a:gd name="T19" fmla="*/ 282 h 352"/>
                <a:gd name="T20" fmla="*/ 66 w 352"/>
                <a:gd name="T21" fmla="*/ 347 h 352"/>
                <a:gd name="T22" fmla="*/ 130 w 352"/>
                <a:gd name="T23" fmla="*/ 282 h 352"/>
                <a:gd name="T24" fmla="*/ 66 w 352"/>
                <a:gd name="T25" fmla="*/ 218 h 352"/>
                <a:gd name="T26" fmla="*/ 113 w 352"/>
                <a:gd name="T27" fmla="*/ 239 h 352"/>
                <a:gd name="T28" fmla="*/ 345 w 352"/>
                <a:gd name="T29" fmla="*/ 8 h 352"/>
                <a:gd name="T30" fmla="*/ 345 w 352"/>
                <a:gd name="T31" fmla="*/ 83 h 352"/>
                <a:gd name="T32" fmla="*/ 345 w 352"/>
                <a:gd name="T33" fmla="*/ 7 h 352"/>
                <a:gd name="T34" fmla="*/ 269 w 352"/>
                <a:gd name="T35" fmla="*/ 7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52" h="352">
                  <a:moveTo>
                    <a:pt x="116" y="117"/>
                  </a:moveTo>
                  <a:cubicBezTo>
                    <a:pt x="0" y="0"/>
                    <a:pt x="0" y="0"/>
                    <a:pt x="0" y="0"/>
                  </a:cubicBezTo>
                  <a:moveTo>
                    <a:pt x="116" y="0"/>
                  </a:moveTo>
                  <a:cubicBezTo>
                    <a:pt x="0" y="117"/>
                    <a:pt x="0" y="117"/>
                    <a:pt x="0" y="117"/>
                  </a:cubicBezTo>
                  <a:moveTo>
                    <a:pt x="352" y="352"/>
                  </a:moveTo>
                  <a:cubicBezTo>
                    <a:pt x="235" y="236"/>
                    <a:pt x="235" y="236"/>
                    <a:pt x="235" y="236"/>
                  </a:cubicBezTo>
                  <a:moveTo>
                    <a:pt x="352" y="236"/>
                  </a:moveTo>
                  <a:cubicBezTo>
                    <a:pt x="235" y="352"/>
                    <a:pt x="235" y="352"/>
                    <a:pt x="235" y="352"/>
                  </a:cubicBezTo>
                  <a:moveTo>
                    <a:pt x="66" y="218"/>
                  </a:moveTo>
                  <a:cubicBezTo>
                    <a:pt x="30" y="218"/>
                    <a:pt x="2" y="247"/>
                    <a:pt x="2" y="282"/>
                  </a:cubicBezTo>
                  <a:cubicBezTo>
                    <a:pt x="2" y="318"/>
                    <a:pt x="30" y="347"/>
                    <a:pt x="66" y="347"/>
                  </a:cubicBezTo>
                  <a:cubicBezTo>
                    <a:pt x="101" y="347"/>
                    <a:pt x="130" y="318"/>
                    <a:pt x="130" y="282"/>
                  </a:cubicBezTo>
                  <a:cubicBezTo>
                    <a:pt x="130" y="247"/>
                    <a:pt x="101" y="218"/>
                    <a:pt x="66" y="218"/>
                  </a:cubicBezTo>
                  <a:close/>
                  <a:moveTo>
                    <a:pt x="113" y="239"/>
                  </a:moveTo>
                  <a:cubicBezTo>
                    <a:pt x="345" y="8"/>
                    <a:pt x="345" y="8"/>
                    <a:pt x="345" y="8"/>
                  </a:cubicBezTo>
                  <a:moveTo>
                    <a:pt x="345" y="83"/>
                  </a:moveTo>
                  <a:cubicBezTo>
                    <a:pt x="345" y="7"/>
                    <a:pt x="345" y="7"/>
                    <a:pt x="345" y="7"/>
                  </a:cubicBezTo>
                  <a:cubicBezTo>
                    <a:pt x="269" y="7"/>
                    <a:pt x="269" y="7"/>
                    <a:pt x="269" y="7"/>
                  </a:cubicBezTo>
                </a:path>
              </a:pathLst>
            </a:custGeom>
            <a:noFill/>
            <a:ln w="19050" cap="sq">
              <a:solidFill>
                <a:srgbClr val="243A5E"/>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gradFill>
                  <a:gsLst>
                    <a:gs pos="0">
                      <a:srgbClr val="505050"/>
                    </a:gs>
                    <a:gs pos="100000">
                      <a:srgbClr val="505050"/>
                    </a:gs>
                  </a:gsLst>
                  <a:lin ang="5400000" scaled="1"/>
                </a:gradFill>
                <a:effectLst/>
                <a:uLnTx/>
                <a:uFillTx/>
              </a:endParaRPr>
            </a:p>
          </p:txBody>
        </p:sp>
        <p:sp>
          <p:nvSpPr>
            <p:cNvPr id="24" name="Rectangle: Rounded Corners 23">
              <a:extLst>
                <a:ext uri="{FF2B5EF4-FFF2-40B4-BE49-F238E27FC236}">
                  <a16:creationId xmlns:a16="http://schemas.microsoft.com/office/drawing/2014/main" id="{742C3197-E54B-4208-9E35-3DD39A38F9F3}"/>
                </a:ext>
                <a:ext uri="{C183D7F6-B498-43B3-948B-1728B52AA6E4}">
                  <adec:decorative xmlns:adec="http://schemas.microsoft.com/office/drawing/2017/decorative" val="1"/>
                </a:ext>
              </a:extLst>
            </p:cNvPr>
            <p:cNvSpPr/>
            <p:nvPr/>
          </p:nvSpPr>
          <p:spPr>
            <a:xfrm>
              <a:off x="4869461" y="4231488"/>
              <a:ext cx="5016084" cy="1677315"/>
            </a:xfrm>
            <a:prstGeom prst="roundRect">
              <a:avLst>
                <a:gd name="adj" fmla="val 2546"/>
              </a:avLst>
            </a:prstGeom>
            <a:solidFill>
              <a:srgbClr val="FFFFFF"/>
            </a:solidFill>
            <a:ln w="25400" cap="flat" cmpd="sng" algn="ctr">
              <a:solidFill>
                <a:srgbClr val="243A5E"/>
              </a:solidFill>
              <a:prstDash val="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sp>
          <p:nvSpPr>
            <p:cNvPr id="25" name="Rectangle: Rounded Corners 24">
              <a:extLst>
                <a:ext uri="{FF2B5EF4-FFF2-40B4-BE49-F238E27FC236}">
                  <a16:creationId xmlns:a16="http://schemas.microsoft.com/office/drawing/2014/main" id="{4E876A41-769C-4A62-929B-E677AE3ED18B}"/>
                </a:ext>
                <a:ext uri="{C183D7F6-B498-43B3-948B-1728B52AA6E4}">
                  <adec:decorative xmlns:adec="http://schemas.microsoft.com/office/drawing/2017/decorative" val="1"/>
                </a:ext>
              </a:extLst>
            </p:cNvPr>
            <p:cNvSpPr/>
            <p:nvPr/>
          </p:nvSpPr>
          <p:spPr>
            <a:xfrm>
              <a:off x="7457715" y="4357443"/>
              <a:ext cx="2280155" cy="1425404"/>
            </a:xfrm>
            <a:prstGeom prst="roundRect">
              <a:avLst>
                <a:gd name="adj" fmla="val 2546"/>
              </a:avLst>
            </a:prstGeom>
            <a:solidFill>
              <a:srgbClr val="FFFFFF"/>
            </a:solidFill>
            <a:ln w="25400" cap="flat" cmpd="sng" algn="ctr">
              <a:solidFill>
                <a:srgbClr val="243A5E"/>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sp>
          <p:nvSpPr>
            <p:cNvPr id="26" name="TextBox 25">
              <a:extLst>
                <a:ext uri="{FF2B5EF4-FFF2-40B4-BE49-F238E27FC236}">
                  <a16:creationId xmlns:a16="http://schemas.microsoft.com/office/drawing/2014/main" id="{49806DE2-8E40-43C6-ABA8-4A9AE9F3DA0B}"/>
                </a:ext>
              </a:extLst>
            </p:cNvPr>
            <p:cNvSpPr txBox="1"/>
            <p:nvPr/>
          </p:nvSpPr>
          <p:spPr>
            <a:xfrm>
              <a:off x="7464181" y="4974887"/>
              <a:ext cx="2267222" cy="79560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defTabSz="914400">
                <a:defRPr/>
              </a:pPr>
              <a:r>
                <a:rPr lang="en-US" sz="1600" b="1">
                  <a:solidFill>
                    <a:srgbClr val="243A5E"/>
                  </a:solidFill>
                  <a:latin typeface="Segoe UI Semibold" panose="020B0702040204020203" pitchFamily="34" charset="0"/>
                  <a:ea typeface="+mn-lt"/>
                  <a:cs typeface="Segoe UI Semibold" panose="020B0702040204020203" pitchFamily="34" charset="0"/>
                </a:rPr>
                <a:t>Manage</a:t>
              </a:r>
            </a:p>
            <a:p>
              <a:pPr algn="ctr">
                <a:lnSpc>
                  <a:spcPct val="90000"/>
                </a:lnSpc>
                <a:defRPr/>
              </a:pPr>
              <a:r>
                <a:rPr lang="en-US" sz="1100">
                  <a:solidFill>
                    <a:srgbClr val="000000"/>
                  </a:solidFill>
                  <a:ea typeface="+mn-lt"/>
                  <a:cs typeface="Segoe UI" panose="020B0502040204020203" pitchFamily="34" charset="0"/>
                </a:rPr>
                <a:t>Business commitments</a:t>
              </a:r>
            </a:p>
            <a:p>
              <a:pPr algn="ctr">
                <a:lnSpc>
                  <a:spcPct val="90000"/>
                </a:lnSpc>
                <a:defRPr/>
              </a:pPr>
              <a:r>
                <a:rPr lang="en-US" sz="1100">
                  <a:solidFill>
                    <a:srgbClr val="000000"/>
                  </a:solidFill>
                  <a:ea typeface="+mn-lt"/>
                  <a:cs typeface="Segoe UI" panose="020B0502040204020203" pitchFamily="34" charset="0"/>
                </a:rPr>
                <a:t>operations baseline •</a:t>
              </a:r>
              <a:br>
                <a:rPr lang="en-US" sz="1100">
                  <a:solidFill>
                    <a:srgbClr val="000000"/>
                  </a:solidFill>
                  <a:ea typeface="+mn-lt"/>
                  <a:cs typeface="Segoe UI" panose="020B0502040204020203" pitchFamily="34" charset="0"/>
                </a:rPr>
              </a:br>
              <a:r>
                <a:rPr lang="en-US" sz="1100">
                  <a:solidFill>
                    <a:srgbClr val="000000"/>
                  </a:solidFill>
                  <a:ea typeface="+mn-lt"/>
                  <a:cs typeface="Segoe UI" panose="020B0502040204020203" pitchFamily="34" charset="0"/>
                </a:rPr>
                <a:t>Ops maturity</a:t>
              </a:r>
            </a:p>
          </p:txBody>
        </p:sp>
        <p:sp>
          <p:nvSpPr>
            <p:cNvPr id="27" name="Trackers_EADF_bidi">
              <a:extLst>
                <a:ext uri="{FF2B5EF4-FFF2-40B4-BE49-F238E27FC236}">
                  <a16:creationId xmlns:a16="http://schemas.microsoft.com/office/drawing/2014/main" id="{C3D89622-D295-41D6-A4EE-9018C8B94845}"/>
                </a:ext>
                <a:ext uri="{C183D7F6-B498-43B3-948B-1728B52AA6E4}">
                  <adec:decorative xmlns:adec="http://schemas.microsoft.com/office/drawing/2017/decorative" val="1"/>
                </a:ext>
              </a:extLst>
            </p:cNvPr>
            <p:cNvSpPr>
              <a:spLocks noChangeAspect="1" noEditPoints="1"/>
            </p:cNvSpPr>
            <p:nvPr/>
          </p:nvSpPr>
          <p:spPr bwMode="auto">
            <a:xfrm>
              <a:off x="8465876" y="4520267"/>
              <a:ext cx="263832" cy="359746"/>
            </a:xfrm>
            <a:custGeom>
              <a:avLst/>
              <a:gdLst>
                <a:gd name="T0" fmla="*/ 1000 w 2750"/>
                <a:gd name="T1" fmla="*/ 375 h 3750"/>
                <a:gd name="T2" fmla="*/ 1375 w 2750"/>
                <a:gd name="T3" fmla="*/ 0 h 3750"/>
                <a:gd name="T4" fmla="*/ 1750 w 2750"/>
                <a:gd name="T5" fmla="*/ 375 h 3750"/>
                <a:gd name="T6" fmla="*/ 1750 w 2750"/>
                <a:gd name="T7" fmla="*/ 500 h 3750"/>
                <a:gd name="T8" fmla="*/ 2250 w 2750"/>
                <a:gd name="T9" fmla="*/ 500 h 3750"/>
                <a:gd name="T10" fmla="*/ 2250 w 2750"/>
                <a:gd name="T11" fmla="*/ 1000 h 3750"/>
                <a:gd name="T12" fmla="*/ 500 w 2750"/>
                <a:gd name="T13" fmla="*/ 1000 h 3750"/>
                <a:gd name="T14" fmla="*/ 500 w 2750"/>
                <a:gd name="T15" fmla="*/ 500 h 3750"/>
                <a:gd name="T16" fmla="*/ 1000 w 2750"/>
                <a:gd name="T17" fmla="*/ 500 h 3750"/>
                <a:gd name="T18" fmla="*/ 1000 w 2750"/>
                <a:gd name="T19" fmla="*/ 375 h 3750"/>
                <a:gd name="T20" fmla="*/ 500 w 2750"/>
                <a:gd name="T21" fmla="*/ 500 h 3750"/>
                <a:gd name="T22" fmla="*/ 0 w 2750"/>
                <a:gd name="T23" fmla="*/ 500 h 3750"/>
                <a:gd name="T24" fmla="*/ 0 w 2750"/>
                <a:gd name="T25" fmla="*/ 3750 h 3750"/>
                <a:gd name="T26" fmla="*/ 2750 w 2750"/>
                <a:gd name="T27" fmla="*/ 3750 h 3750"/>
                <a:gd name="T28" fmla="*/ 2750 w 2750"/>
                <a:gd name="T29" fmla="*/ 500 h 3750"/>
                <a:gd name="T30" fmla="*/ 2250 w 2750"/>
                <a:gd name="T31" fmla="*/ 500 h 3750"/>
                <a:gd name="T32" fmla="*/ 500 w 2750"/>
                <a:gd name="T33" fmla="*/ 1750 h 3750"/>
                <a:gd name="T34" fmla="*/ 1500 w 2750"/>
                <a:gd name="T35" fmla="*/ 1750 h 3750"/>
                <a:gd name="T36" fmla="*/ 1500 w 2750"/>
                <a:gd name="T37" fmla="*/ 2500 h 3750"/>
                <a:gd name="T38" fmla="*/ 500 w 2750"/>
                <a:gd name="T39" fmla="*/ 2500 h 3750"/>
                <a:gd name="T40" fmla="*/ 1500 w 2750"/>
                <a:gd name="T41" fmla="*/ 3250 h 3750"/>
                <a:gd name="T42" fmla="*/ 500 w 2750"/>
                <a:gd name="T43" fmla="*/ 3250 h 3750"/>
                <a:gd name="T44" fmla="*/ 1750 w 2750"/>
                <a:gd name="T45" fmla="*/ 1500 h 3750"/>
                <a:gd name="T46" fmla="*/ 2000 w 2750"/>
                <a:gd name="T47" fmla="*/ 1750 h 3750"/>
                <a:gd name="T48" fmla="*/ 2375 w 2750"/>
                <a:gd name="T49" fmla="*/ 1375 h 3750"/>
                <a:gd name="T50" fmla="*/ 1750 w 2750"/>
                <a:gd name="T51" fmla="*/ 2250 h 3750"/>
                <a:gd name="T52" fmla="*/ 2000 w 2750"/>
                <a:gd name="T53" fmla="*/ 2500 h 3750"/>
                <a:gd name="T54" fmla="*/ 2375 w 2750"/>
                <a:gd name="T55" fmla="*/ 2125 h 3750"/>
                <a:gd name="T56" fmla="*/ 1750 w 2750"/>
                <a:gd name="T57" fmla="*/ 3000 h 3750"/>
                <a:gd name="T58" fmla="*/ 2000 w 2750"/>
                <a:gd name="T59" fmla="*/ 3250 h 3750"/>
                <a:gd name="T60" fmla="*/ 2375 w 2750"/>
                <a:gd name="T61" fmla="*/ 2875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50" h="3750">
                  <a:moveTo>
                    <a:pt x="1000" y="375"/>
                  </a:moveTo>
                  <a:cubicBezTo>
                    <a:pt x="1000" y="168"/>
                    <a:pt x="1168" y="0"/>
                    <a:pt x="1375" y="0"/>
                  </a:cubicBezTo>
                  <a:cubicBezTo>
                    <a:pt x="1582" y="0"/>
                    <a:pt x="1750" y="168"/>
                    <a:pt x="1750" y="375"/>
                  </a:cubicBezTo>
                  <a:cubicBezTo>
                    <a:pt x="1750" y="500"/>
                    <a:pt x="1750" y="500"/>
                    <a:pt x="1750" y="500"/>
                  </a:cubicBezTo>
                  <a:cubicBezTo>
                    <a:pt x="2250" y="500"/>
                    <a:pt x="2250" y="500"/>
                    <a:pt x="2250" y="500"/>
                  </a:cubicBezTo>
                  <a:cubicBezTo>
                    <a:pt x="2250" y="1000"/>
                    <a:pt x="2250" y="1000"/>
                    <a:pt x="2250" y="1000"/>
                  </a:cubicBezTo>
                  <a:cubicBezTo>
                    <a:pt x="500" y="1000"/>
                    <a:pt x="500" y="1000"/>
                    <a:pt x="500" y="1000"/>
                  </a:cubicBezTo>
                  <a:cubicBezTo>
                    <a:pt x="500" y="500"/>
                    <a:pt x="500" y="500"/>
                    <a:pt x="500" y="500"/>
                  </a:cubicBezTo>
                  <a:cubicBezTo>
                    <a:pt x="1000" y="500"/>
                    <a:pt x="1000" y="500"/>
                    <a:pt x="1000" y="500"/>
                  </a:cubicBezTo>
                  <a:lnTo>
                    <a:pt x="1000" y="375"/>
                  </a:lnTo>
                  <a:close/>
                  <a:moveTo>
                    <a:pt x="500" y="500"/>
                  </a:moveTo>
                  <a:cubicBezTo>
                    <a:pt x="0" y="500"/>
                    <a:pt x="0" y="500"/>
                    <a:pt x="0" y="500"/>
                  </a:cubicBezTo>
                  <a:cubicBezTo>
                    <a:pt x="0" y="3750"/>
                    <a:pt x="0" y="3750"/>
                    <a:pt x="0" y="3750"/>
                  </a:cubicBezTo>
                  <a:cubicBezTo>
                    <a:pt x="2750" y="3750"/>
                    <a:pt x="2750" y="3750"/>
                    <a:pt x="2750" y="3750"/>
                  </a:cubicBezTo>
                  <a:cubicBezTo>
                    <a:pt x="2750" y="500"/>
                    <a:pt x="2750" y="500"/>
                    <a:pt x="2750" y="500"/>
                  </a:cubicBezTo>
                  <a:cubicBezTo>
                    <a:pt x="2250" y="500"/>
                    <a:pt x="2250" y="500"/>
                    <a:pt x="2250" y="500"/>
                  </a:cubicBezTo>
                  <a:moveTo>
                    <a:pt x="500" y="1750"/>
                  </a:moveTo>
                  <a:cubicBezTo>
                    <a:pt x="1500" y="1750"/>
                    <a:pt x="1500" y="1750"/>
                    <a:pt x="1500" y="1750"/>
                  </a:cubicBezTo>
                  <a:moveTo>
                    <a:pt x="1500" y="2500"/>
                  </a:moveTo>
                  <a:cubicBezTo>
                    <a:pt x="500" y="2500"/>
                    <a:pt x="500" y="2500"/>
                    <a:pt x="500" y="2500"/>
                  </a:cubicBezTo>
                  <a:moveTo>
                    <a:pt x="1500" y="3250"/>
                  </a:moveTo>
                  <a:cubicBezTo>
                    <a:pt x="500" y="3250"/>
                    <a:pt x="500" y="3250"/>
                    <a:pt x="500" y="3250"/>
                  </a:cubicBezTo>
                  <a:moveTo>
                    <a:pt x="1750" y="1500"/>
                  </a:moveTo>
                  <a:cubicBezTo>
                    <a:pt x="2000" y="1750"/>
                    <a:pt x="2000" y="1750"/>
                    <a:pt x="2000" y="1750"/>
                  </a:cubicBezTo>
                  <a:cubicBezTo>
                    <a:pt x="2375" y="1375"/>
                    <a:pt x="2375" y="1375"/>
                    <a:pt x="2375" y="1375"/>
                  </a:cubicBezTo>
                  <a:moveTo>
                    <a:pt x="1750" y="2250"/>
                  </a:moveTo>
                  <a:cubicBezTo>
                    <a:pt x="2000" y="2500"/>
                    <a:pt x="2000" y="2500"/>
                    <a:pt x="2000" y="2500"/>
                  </a:cubicBezTo>
                  <a:cubicBezTo>
                    <a:pt x="2375" y="2125"/>
                    <a:pt x="2375" y="2125"/>
                    <a:pt x="2375" y="2125"/>
                  </a:cubicBezTo>
                  <a:moveTo>
                    <a:pt x="1750" y="3000"/>
                  </a:moveTo>
                  <a:cubicBezTo>
                    <a:pt x="2000" y="3250"/>
                    <a:pt x="2000" y="3250"/>
                    <a:pt x="2000" y="3250"/>
                  </a:cubicBezTo>
                  <a:cubicBezTo>
                    <a:pt x="2375" y="2875"/>
                    <a:pt x="2375" y="2875"/>
                    <a:pt x="2375" y="2875"/>
                  </a:cubicBezTo>
                </a:path>
              </a:pathLst>
            </a:custGeom>
            <a:noFill/>
            <a:ln w="19050" cap="flat">
              <a:solidFill>
                <a:srgbClr val="243A5E"/>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8" name="Rectangle: Rounded Corners 27">
              <a:extLst>
                <a:ext uri="{FF2B5EF4-FFF2-40B4-BE49-F238E27FC236}">
                  <a16:creationId xmlns:a16="http://schemas.microsoft.com/office/drawing/2014/main" id="{9FF7E73B-EBA9-4F62-B1A0-16609D96D1D7}"/>
                </a:ext>
                <a:ext uri="{C183D7F6-B498-43B3-948B-1728B52AA6E4}">
                  <adec:decorative xmlns:adec="http://schemas.microsoft.com/office/drawing/2017/decorative" val="1"/>
                </a:ext>
              </a:extLst>
            </p:cNvPr>
            <p:cNvSpPr/>
            <p:nvPr/>
          </p:nvSpPr>
          <p:spPr>
            <a:xfrm>
              <a:off x="5017136" y="4357443"/>
              <a:ext cx="2280155" cy="1425404"/>
            </a:xfrm>
            <a:prstGeom prst="roundRect">
              <a:avLst>
                <a:gd name="adj" fmla="val 2546"/>
              </a:avLst>
            </a:prstGeom>
            <a:solidFill>
              <a:srgbClr val="FFFFFF"/>
            </a:solidFill>
            <a:ln w="25400" cap="flat" cmpd="sng" algn="ctr">
              <a:solidFill>
                <a:srgbClr val="243A5E"/>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sp>
          <p:nvSpPr>
            <p:cNvPr id="29" name="TextBox 28">
              <a:extLst>
                <a:ext uri="{FF2B5EF4-FFF2-40B4-BE49-F238E27FC236}">
                  <a16:creationId xmlns:a16="http://schemas.microsoft.com/office/drawing/2014/main" id="{29444E99-C622-438C-98F3-D1C01C869B84}"/>
                </a:ext>
              </a:extLst>
            </p:cNvPr>
            <p:cNvSpPr txBox="1"/>
            <p:nvPr/>
          </p:nvSpPr>
          <p:spPr>
            <a:xfrm>
              <a:off x="5130804" y="4974887"/>
              <a:ext cx="2052818" cy="7709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defTabSz="914400">
                <a:lnSpc>
                  <a:spcPct val="90000"/>
                </a:lnSpc>
                <a:defRPr/>
              </a:pPr>
              <a:r>
                <a:rPr lang="en-US" sz="1600" b="1">
                  <a:solidFill>
                    <a:srgbClr val="243A5E"/>
                  </a:solidFill>
                  <a:latin typeface="Segoe UI Semibold" panose="020B0702040204020203" pitchFamily="34" charset="0"/>
                  <a:ea typeface="+mn-lt"/>
                  <a:cs typeface="Segoe UI Semibold" panose="020B0702040204020203" pitchFamily="34" charset="0"/>
                </a:rPr>
                <a:t>Govern</a:t>
              </a:r>
            </a:p>
            <a:p>
              <a:pPr algn="ctr">
                <a:lnSpc>
                  <a:spcPct val="90000"/>
                </a:lnSpc>
                <a:defRPr/>
              </a:pPr>
              <a:r>
                <a:rPr lang="en-US" sz="1100">
                  <a:solidFill>
                    <a:srgbClr val="000000"/>
                  </a:solidFill>
                  <a:ea typeface="+mn-lt"/>
                  <a:cs typeface="Segoe UI" panose="020B0502040204020203" pitchFamily="34" charset="0"/>
                </a:rPr>
                <a:t>Methodology • Benchmark</a:t>
              </a:r>
            </a:p>
            <a:p>
              <a:pPr algn="ctr">
                <a:lnSpc>
                  <a:spcPct val="90000"/>
                </a:lnSpc>
                <a:defRPr/>
              </a:pPr>
              <a:r>
                <a:rPr lang="en-US" sz="1100">
                  <a:solidFill>
                    <a:srgbClr val="000000"/>
                  </a:solidFill>
                  <a:ea typeface="+mn-lt"/>
                  <a:cs typeface="Segoe UI" panose="020B0502040204020203" pitchFamily="34" charset="0"/>
                </a:rPr>
                <a:t>initial best practice • Governance maturity</a:t>
              </a:r>
            </a:p>
          </p:txBody>
        </p:sp>
        <p:sp>
          <p:nvSpPr>
            <p:cNvPr id="30" name="Org_ECA6">
              <a:extLst>
                <a:ext uri="{FF2B5EF4-FFF2-40B4-BE49-F238E27FC236}">
                  <a16:creationId xmlns:a16="http://schemas.microsoft.com/office/drawing/2014/main" id="{CD9805DF-1FFC-4175-899B-9A33A494EB42}"/>
                </a:ext>
                <a:ext uri="{C183D7F6-B498-43B3-948B-1728B52AA6E4}">
                  <adec:decorative xmlns:adec="http://schemas.microsoft.com/office/drawing/2017/decorative" val="1"/>
                </a:ext>
              </a:extLst>
            </p:cNvPr>
            <p:cNvSpPr>
              <a:spLocks noChangeAspect="1" noEditPoints="1"/>
            </p:cNvSpPr>
            <p:nvPr/>
          </p:nvSpPr>
          <p:spPr bwMode="auto">
            <a:xfrm>
              <a:off x="5977428" y="4520267"/>
              <a:ext cx="359570" cy="359746"/>
            </a:xfrm>
            <a:custGeom>
              <a:avLst/>
              <a:gdLst>
                <a:gd name="T0" fmla="*/ 1177 w 4117"/>
                <a:gd name="T1" fmla="*/ 4119 h 4119"/>
                <a:gd name="T2" fmla="*/ 0 w 4117"/>
                <a:gd name="T3" fmla="*/ 4119 h 4119"/>
                <a:gd name="T4" fmla="*/ 0 w 4117"/>
                <a:gd name="T5" fmla="*/ 2942 h 4119"/>
                <a:gd name="T6" fmla="*/ 1177 w 4117"/>
                <a:gd name="T7" fmla="*/ 2942 h 4119"/>
                <a:gd name="T8" fmla="*/ 1177 w 4117"/>
                <a:gd name="T9" fmla="*/ 4119 h 4119"/>
                <a:gd name="T10" fmla="*/ 4117 w 4117"/>
                <a:gd name="T11" fmla="*/ 2942 h 4119"/>
                <a:gd name="T12" fmla="*/ 2941 w 4117"/>
                <a:gd name="T13" fmla="*/ 2942 h 4119"/>
                <a:gd name="T14" fmla="*/ 2941 w 4117"/>
                <a:gd name="T15" fmla="*/ 4119 h 4119"/>
                <a:gd name="T16" fmla="*/ 4117 w 4117"/>
                <a:gd name="T17" fmla="*/ 4119 h 4119"/>
                <a:gd name="T18" fmla="*/ 4117 w 4117"/>
                <a:gd name="T19" fmla="*/ 2942 h 4119"/>
                <a:gd name="T20" fmla="*/ 2647 w 4117"/>
                <a:gd name="T21" fmla="*/ 0 h 4119"/>
                <a:gd name="T22" fmla="*/ 1471 w 4117"/>
                <a:gd name="T23" fmla="*/ 0 h 4119"/>
                <a:gd name="T24" fmla="*/ 1471 w 4117"/>
                <a:gd name="T25" fmla="*/ 1177 h 4119"/>
                <a:gd name="T26" fmla="*/ 2647 w 4117"/>
                <a:gd name="T27" fmla="*/ 1177 h 4119"/>
                <a:gd name="T28" fmla="*/ 2647 w 4117"/>
                <a:gd name="T29" fmla="*/ 0 h 4119"/>
                <a:gd name="T30" fmla="*/ 2059 w 4117"/>
                <a:gd name="T31" fmla="*/ 1177 h 4119"/>
                <a:gd name="T32" fmla="*/ 2059 w 4117"/>
                <a:gd name="T33" fmla="*/ 2060 h 4119"/>
                <a:gd name="T34" fmla="*/ 3529 w 4117"/>
                <a:gd name="T35" fmla="*/ 2942 h 4119"/>
                <a:gd name="T36" fmla="*/ 3529 w 4117"/>
                <a:gd name="T37" fmla="*/ 2060 h 4119"/>
                <a:gd name="T38" fmla="*/ 588 w 4117"/>
                <a:gd name="T39" fmla="*/ 2060 h 4119"/>
                <a:gd name="T40" fmla="*/ 588 w 4117"/>
                <a:gd name="T41" fmla="*/ 2942 h 4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117" h="4119">
                  <a:moveTo>
                    <a:pt x="1177" y="4119"/>
                  </a:moveTo>
                  <a:lnTo>
                    <a:pt x="0" y="4119"/>
                  </a:lnTo>
                  <a:lnTo>
                    <a:pt x="0" y="2942"/>
                  </a:lnTo>
                  <a:lnTo>
                    <a:pt x="1177" y="2942"/>
                  </a:lnTo>
                  <a:lnTo>
                    <a:pt x="1177" y="4119"/>
                  </a:lnTo>
                  <a:moveTo>
                    <a:pt x="4117" y="2942"/>
                  </a:moveTo>
                  <a:lnTo>
                    <a:pt x="2941" y="2942"/>
                  </a:lnTo>
                  <a:lnTo>
                    <a:pt x="2941" y="4119"/>
                  </a:lnTo>
                  <a:lnTo>
                    <a:pt x="4117" y="4119"/>
                  </a:lnTo>
                  <a:lnTo>
                    <a:pt x="4117" y="2942"/>
                  </a:lnTo>
                  <a:moveTo>
                    <a:pt x="2647" y="0"/>
                  </a:moveTo>
                  <a:lnTo>
                    <a:pt x="1471" y="0"/>
                  </a:lnTo>
                  <a:lnTo>
                    <a:pt x="1471" y="1177"/>
                  </a:lnTo>
                  <a:lnTo>
                    <a:pt x="2647" y="1177"/>
                  </a:lnTo>
                  <a:lnTo>
                    <a:pt x="2647" y="0"/>
                  </a:lnTo>
                  <a:moveTo>
                    <a:pt x="2059" y="1177"/>
                  </a:moveTo>
                  <a:lnTo>
                    <a:pt x="2059" y="2060"/>
                  </a:lnTo>
                  <a:moveTo>
                    <a:pt x="3529" y="2942"/>
                  </a:moveTo>
                  <a:lnTo>
                    <a:pt x="3529" y="2060"/>
                  </a:lnTo>
                  <a:lnTo>
                    <a:pt x="588" y="2060"/>
                  </a:lnTo>
                  <a:lnTo>
                    <a:pt x="588" y="2942"/>
                  </a:lnTo>
                </a:path>
              </a:pathLst>
            </a:custGeom>
            <a:noFill/>
            <a:ln w="19050" cap="sq">
              <a:solidFill>
                <a:srgbClr val="243A5E"/>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gradFill>
                  <a:gsLst>
                    <a:gs pos="0">
                      <a:srgbClr val="505050"/>
                    </a:gs>
                    <a:gs pos="100000">
                      <a:srgbClr val="505050"/>
                    </a:gs>
                  </a:gsLst>
                  <a:lin ang="5400000" scaled="1"/>
                </a:gradFill>
                <a:effectLst/>
                <a:uLnTx/>
                <a:uFillTx/>
              </a:endParaRPr>
            </a:p>
          </p:txBody>
        </p:sp>
        <p:sp>
          <p:nvSpPr>
            <p:cNvPr id="31" name="TextBox 30">
              <a:extLst>
                <a:ext uri="{FF2B5EF4-FFF2-40B4-BE49-F238E27FC236}">
                  <a16:creationId xmlns:a16="http://schemas.microsoft.com/office/drawing/2014/main" id="{58990A2E-2A20-4CB5-9C04-A42396138D68}"/>
                </a:ext>
              </a:extLst>
            </p:cNvPr>
            <p:cNvSpPr txBox="1"/>
            <p:nvPr/>
          </p:nvSpPr>
          <p:spPr>
            <a:xfrm>
              <a:off x="9417990" y="2094664"/>
              <a:ext cx="165032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defTabSz="914400">
                <a:defRPr/>
              </a:pPr>
              <a:r>
                <a:rPr lang="en-US" sz="1200" b="1" dirty="0">
                  <a:solidFill>
                    <a:srgbClr val="243A5E"/>
                  </a:solidFill>
                  <a:latin typeface="Segoe UI Semibold" panose="020B0702040204020203" pitchFamily="34" charset="0"/>
                  <a:ea typeface="+mn-lt"/>
                  <a:cs typeface="Segoe UI Semibold" panose="020B0702040204020203" pitchFamily="34" charset="0"/>
                </a:rPr>
                <a:t>Migrate</a:t>
              </a:r>
            </a:p>
            <a:p>
              <a:pPr>
                <a:defRPr/>
              </a:pPr>
              <a:r>
                <a:rPr lang="en-US" sz="1000" dirty="0">
                  <a:solidFill>
                    <a:srgbClr val="000000"/>
                  </a:solidFill>
                  <a:ea typeface="+mn-lt"/>
                  <a:cs typeface="Segoe UI" panose="020B0502040204020203" pitchFamily="34" charset="0"/>
                </a:rPr>
                <a:t>• First workload migration</a:t>
              </a:r>
            </a:p>
            <a:p>
              <a:pPr>
                <a:defRPr/>
              </a:pPr>
              <a:r>
                <a:rPr lang="en-US" sz="1000" dirty="0">
                  <a:solidFill>
                    <a:srgbClr val="000000"/>
                  </a:solidFill>
                  <a:ea typeface="+mn-lt"/>
                  <a:cs typeface="Segoe UI" panose="020B0502040204020203" pitchFamily="34" charset="0"/>
                </a:rPr>
                <a:t>• </a:t>
              </a:r>
              <a:r>
                <a:rPr lang="en-US" sz="1000" dirty="0">
                  <a:solidFill>
                    <a:srgbClr val="FF0000"/>
                  </a:solidFill>
                  <a:ea typeface="+mn-lt"/>
                  <a:cs typeface="Segoe UI" panose="020B0502040204020203" pitchFamily="34" charset="0"/>
                </a:rPr>
                <a:t>Expanded scenarios</a:t>
              </a:r>
            </a:p>
            <a:p>
              <a:pPr>
                <a:defRPr/>
              </a:pPr>
              <a:r>
                <a:rPr lang="en-US" sz="1000" dirty="0">
                  <a:solidFill>
                    <a:srgbClr val="000000"/>
                  </a:solidFill>
                  <a:ea typeface="+mn-lt"/>
                  <a:cs typeface="Segoe UI" panose="020B0502040204020203" pitchFamily="34" charset="0"/>
                </a:rPr>
                <a:t>• Best practice validation</a:t>
              </a:r>
            </a:p>
            <a:p>
              <a:pPr>
                <a:defRPr/>
              </a:pPr>
              <a:r>
                <a:rPr lang="en-US" sz="1000" dirty="0">
                  <a:solidFill>
                    <a:srgbClr val="FF0000"/>
                  </a:solidFill>
                  <a:ea typeface="+mn-lt"/>
                  <a:cs typeface="Segoe UI" panose="020B0502040204020203" pitchFamily="34" charset="0"/>
                </a:rPr>
                <a:t>• Process improvements</a:t>
              </a:r>
            </a:p>
          </p:txBody>
        </p:sp>
        <p:sp>
          <p:nvSpPr>
            <p:cNvPr id="32" name="TextBox 31">
              <a:extLst>
                <a:ext uri="{FF2B5EF4-FFF2-40B4-BE49-F238E27FC236}">
                  <a16:creationId xmlns:a16="http://schemas.microsoft.com/office/drawing/2014/main" id="{338A3192-2AB8-4B33-ABA9-5FFAE72DEB72}"/>
                </a:ext>
              </a:extLst>
            </p:cNvPr>
            <p:cNvSpPr txBox="1"/>
            <p:nvPr/>
          </p:nvSpPr>
          <p:spPr>
            <a:xfrm>
              <a:off x="9425020" y="2937154"/>
              <a:ext cx="1610929"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defTabSz="914400">
                <a:defRPr/>
              </a:pPr>
              <a:r>
                <a:rPr lang="en-US" sz="1200" b="1" dirty="0">
                  <a:solidFill>
                    <a:srgbClr val="243A5E"/>
                  </a:solidFill>
                  <a:latin typeface="Segoe UI Semibold" panose="020B0702040204020203" pitchFamily="34" charset="0"/>
                  <a:ea typeface="+mn-lt"/>
                  <a:cs typeface="Segoe UI Semibold" panose="020B0702040204020203" pitchFamily="34" charset="0"/>
                </a:rPr>
                <a:t>Innovate</a:t>
              </a:r>
            </a:p>
            <a:p>
              <a:pPr>
                <a:defRPr/>
              </a:pPr>
              <a:r>
                <a:rPr lang="en-US" sz="1000" dirty="0">
                  <a:solidFill>
                    <a:srgbClr val="000000"/>
                  </a:solidFill>
                  <a:ea typeface="+mn-lt"/>
                  <a:cs typeface="Segoe UI" panose="020B0502040204020203" pitchFamily="34" charset="0"/>
                </a:rPr>
                <a:t>• Innovation guide</a:t>
              </a:r>
            </a:p>
            <a:p>
              <a:pPr>
                <a:defRPr/>
              </a:pPr>
              <a:r>
                <a:rPr lang="en-US" sz="1000" dirty="0">
                  <a:solidFill>
                    <a:srgbClr val="000000"/>
                  </a:solidFill>
                  <a:ea typeface="+mn-lt"/>
                  <a:cs typeface="Segoe UI" panose="020B0502040204020203" pitchFamily="34" charset="0"/>
                </a:rPr>
                <a:t>• </a:t>
              </a:r>
              <a:r>
                <a:rPr lang="en-US" sz="1000" dirty="0">
                  <a:solidFill>
                    <a:srgbClr val="FF0000"/>
                  </a:solidFill>
                  <a:ea typeface="+mn-lt"/>
                  <a:cs typeface="Segoe UI" panose="020B0502040204020203" pitchFamily="34" charset="0"/>
                </a:rPr>
                <a:t>Expanded scenarios</a:t>
              </a:r>
            </a:p>
            <a:p>
              <a:pPr>
                <a:defRPr/>
              </a:pPr>
              <a:r>
                <a:rPr lang="en-US" sz="1000" dirty="0">
                  <a:solidFill>
                    <a:srgbClr val="000000"/>
                  </a:solidFill>
                  <a:ea typeface="+mn-lt"/>
                  <a:cs typeface="Segoe UI" panose="020B0502040204020203" pitchFamily="34" charset="0"/>
                </a:rPr>
                <a:t>• Best practice validation</a:t>
              </a:r>
            </a:p>
            <a:p>
              <a:pPr>
                <a:defRPr/>
              </a:pPr>
              <a:r>
                <a:rPr lang="en-US" sz="1000" dirty="0">
                  <a:solidFill>
                    <a:srgbClr val="000000"/>
                  </a:solidFill>
                  <a:ea typeface="+mn-lt"/>
                  <a:cs typeface="Segoe UI" panose="020B0502040204020203" pitchFamily="34" charset="0"/>
                </a:rPr>
                <a:t>• </a:t>
              </a:r>
              <a:r>
                <a:rPr lang="en-US" sz="1000" dirty="0">
                  <a:solidFill>
                    <a:srgbClr val="FF0000"/>
                  </a:solidFill>
                  <a:ea typeface="+mn-lt"/>
                  <a:cs typeface="Segoe UI" panose="020B0502040204020203" pitchFamily="34" charset="0"/>
                </a:rPr>
                <a:t>Process improvements</a:t>
              </a:r>
            </a:p>
          </p:txBody>
        </p:sp>
        <p:sp>
          <p:nvSpPr>
            <p:cNvPr id="33" name="arrow_25">
              <a:extLst>
                <a:ext uri="{FF2B5EF4-FFF2-40B4-BE49-F238E27FC236}">
                  <a16:creationId xmlns:a16="http://schemas.microsoft.com/office/drawing/2014/main" id="{4FCFEBA1-8B10-44BA-816C-318D6C0E95DB}"/>
                </a:ext>
                <a:ext uri="{C183D7F6-B498-43B3-948B-1728B52AA6E4}">
                  <adec:decorative xmlns:adec="http://schemas.microsoft.com/office/drawing/2017/decorative" val="1"/>
                </a:ext>
              </a:extLst>
            </p:cNvPr>
            <p:cNvSpPr>
              <a:spLocks noChangeAspect="1" noEditPoints="1"/>
            </p:cNvSpPr>
            <p:nvPr/>
          </p:nvSpPr>
          <p:spPr bwMode="auto">
            <a:xfrm>
              <a:off x="9202122" y="2195021"/>
              <a:ext cx="155639" cy="171100"/>
            </a:xfrm>
            <a:custGeom>
              <a:avLst/>
              <a:gdLst>
                <a:gd name="T0" fmla="*/ 58 w 219"/>
                <a:gd name="T1" fmla="*/ 0 h 242"/>
                <a:gd name="T2" fmla="*/ 219 w 219"/>
                <a:gd name="T3" fmla="*/ 0 h 242"/>
                <a:gd name="T4" fmla="*/ 219 w 219"/>
                <a:gd name="T5" fmla="*/ 157 h 242"/>
                <a:gd name="T6" fmla="*/ 219 w 219"/>
                <a:gd name="T7" fmla="*/ 0 h 242"/>
                <a:gd name="T8" fmla="*/ 4 w 219"/>
                <a:gd name="T9" fmla="*/ 233 h 242"/>
                <a:gd name="T10" fmla="*/ 0 w 219"/>
                <a:gd name="T11" fmla="*/ 242 h 242"/>
                <a:gd name="T12" fmla="*/ 0 w 219"/>
                <a:gd name="T13" fmla="*/ 242 h 242"/>
                <a:gd name="T14" fmla="*/ 0 w 219"/>
                <a:gd name="T15" fmla="*/ 242 h 2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9" h="242">
                  <a:moveTo>
                    <a:pt x="58" y="0"/>
                  </a:moveTo>
                  <a:cubicBezTo>
                    <a:pt x="219" y="0"/>
                    <a:pt x="219" y="0"/>
                    <a:pt x="219" y="0"/>
                  </a:cubicBezTo>
                  <a:cubicBezTo>
                    <a:pt x="219" y="157"/>
                    <a:pt x="219" y="157"/>
                    <a:pt x="219" y="157"/>
                  </a:cubicBezTo>
                  <a:moveTo>
                    <a:pt x="219" y="0"/>
                  </a:moveTo>
                  <a:cubicBezTo>
                    <a:pt x="133" y="61"/>
                    <a:pt x="54" y="143"/>
                    <a:pt x="4" y="233"/>
                  </a:cubicBezTo>
                  <a:cubicBezTo>
                    <a:pt x="0" y="242"/>
                    <a:pt x="0" y="242"/>
                    <a:pt x="0" y="242"/>
                  </a:cubicBezTo>
                  <a:cubicBezTo>
                    <a:pt x="0" y="242"/>
                    <a:pt x="0" y="242"/>
                    <a:pt x="0" y="242"/>
                  </a:cubicBezTo>
                  <a:cubicBezTo>
                    <a:pt x="0" y="242"/>
                    <a:pt x="0" y="242"/>
                    <a:pt x="0" y="242"/>
                  </a:cubicBezTo>
                </a:path>
              </a:pathLst>
            </a:custGeom>
            <a:noFill/>
            <a:ln w="19050" cap="sq">
              <a:solidFill>
                <a:srgbClr val="243A5E"/>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gradFill>
                  <a:gsLst>
                    <a:gs pos="0">
                      <a:srgbClr val="505050"/>
                    </a:gs>
                    <a:gs pos="100000">
                      <a:srgbClr val="505050"/>
                    </a:gs>
                  </a:gsLst>
                  <a:lin ang="5400000" scaled="1"/>
                </a:gradFill>
                <a:effectLst/>
                <a:uLnTx/>
                <a:uFillTx/>
              </a:endParaRPr>
            </a:p>
          </p:txBody>
        </p:sp>
        <p:sp>
          <p:nvSpPr>
            <p:cNvPr id="34" name="circle_2">
              <a:extLst>
                <a:ext uri="{FF2B5EF4-FFF2-40B4-BE49-F238E27FC236}">
                  <a16:creationId xmlns:a16="http://schemas.microsoft.com/office/drawing/2014/main" id="{D34F927A-DB78-4325-9A94-8EE68DF3BDAE}"/>
                </a:ext>
                <a:ext uri="{C183D7F6-B498-43B3-948B-1728B52AA6E4}">
                  <adec:decorative xmlns:adec="http://schemas.microsoft.com/office/drawing/2017/decorative" val="1"/>
                </a:ext>
              </a:extLst>
            </p:cNvPr>
            <p:cNvSpPr>
              <a:spLocks noChangeAspect="1" noEditPoints="1"/>
            </p:cNvSpPr>
            <p:nvPr/>
          </p:nvSpPr>
          <p:spPr bwMode="auto">
            <a:xfrm>
              <a:off x="9159902" y="3027281"/>
              <a:ext cx="240079" cy="226741"/>
            </a:xfrm>
            <a:custGeom>
              <a:avLst/>
              <a:gdLst>
                <a:gd name="T0" fmla="*/ 0 w 335"/>
                <a:gd name="T1" fmla="*/ 205 h 316"/>
                <a:gd name="T2" fmla="*/ 111 w 335"/>
                <a:gd name="T3" fmla="*/ 94 h 316"/>
                <a:gd name="T4" fmla="*/ 222 w 335"/>
                <a:gd name="T5" fmla="*/ 205 h 316"/>
                <a:gd name="T6" fmla="*/ 111 w 335"/>
                <a:gd name="T7" fmla="*/ 316 h 316"/>
                <a:gd name="T8" fmla="*/ 0 w 335"/>
                <a:gd name="T9" fmla="*/ 205 h 316"/>
                <a:gd name="T10" fmla="*/ 224 w 335"/>
                <a:gd name="T11" fmla="*/ 316 h 316"/>
                <a:gd name="T12" fmla="*/ 335 w 335"/>
                <a:gd name="T13" fmla="*/ 205 h 316"/>
                <a:gd name="T14" fmla="*/ 224 w 335"/>
                <a:gd name="T15" fmla="*/ 94 h 316"/>
                <a:gd name="T16" fmla="*/ 113 w 335"/>
                <a:gd name="T17" fmla="*/ 205 h 316"/>
                <a:gd name="T18" fmla="*/ 224 w 335"/>
                <a:gd name="T19" fmla="*/ 316 h 316"/>
                <a:gd name="T20" fmla="*/ 167 w 335"/>
                <a:gd name="T21" fmla="*/ 223 h 316"/>
                <a:gd name="T22" fmla="*/ 279 w 335"/>
                <a:gd name="T23" fmla="*/ 111 h 316"/>
                <a:gd name="T24" fmla="*/ 167 w 335"/>
                <a:gd name="T25" fmla="*/ 0 h 316"/>
                <a:gd name="T26" fmla="*/ 56 w 335"/>
                <a:gd name="T27" fmla="*/ 111 h 316"/>
                <a:gd name="T28" fmla="*/ 167 w 335"/>
                <a:gd name="T29" fmla="*/ 223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35" h="316">
                  <a:moveTo>
                    <a:pt x="0" y="205"/>
                  </a:moveTo>
                  <a:cubicBezTo>
                    <a:pt x="0" y="143"/>
                    <a:pt x="49" y="94"/>
                    <a:pt x="111" y="94"/>
                  </a:cubicBezTo>
                  <a:cubicBezTo>
                    <a:pt x="172" y="94"/>
                    <a:pt x="222" y="143"/>
                    <a:pt x="222" y="205"/>
                  </a:cubicBezTo>
                  <a:cubicBezTo>
                    <a:pt x="222" y="266"/>
                    <a:pt x="172" y="316"/>
                    <a:pt x="111" y="316"/>
                  </a:cubicBezTo>
                  <a:cubicBezTo>
                    <a:pt x="49" y="316"/>
                    <a:pt x="0" y="266"/>
                    <a:pt x="0" y="205"/>
                  </a:cubicBezTo>
                  <a:close/>
                  <a:moveTo>
                    <a:pt x="224" y="316"/>
                  </a:moveTo>
                  <a:cubicBezTo>
                    <a:pt x="285" y="316"/>
                    <a:pt x="335" y="266"/>
                    <a:pt x="335" y="205"/>
                  </a:cubicBezTo>
                  <a:cubicBezTo>
                    <a:pt x="335" y="143"/>
                    <a:pt x="285" y="94"/>
                    <a:pt x="224" y="94"/>
                  </a:cubicBezTo>
                  <a:cubicBezTo>
                    <a:pt x="162" y="94"/>
                    <a:pt x="113" y="143"/>
                    <a:pt x="113" y="205"/>
                  </a:cubicBezTo>
                  <a:cubicBezTo>
                    <a:pt x="113" y="266"/>
                    <a:pt x="162" y="316"/>
                    <a:pt x="224" y="316"/>
                  </a:cubicBezTo>
                  <a:close/>
                  <a:moveTo>
                    <a:pt x="167" y="223"/>
                  </a:moveTo>
                  <a:cubicBezTo>
                    <a:pt x="229" y="223"/>
                    <a:pt x="279" y="173"/>
                    <a:pt x="279" y="111"/>
                  </a:cubicBezTo>
                  <a:cubicBezTo>
                    <a:pt x="279" y="50"/>
                    <a:pt x="229" y="0"/>
                    <a:pt x="167" y="0"/>
                  </a:cubicBezTo>
                  <a:cubicBezTo>
                    <a:pt x="106" y="0"/>
                    <a:pt x="56" y="50"/>
                    <a:pt x="56" y="111"/>
                  </a:cubicBezTo>
                  <a:cubicBezTo>
                    <a:pt x="56" y="173"/>
                    <a:pt x="106" y="223"/>
                    <a:pt x="167" y="223"/>
                  </a:cubicBezTo>
                  <a:close/>
                </a:path>
              </a:pathLst>
            </a:custGeom>
            <a:noFill/>
            <a:ln w="19050" cap="sq">
              <a:solidFill>
                <a:srgbClr val="243A5E"/>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gradFill>
                  <a:gsLst>
                    <a:gs pos="0">
                      <a:srgbClr val="505050"/>
                    </a:gs>
                    <a:gs pos="100000">
                      <a:srgbClr val="505050"/>
                    </a:gs>
                  </a:gsLst>
                  <a:lin ang="5400000" scaled="1"/>
                </a:gradFill>
                <a:effectLst/>
                <a:uLnTx/>
                <a:uFillTx/>
              </a:endParaRPr>
            </a:p>
          </p:txBody>
        </p:sp>
        <p:cxnSp>
          <p:nvCxnSpPr>
            <p:cNvPr id="35" name="Straight Arrow Connector 34" descr="Right facing arrow">
              <a:extLst>
                <a:ext uri="{FF2B5EF4-FFF2-40B4-BE49-F238E27FC236}">
                  <a16:creationId xmlns:a16="http://schemas.microsoft.com/office/drawing/2014/main" id="{BCA5DFB3-0C94-4A62-97FF-FEEF624F18A1}"/>
                </a:ext>
              </a:extLst>
            </p:cNvPr>
            <p:cNvCxnSpPr>
              <a:cxnSpLocks/>
              <a:endCxn id="14" idx="1"/>
            </p:cNvCxnSpPr>
            <p:nvPr/>
          </p:nvCxnSpPr>
          <p:spPr>
            <a:xfrm>
              <a:off x="2995613" y="2641369"/>
              <a:ext cx="475985" cy="0"/>
            </a:xfrm>
            <a:prstGeom prst="straightConnector1">
              <a:avLst/>
            </a:prstGeom>
            <a:noFill/>
            <a:ln w="25400" cap="flat" cmpd="sng" algn="ctr">
              <a:solidFill>
                <a:srgbClr val="0078D4"/>
              </a:solidFill>
              <a:prstDash val="solid"/>
              <a:headEnd type="none" w="med" len="sm"/>
              <a:tailEnd type="arrow" w="med" len="sm"/>
            </a:ln>
            <a:effectLst/>
          </p:spPr>
        </p:cxnSp>
        <p:cxnSp>
          <p:nvCxnSpPr>
            <p:cNvPr id="36" name="Straight Arrow Connector 35" descr="Right facing arrow">
              <a:extLst>
                <a:ext uri="{FF2B5EF4-FFF2-40B4-BE49-F238E27FC236}">
                  <a16:creationId xmlns:a16="http://schemas.microsoft.com/office/drawing/2014/main" id="{BB768B92-8ED7-46E9-B527-1A22BC8985A2}"/>
                </a:ext>
              </a:extLst>
            </p:cNvPr>
            <p:cNvCxnSpPr>
              <a:cxnSpLocks/>
              <a:endCxn id="12" idx="1"/>
            </p:cNvCxnSpPr>
            <p:nvPr/>
          </p:nvCxnSpPr>
          <p:spPr>
            <a:xfrm>
              <a:off x="5751513" y="2641369"/>
              <a:ext cx="462615" cy="0"/>
            </a:xfrm>
            <a:prstGeom prst="straightConnector1">
              <a:avLst/>
            </a:prstGeom>
            <a:noFill/>
            <a:ln w="25400" cap="flat" cmpd="sng" algn="ctr">
              <a:solidFill>
                <a:srgbClr val="0078D4"/>
              </a:solidFill>
              <a:prstDash val="solid"/>
              <a:headEnd type="none" w="med" len="sm"/>
              <a:tailEnd type="arrow" w="med" len="sm"/>
            </a:ln>
            <a:effectLst/>
          </p:spPr>
        </p:cxnSp>
        <p:cxnSp>
          <p:nvCxnSpPr>
            <p:cNvPr id="37" name="Straight Arrow Connector 36" descr="Right facing arrow">
              <a:extLst>
                <a:ext uri="{FF2B5EF4-FFF2-40B4-BE49-F238E27FC236}">
                  <a16:creationId xmlns:a16="http://schemas.microsoft.com/office/drawing/2014/main" id="{86A4E3E1-E05F-469B-8A65-F33EE1F45E78}"/>
                </a:ext>
              </a:extLst>
            </p:cNvPr>
            <p:cNvCxnSpPr>
              <a:cxnSpLocks/>
            </p:cNvCxnSpPr>
            <p:nvPr/>
          </p:nvCxnSpPr>
          <p:spPr>
            <a:xfrm flipV="1">
              <a:off x="8495355" y="2421893"/>
              <a:ext cx="435737" cy="158274"/>
            </a:xfrm>
            <a:prstGeom prst="straightConnector1">
              <a:avLst/>
            </a:prstGeom>
            <a:noFill/>
            <a:ln w="25400" cap="flat" cmpd="sng" algn="ctr">
              <a:solidFill>
                <a:srgbClr val="0078D4"/>
              </a:solidFill>
              <a:prstDash val="solid"/>
              <a:headEnd type="none" w="med" len="sm"/>
              <a:tailEnd type="arrow" w="med" len="sm"/>
            </a:ln>
            <a:effectLst/>
          </p:spPr>
        </p:cxnSp>
        <p:cxnSp>
          <p:nvCxnSpPr>
            <p:cNvPr id="38" name="Straight Arrow Connector 37" descr="Right facing arrow">
              <a:extLst>
                <a:ext uri="{FF2B5EF4-FFF2-40B4-BE49-F238E27FC236}">
                  <a16:creationId xmlns:a16="http://schemas.microsoft.com/office/drawing/2014/main" id="{60377E5F-C7D2-46AA-A79B-8F1E171DBAC9}"/>
                </a:ext>
              </a:extLst>
            </p:cNvPr>
            <p:cNvCxnSpPr>
              <a:cxnSpLocks/>
            </p:cNvCxnSpPr>
            <p:nvPr/>
          </p:nvCxnSpPr>
          <p:spPr>
            <a:xfrm>
              <a:off x="8489950" y="2685819"/>
              <a:ext cx="396770" cy="316007"/>
            </a:xfrm>
            <a:prstGeom prst="straightConnector1">
              <a:avLst/>
            </a:prstGeom>
            <a:noFill/>
            <a:ln w="25400" cap="flat" cmpd="sng" algn="ctr">
              <a:solidFill>
                <a:srgbClr val="0078D4"/>
              </a:solidFill>
              <a:prstDash val="solid"/>
              <a:headEnd type="none" w="med" len="sm"/>
              <a:tailEnd type="arrow" w="med" len="sm"/>
            </a:ln>
            <a:effectLst/>
          </p:spPr>
        </p:cxnSp>
        <mc:AlternateContent xmlns:mc="http://schemas.openxmlformats.org/markup-compatibility/2006" xmlns:p14="http://schemas.microsoft.com/office/powerpoint/2010/main">
          <mc:Choice Requires="p14">
            <p:contentPart p14:bwMode="auto" r:id="rId4">
              <p14:nvContentPartPr>
                <p14:cNvPr id="39" name="Ink 38">
                  <a:extLst>
                    <a:ext uri="{FF2B5EF4-FFF2-40B4-BE49-F238E27FC236}">
                      <a16:creationId xmlns:a16="http://schemas.microsoft.com/office/drawing/2014/main" id="{2C48FE22-2F4B-41DF-9E00-B6B3EDDB2505}"/>
                    </a:ext>
                  </a:extLst>
                </p14:cNvPr>
                <p14:cNvContentPartPr/>
                <p14:nvPr/>
              </p14:nvContentPartPr>
              <p14:xfrm>
                <a:off x="2012896" y="1719246"/>
                <a:ext cx="9524" cy="28575"/>
              </p14:xfrm>
            </p:contentPart>
          </mc:Choice>
          <mc:Fallback xmlns="">
            <p:pic>
              <p:nvPicPr>
                <p:cNvPr id="39" name="Ink 38">
                  <a:extLst>
                    <a:ext uri="{FF2B5EF4-FFF2-40B4-BE49-F238E27FC236}">
                      <a16:creationId xmlns:a16="http://schemas.microsoft.com/office/drawing/2014/main" id="{2C48FE22-2F4B-41DF-9E00-B6B3EDDB2505}"/>
                    </a:ext>
                  </a:extLst>
                </p:cNvPr>
                <p:cNvPicPr/>
                <p:nvPr/>
              </p:nvPicPr>
              <p:blipFill>
                <a:blip r:embed="rId5"/>
                <a:stretch>
                  <a:fillRect/>
                </a:stretch>
              </p:blipFill>
              <p:spPr>
                <a:xfrm>
                  <a:off x="2000991" y="1703371"/>
                  <a:ext cx="33096" cy="60008"/>
                </a:xfrm>
                <a:prstGeom prst="rect">
                  <a:avLst/>
                </a:prstGeom>
              </p:spPr>
            </p:pic>
          </mc:Fallback>
        </mc:AlternateContent>
      </p:grpSp>
    </p:spTree>
    <p:extLst>
      <p:ext uri="{BB962C8B-B14F-4D97-AF65-F5344CB8AC3E}">
        <p14:creationId xmlns:p14="http://schemas.microsoft.com/office/powerpoint/2010/main" val="743734741"/>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FABA0-BD48-F087-EBB9-C8C8004A1538}"/>
              </a:ext>
            </a:extLst>
          </p:cNvPr>
          <p:cNvSpPr>
            <a:spLocks noGrp="1"/>
          </p:cNvSpPr>
          <p:nvPr>
            <p:ph type="title"/>
          </p:nvPr>
        </p:nvSpPr>
        <p:spPr/>
        <p:txBody>
          <a:bodyPr/>
          <a:lstStyle/>
          <a:p>
            <a:r>
              <a:rPr lang="en-HK" dirty="0"/>
              <a:t>Planning</a:t>
            </a:r>
          </a:p>
        </p:txBody>
      </p:sp>
      <p:sp>
        <p:nvSpPr>
          <p:cNvPr id="3" name="TextBox 2">
            <a:extLst>
              <a:ext uri="{FF2B5EF4-FFF2-40B4-BE49-F238E27FC236}">
                <a16:creationId xmlns:a16="http://schemas.microsoft.com/office/drawing/2014/main" id="{988A5A08-B549-042F-8AFA-1EF345604CF6}"/>
              </a:ext>
            </a:extLst>
          </p:cNvPr>
          <p:cNvSpPr txBox="1"/>
          <p:nvPr/>
        </p:nvSpPr>
        <p:spPr>
          <a:xfrm>
            <a:off x="418643" y="1120690"/>
            <a:ext cx="6508833" cy="3902607"/>
          </a:xfrm>
          <a:prstGeom prst="rect">
            <a:avLst/>
          </a:prstGeom>
          <a:noFill/>
        </p:spPr>
        <p:txBody>
          <a:bodyPr wrap="none" lIns="182880" tIns="146304" rIns="182880" bIns="146304" rtlCol="0">
            <a:spAutoFit/>
          </a:bodyPr>
          <a:lstStyle/>
          <a:p>
            <a:pPr marL="800083" lvl="1"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Azure suggest Power-Of-10 Approach</a:t>
            </a:r>
          </a:p>
          <a:p>
            <a:pPr marL="800083" lvl="1"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Decisions</a:t>
            </a:r>
          </a:p>
          <a:p>
            <a:pPr marL="1257267" lvl="2"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Items to be migrated</a:t>
            </a:r>
          </a:p>
          <a:p>
            <a:pPr marL="1257267" lvl="2"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Migration approach</a:t>
            </a:r>
          </a:p>
          <a:p>
            <a:pPr marL="1257267" lvl="2"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Requirements</a:t>
            </a:r>
          </a:p>
          <a:p>
            <a:pPr marL="1714450" lvl="3"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highlight>
                  <a:srgbClr val="FFFF00"/>
                </a:highlight>
              </a:rPr>
              <a:t>Compliance</a:t>
            </a:r>
          </a:p>
          <a:p>
            <a:pPr marL="1714450" lvl="3"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SLA</a:t>
            </a:r>
          </a:p>
          <a:p>
            <a:pPr marL="800083" lvl="1" indent="-342900">
              <a:lnSpc>
                <a:spcPct val="90000"/>
              </a:lnSpc>
              <a:spcAft>
                <a:spcPts val="600"/>
              </a:spcAft>
              <a:buFont typeface="Arial" panose="020B0604020202020204" pitchFamily="34" charset="0"/>
              <a:buChar char="•"/>
            </a:pPr>
            <a:r>
              <a:rPr lang="en-HK" sz="2400" dirty="0">
                <a:gradFill>
                  <a:gsLst>
                    <a:gs pos="2917">
                      <a:schemeClr val="tx1"/>
                    </a:gs>
                    <a:gs pos="30000">
                      <a:schemeClr val="tx1"/>
                    </a:gs>
                  </a:gsLst>
                  <a:lin ang="5400000" scaled="0"/>
                </a:gradFill>
              </a:rPr>
              <a:t>Don’t missing dependants components</a:t>
            </a:r>
          </a:p>
          <a:p>
            <a:pPr marL="800083" lvl="1" indent="-342900">
              <a:lnSpc>
                <a:spcPct val="90000"/>
              </a:lnSpc>
              <a:spcAft>
                <a:spcPts val="600"/>
              </a:spcAft>
              <a:buFont typeface="Arial" panose="020B0604020202020204" pitchFamily="34" charset="0"/>
              <a:buChar char="•"/>
            </a:pPr>
            <a:r>
              <a:rPr lang="en-HK" sz="2400" dirty="0">
                <a:gradFill>
                  <a:gsLst>
                    <a:gs pos="2917">
                      <a:schemeClr val="tx1"/>
                    </a:gs>
                    <a:gs pos="30000">
                      <a:schemeClr val="tx1"/>
                    </a:gs>
                  </a:gsLst>
                  <a:lin ang="5400000" scaled="0"/>
                </a:gradFill>
              </a:rPr>
              <a:t>Cloud Adoption Strategy Evaluator</a:t>
            </a:r>
          </a:p>
        </p:txBody>
      </p:sp>
    </p:spTree>
    <p:extLst>
      <p:ext uri="{BB962C8B-B14F-4D97-AF65-F5344CB8AC3E}">
        <p14:creationId xmlns:p14="http://schemas.microsoft.com/office/powerpoint/2010/main" val="528776533"/>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2F45-9BA0-43DC-A797-0265D9D7AD1E}"/>
              </a:ext>
            </a:extLst>
          </p:cNvPr>
          <p:cNvSpPr>
            <a:spLocks noGrp="1"/>
          </p:cNvSpPr>
          <p:nvPr>
            <p:ph type="title"/>
          </p:nvPr>
        </p:nvSpPr>
        <p:spPr/>
        <p:txBody>
          <a:bodyPr/>
          <a:lstStyle/>
          <a:p>
            <a:r>
              <a:rPr lang="en-US" sz="3100" dirty="0">
                <a:solidFill>
                  <a:schemeClr val="tx2">
                    <a:lumMod val="50000"/>
                  </a:schemeClr>
                </a:solidFill>
                <a:hlinkClick r:id="rId3">
                  <a:extLst>
                    <a:ext uri="{A12FA001-AC4F-418D-AE19-62706E023703}">
                      <ahyp:hlinkClr xmlns:ahyp="http://schemas.microsoft.com/office/drawing/2018/hyperlinkcolor" val="tx"/>
                    </a:ext>
                  </a:extLst>
                </a:hlinkClick>
              </a:rPr>
              <a:t>Focus on migration efforts</a:t>
            </a:r>
            <a:endParaRPr lang="en-US" sz="3100" dirty="0">
              <a:solidFill>
                <a:schemeClr val="tx2">
                  <a:lumMod val="50000"/>
                </a:schemeClr>
              </a:solidFill>
            </a:endParaRPr>
          </a:p>
        </p:txBody>
      </p:sp>
      <p:pic>
        <p:nvPicPr>
          <p:cNvPr id="4" name="Picture 3" descr="Plan, ready, and adopt in migration waves or releases. ">
            <a:extLst>
              <a:ext uri="{FF2B5EF4-FFF2-40B4-BE49-F238E27FC236}">
                <a16:creationId xmlns:a16="http://schemas.microsoft.com/office/drawing/2014/main" id="{BD4435AE-4F9D-4F31-A303-D0D65F6EF48B}"/>
              </a:ext>
            </a:extLst>
          </p:cNvPr>
          <p:cNvPicPr>
            <a:picLocks noChangeAspect="1"/>
          </p:cNvPicPr>
          <p:nvPr/>
        </p:nvPicPr>
        <p:blipFill>
          <a:blip r:embed="rId4"/>
          <a:stretch>
            <a:fillRect/>
          </a:stretch>
        </p:blipFill>
        <p:spPr>
          <a:xfrm>
            <a:off x="595957" y="1502530"/>
            <a:ext cx="11103879" cy="4427622"/>
          </a:xfrm>
          <a:prstGeom prst="rect">
            <a:avLst/>
          </a:prstGeom>
        </p:spPr>
      </p:pic>
      <p:sp>
        <p:nvSpPr>
          <p:cNvPr id="3" name="Rectangle 2">
            <a:extLst>
              <a:ext uri="{FF2B5EF4-FFF2-40B4-BE49-F238E27FC236}">
                <a16:creationId xmlns:a16="http://schemas.microsoft.com/office/drawing/2014/main" id="{2EA8F30C-DDB2-417E-A1ED-53138C976E43}"/>
              </a:ext>
              <a:ext uri="{C183D7F6-B498-43B3-948B-1728B52AA6E4}">
                <adec:decorative xmlns:adec="http://schemas.microsoft.com/office/drawing/2017/decorative" val="1"/>
              </a:ext>
            </a:extLst>
          </p:cNvPr>
          <p:cNvSpPr/>
          <p:nvPr/>
        </p:nvSpPr>
        <p:spPr bwMode="auto">
          <a:xfrm>
            <a:off x="418643" y="1155560"/>
            <a:ext cx="11458509" cy="4903596"/>
          </a:xfrm>
          <a:prstGeom prst="rect">
            <a:avLst/>
          </a:prstGeom>
          <a:no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1516083473"/>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FABA0-BD48-F087-EBB9-C8C8004A1538}"/>
              </a:ext>
            </a:extLst>
          </p:cNvPr>
          <p:cNvSpPr>
            <a:spLocks noGrp="1"/>
          </p:cNvSpPr>
          <p:nvPr>
            <p:ph type="title"/>
          </p:nvPr>
        </p:nvSpPr>
        <p:spPr/>
        <p:txBody>
          <a:bodyPr/>
          <a:lstStyle/>
          <a:p>
            <a:r>
              <a:rPr lang="en-HK" dirty="0"/>
              <a:t>Azure Landing Zone (</a:t>
            </a:r>
            <a:r>
              <a:rPr lang="en-HK" dirty="0">
                <a:hlinkClick r:id="rId3" action="ppaction://hlinksldjump"/>
              </a:rPr>
              <a:t>*</a:t>
            </a:r>
            <a:r>
              <a:rPr lang="en-HK" dirty="0"/>
              <a:t>)</a:t>
            </a:r>
          </a:p>
        </p:txBody>
      </p:sp>
      <p:sp>
        <p:nvSpPr>
          <p:cNvPr id="3" name="TextBox 2">
            <a:extLst>
              <a:ext uri="{FF2B5EF4-FFF2-40B4-BE49-F238E27FC236}">
                <a16:creationId xmlns:a16="http://schemas.microsoft.com/office/drawing/2014/main" id="{988A5A08-B549-042F-8AFA-1EF345604CF6}"/>
              </a:ext>
            </a:extLst>
          </p:cNvPr>
          <p:cNvSpPr txBox="1"/>
          <p:nvPr/>
        </p:nvSpPr>
        <p:spPr>
          <a:xfrm>
            <a:off x="418643" y="1120690"/>
            <a:ext cx="5256054" cy="5130635"/>
          </a:xfrm>
          <a:prstGeom prst="rect">
            <a:avLst/>
          </a:prstGeom>
          <a:noFill/>
        </p:spPr>
        <p:txBody>
          <a:bodyPr wrap="none" lIns="182880" tIns="146304" rIns="182880" bIns="146304" rtlCol="0">
            <a:spAutoFit/>
          </a:bodyPr>
          <a:lstStyle/>
          <a:p>
            <a:pPr marL="342900" indent="-342900">
              <a:lnSpc>
                <a:spcPct val="90000"/>
              </a:lnSpc>
              <a:spcAft>
                <a:spcPts val="600"/>
              </a:spcAft>
              <a:buFont typeface="Arial" panose="020B0604020202020204" pitchFamily="34" charset="0"/>
              <a:buChar char="•"/>
            </a:pPr>
            <a:r>
              <a:rPr lang="en-HK" sz="2400" dirty="0">
                <a:gradFill>
                  <a:gsLst>
                    <a:gs pos="2917">
                      <a:schemeClr val="tx1"/>
                    </a:gs>
                    <a:gs pos="30000">
                      <a:schemeClr val="tx1"/>
                    </a:gs>
                  </a:gsLst>
                  <a:lin ang="5400000" scaled="0"/>
                </a:gradFill>
              </a:rPr>
              <a:t>Fast provision the Azure services</a:t>
            </a:r>
          </a:p>
          <a:p>
            <a:pPr marL="800083" lvl="1" indent="-342900">
              <a:lnSpc>
                <a:spcPct val="90000"/>
              </a:lnSpc>
              <a:spcAft>
                <a:spcPts val="600"/>
              </a:spcAft>
              <a:buFont typeface="Arial" panose="020B0604020202020204" pitchFamily="34" charset="0"/>
              <a:buChar char="•"/>
            </a:pPr>
            <a:r>
              <a:rPr lang="en-HK" sz="2400" dirty="0">
                <a:gradFill>
                  <a:gsLst>
                    <a:gs pos="2917">
                      <a:schemeClr val="tx1"/>
                    </a:gs>
                    <a:gs pos="30000">
                      <a:schemeClr val="tx1"/>
                    </a:gs>
                  </a:gsLst>
                  <a:lin ang="5400000" scaled="0"/>
                </a:gradFill>
              </a:rPr>
              <a:t>Speed up</a:t>
            </a:r>
          </a:p>
          <a:p>
            <a:pPr marL="800083" lvl="1" indent="-342900">
              <a:lnSpc>
                <a:spcPct val="90000"/>
              </a:lnSpc>
              <a:spcAft>
                <a:spcPts val="600"/>
              </a:spcAft>
              <a:buFont typeface="Arial" panose="020B0604020202020204" pitchFamily="34" charset="0"/>
              <a:buChar char="•"/>
            </a:pPr>
            <a:r>
              <a:rPr lang="en-HK" sz="2400" dirty="0">
                <a:gradFill>
                  <a:gsLst>
                    <a:gs pos="2917">
                      <a:schemeClr val="tx1"/>
                    </a:gs>
                    <a:gs pos="30000">
                      <a:schemeClr val="tx1"/>
                    </a:gs>
                  </a:gsLst>
                  <a:lin ang="5400000" scaled="0"/>
                </a:gradFill>
              </a:rPr>
              <a:t>Standardize</a:t>
            </a:r>
          </a:p>
          <a:p>
            <a:pPr marL="800083" lvl="1" indent="-342900">
              <a:lnSpc>
                <a:spcPct val="90000"/>
              </a:lnSpc>
              <a:spcAft>
                <a:spcPts val="600"/>
              </a:spcAft>
              <a:buFont typeface="Arial" panose="020B0604020202020204" pitchFamily="34" charset="0"/>
              <a:buChar char="•"/>
            </a:pPr>
            <a:r>
              <a:rPr lang="en-HK" sz="2400" dirty="0">
                <a:gradFill>
                  <a:gsLst>
                    <a:gs pos="2917">
                      <a:schemeClr val="tx1"/>
                    </a:gs>
                    <a:gs pos="30000">
                      <a:schemeClr val="tx1"/>
                    </a:gs>
                  </a:gsLst>
                  <a:lin ang="5400000" scaled="0"/>
                </a:gradFill>
              </a:rPr>
              <a:t>Easy Config.</a:t>
            </a:r>
          </a:p>
          <a:p>
            <a:pPr marL="800083" lvl="1" indent="-342900">
              <a:lnSpc>
                <a:spcPct val="90000"/>
              </a:lnSpc>
              <a:spcAft>
                <a:spcPts val="600"/>
              </a:spcAft>
              <a:buFont typeface="Arial" panose="020B0604020202020204" pitchFamily="34" charset="0"/>
              <a:buChar char="•"/>
            </a:pPr>
            <a:r>
              <a:rPr lang="en-HK" sz="2400" dirty="0">
                <a:gradFill>
                  <a:gsLst>
                    <a:gs pos="2917">
                      <a:schemeClr val="tx1"/>
                    </a:gs>
                    <a:gs pos="30000">
                      <a:schemeClr val="tx1"/>
                    </a:gs>
                  </a:gsLst>
                  <a:lin ang="5400000" scaled="0"/>
                </a:gradFill>
              </a:rPr>
              <a:t>Adapt to fast business change</a:t>
            </a:r>
          </a:p>
          <a:p>
            <a:pPr marL="342900"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5 Areas</a:t>
            </a:r>
          </a:p>
          <a:p>
            <a:pPr marL="800083" lvl="1"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Workload</a:t>
            </a:r>
          </a:p>
          <a:p>
            <a:pPr marL="800083" lvl="1"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Security</a:t>
            </a:r>
          </a:p>
          <a:p>
            <a:pPr marL="800083" lvl="1"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Governance</a:t>
            </a:r>
          </a:p>
          <a:p>
            <a:pPr marL="800083" lvl="1"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Networking</a:t>
            </a:r>
          </a:p>
          <a:p>
            <a:pPr marL="800083" lvl="1"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Identity</a:t>
            </a:r>
          </a:p>
          <a:p>
            <a:pPr marL="342900" indent="-342900">
              <a:lnSpc>
                <a:spcPct val="90000"/>
              </a:lnSpc>
              <a:spcAft>
                <a:spcPts val="600"/>
              </a:spcAft>
              <a:buFont typeface="Arial" panose="020B0604020202020204" pitchFamily="34" charset="0"/>
              <a:buChar char="•"/>
            </a:pPr>
            <a:endParaRPr lang="en-HK" sz="2400" dirty="0">
              <a:gradFill>
                <a:gsLst>
                  <a:gs pos="2917">
                    <a:schemeClr val="tx1"/>
                  </a:gs>
                  <a:gs pos="30000">
                    <a:schemeClr val="tx1"/>
                  </a:gs>
                </a:gsLst>
                <a:lin ang="5400000" scaled="0"/>
              </a:gradFill>
            </a:endParaRPr>
          </a:p>
        </p:txBody>
      </p:sp>
      <p:pic>
        <p:nvPicPr>
          <p:cNvPr id="8194" name="Picture 2" descr="A conceptual architecture diagram of an Azure landing zone.">
            <a:extLst>
              <a:ext uri="{FF2B5EF4-FFF2-40B4-BE49-F238E27FC236}">
                <a16:creationId xmlns:a16="http://schemas.microsoft.com/office/drawing/2014/main" id="{96662197-665D-3353-19F2-B3F51759C7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74159" y="1250722"/>
            <a:ext cx="5385752" cy="4075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2227614"/>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28681" y="2034737"/>
            <a:ext cx="5807732" cy="1793104"/>
          </a:xfrm>
        </p:spPr>
        <p:txBody>
          <a:bodyPr wrap="square" anchor="b">
            <a:normAutofit/>
          </a:bodyPr>
          <a:lstStyle/>
          <a:p>
            <a:pPr>
              <a:lnSpc>
                <a:spcPct val="100000"/>
              </a:lnSpc>
            </a:pPr>
            <a:r>
              <a:rPr lang="en-US" sz="4400" b="1" dirty="0"/>
              <a:t>Cloud Migration Tools</a:t>
            </a:r>
          </a:p>
        </p:txBody>
      </p:sp>
    </p:spTree>
    <p:extLst>
      <p:ext uri="{BB962C8B-B14F-4D97-AF65-F5344CB8AC3E}">
        <p14:creationId xmlns:p14="http://schemas.microsoft.com/office/powerpoint/2010/main" val="2132018427"/>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FABA0-BD48-F087-EBB9-C8C8004A1538}"/>
              </a:ext>
            </a:extLst>
          </p:cNvPr>
          <p:cNvSpPr>
            <a:spLocks noGrp="1"/>
          </p:cNvSpPr>
          <p:nvPr>
            <p:ph type="title"/>
          </p:nvPr>
        </p:nvSpPr>
        <p:spPr>
          <a:xfrm>
            <a:off x="418643" y="197332"/>
            <a:ext cx="11341268" cy="680196"/>
          </a:xfrm>
        </p:spPr>
        <p:txBody>
          <a:bodyPr/>
          <a:lstStyle/>
          <a:p>
            <a:r>
              <a:rPr lang="en-HK" dirty="0"/>
              <a:t>Migration Stages</a:t>
            </a:r>
          </a:p>
        </p:txBody>
      </p:sp>
      <p:sp>
        <p:nvSpPr>
          <p:cNvPr id="3" name="TextBox 2">
            <a:extLst>
              <a:ext uri="{FF2B5EF4-FFF2-40B4-BE49-F238E27FC236}">
                <a16:creationId xmlns:a16="http://schemas.microsoft.com/office/drawing/2014/main" id="{988A5A08-B549-042F-8AFA-1EF345604CF6}"/>
              </a:ext>
            </a:extLst>
          </p:cNvPr>
          <p:cNvSpPr txBox="1"/>
          <p:nvPr/>
        </p:nvSpPr>
        <p:spPr>
          <a:xfrm>
            <a:off x="418643" y="877528"/>
            <a:ext cx="7416069" cy="5949321"/>
          </a:xfrm>
          <a:prstGeom prst="rect">
            <a:avLst/>
          </a:prstGeom>
          <a:noFill/>
        </p:spPr>
        <p:txBody>
          <a:bodyPr wrap="none" lIns="182880" tIns="146304" rIns="182880" bIns="146304" rtlCol="0">
            <a:spAutoFit/>
          </a:bodyPr>
          <a:lstStyle/>
          <a:p>
            <a:pPr marL="342900" indent="-342900">
              <a:lnSpc>
                <a:spcPct val="90000"/>
              </a:lnSpc>
              <a:spcAft>
                <a:spcPts val="600"/>
              </a:spcAft>
              <a:buFont typeface="Arial" panose="020B0604020202020204" pitchFamily="34" charset="0"/>
              <a:buChar char="•"/>
            </a:pPr>
            <a:r>
              <a:rPr lang="en-HK" sz="2400" dirty="0">
                <a:gradFill>
                  <a:gsLst>
                    <a:gs pos="2917">
                      <a:schemeClr val="tx1"/>
                    </a:gs>
                    <a:gs pos="30000">
                      <a:schemeClr val="tx1"/>
                    </a:gs>
                  </a:gsLst>
                  <a:lin ang="5400000" scaled="0"/>
                </a:gradFill>
              </a:rPr>
              <a:t>4 stages</a:t>
            </a:r>
          </a:p>
          <a:p>
            <a:pPr marL="914383" lvl="1" indent="-457200">
              <a:lnSpc>
                <a:spcPct val="90000"/>
              </a:lnSpc>
              <a:spcAft>
                <a:spcPts val="600"/>
              </a:spcAft>
              <a:buFont typeface="+mj-lt"/>
              <a:buAutoNum type="arabicPeriod"/>
            </a:pPr>
            <a:r>
              <a:rPr lang="en-HK" sz="2400" dirty="0">
                <a:gradFill>
                  <a:gsLst>
                    <a:gs pos="2917">
                      <a:schemeClr val="tx1"/>
                    </a:gs>
                    <a:gs pos="30000">
                      <a:schemeClr val="tx1"/>
                    </a:gs>
                  </a:gsLst>
                  <a:lin ang="5400000" scaled="0"/>
                </a:gradFill>
              </a:rPr>
              <a:t>Assess your on-premises environment</a:t>
            </a:r>
          </a:p>
          <a:p>
            <a:pPr marL="1371567" lvl="2" indent="-457200">
              <a:lnSpc>
                <a:spcPct val="90000"/>
              </a:lnSpc>
              <a:spcAft>
                <a:spcPts val="600"/>
              </a:spcAft>
              <a:buFont typeface="Arial" panose="020B0604020202020204" pitchFamily="34" charset="0"/>
              <a:buChar char="•"/>
            </a:pPr>
            <a:r>
              <a:rPr lang="en-HK" sz="2400" dirty="0">
                <a:gradFill>
                  <a:gsLst>
                    <a:gs pos="2917">
                      <a:schemeClr val="tx1"/>
                    </a:gs>
                    <a:gs pos="30000">
                      <a:schemeClr val="tx1"/>
                    </a:gs>
                  </a:gsLst>
                  <a:lin ang="5400000" scaled="0"/>
                </a:gradFill>
              </a:rPr>
              <a:t>4 R’s approach</a:t>
            </a:r>
          </a:p>
          <a:p>
            <a:pPr marL="914383" lvl="1" indent="-457200">
              <a:lnSpc>
                <a:spcPct val="90000"/>
              </a:lnSpc>
              <a:spcAft>
                <a:spcPts val="600"/>
              </a:spcAft>
              <a:buFont typeface="+mj-lt"/>
              <a:buAutoNum type="arabicPeriod"/>
            </a:pPr>
            <a:r>
              <a:rPr lang="en-HK" sz="2400" dirty="0">
                <a:gradFill>
                  <a:gsLst>
                    <a:gs pos="2917">
                      <a:schemeClr val="tx1"/>
                    </a:gs>
                    <a:gs pos="30000">
                      <a:schemeClr val="tx1"/>
                    </a:gs>
                  </a:gsLst>
                  <a:lin ang="5400000" scaled="0"/>
                </a:gradFill>
              </a:rPr>
              <a:t>Migrate your workloads</a:t>
            </a:r>
          </a:p>
          <a:p>
            <a:pPr marL="1371567" lvl="2" indent="-457200">
              <a:lnSpc>
                <a:spcPct val="90000"/>
              </a:lnSpc>
              <a:spcAft>
                <a:spcPts val="600"/>
              </a:spcAft>
              <a:buFont typeface="+mj-lt"/>
              <a:buAutoNum type="arabicPeriod"/>
            </a:pPr>
            <a:r>
              <a:rPr lang="en-HK" sz="2400" dirty="0">
                <a:gradFill>
                  <a:gsLst>
                    <a:gs pos="2917">
                      <a:schemeClr val="tx1"/>
                    </a:gs>
                    <a:gs pos="30000">
                      <a:schemeClr val="tx1"/>
                    </a:gs>
                  </a:gsLst>
                  <a:lin ang="5400000" scaled="0"/>
                </a:gradFill>
              </a:rPr>
              <a:t>Deploy cloud infrastructure targets</a:t>
            </a:r>
          </a:p>
          <a:p>
            <a:pPr marL="1371567" lvl="2" indent="-457200">
              <a:lnSpc>
                <a:spcPct val="90000"/>
              </a:lnSpc>
              <a:spcAft>
                <a:spcPts val="600"/>
              </a:spcAft>
              <a:buFont typeface="+mj-lt"/>
              <a:buAutoNum type="arabicPeriod"/>
            </a:pPr>
            <a:r>
              <a:rPr lang="en-HK" sz="2400" dirty="0">
                <a:gradFill>
                  <a:gsLst>
                    <a:gs pos="2917">
                      <a:schemeClr val="tx1"/>
                    </a:gs>
                    <a:gs pos="30000">
                      <a:schemeClr val="tx1"/>
                    </a:gs>
                  </a:gsLst>
                  <a:lin ang="5400000" scaled="0"/>
                </a:gradFill>
              </a:rPr>
              <a:t>Migrate workloads </a:t>
            </a:r>
            <a:r>
              <a:rPr lang="en-HK" sz="2400" dirty="0">
                <a:gradFill>
                  <a:gsLst>
                    <a:gs pos="2917">
                      <a:schemeClr val="tx1"/>
                    </a:gs>
                    <a:gs pos="30000">
                      <a:schemeClr val="tx1"/>
                    </a:gs>
                  </a:gsLst>
                  <a:lin ang="5400000" scaled="0"/>
                </a:gradFill>
                <a:highlight>
                  <a:srgbClr val="FFFF00"/>
                </a:highlight>
              </a:rPr>
              <a:t>by tools/services</a:t>
            </a:r>
          </a:p>
          <a:p>
            <a:pPr marL="1828750" lvl="3" indent="-457200">
              <a:lnSpc>
                <a:spcPct val="90000"/>
              </a:lnSpc>
              <a:spcAft>
                <a:spcPts val="600"/>
              </a:spcAft>
              <a:buFont typeface="+mj-lt"/>
              <a:buAutoNum type="arabicPeriod"/>
            </a:pPr>
            <a:r>
              <a:rPr lang="en-HK" sz="2400" dirty="0">
                <a:gradFill>
                  <a:gsLst>
                    <a:gs pos="2917">
                      <a:schemeClr val="tx1"/>
                    </a:gs>
                    <a:gs pos="30000">
                      <a:schemeClr val="tx1"/>
                    </a:gs>
                  </a:gsLst>
                  <a:lin ang="5400000" scaled="0"/>
                </a:gradFill>
              </a:rPr>
              <a:t>Server</a:t>
            </a:r>
          </a:p>
          <a:p>
            <a:pPr marL="1828750" lvl="3" indent="-457200">
              <a:lnSpc>
                <a:spcPct val="90000"/>
              </a:lnSpc>
              <a:spcAft>
                <a:spcPts val="600"/>
              </a:spcAft>
              <a:buFont typeface="+mj-lt"/>
              <a:buAutoNum type="arabicPeriod"/>
            </a:pPr>
            <a:r>
              <a:rPr lang="en-HK" sz="2400" dirty="0">
                <a:gradFill>
                  <a:gsLst>
                    <a:gs pos="2917">
                      <a:schemeClr val="tx1"/>
                    </a:gs>
                    <a:gs pos="30000">
                      <a:schemeClr val="tx1"/>
                    </a:gs>
                  </a:gsLst>
                  <a:lin ang="5400000" scaled="0"/>
                </a:gradFill>
              </a:rPr>
              <a:t>Apps</a:t>
            </a:r>
          </a:p>
          <a:p>
            <a:pPr marL="1828750" lvl="3" indent="-457200">
              <a:lnSpc>
                <a:spcPct val="90000"/>
              </a:lnSpc>
              <a:spcAft>
                <a:spcPts val="600"/>
              </a:spcAft>
              <a:buFont typeface="+mj-lt"/>
              <a:buAutoNum type="arabicPeriod"/>
            </a:pPr>
            <a:r>
              <a:rPr lang="en-HK" sz="2400" dirty="0">
                <a:gradFill>
                  <a:gsLst>
                    <a:gs pos="2917">
                      <a:schemeClr val="tx1"/>
                    </a:gs>
                    <a:gs pos="30000">
                      <a:schemeClr val="tx1"/>
                    </a:gs>
                  </a:gsLst>
                  <a:lin ang="5400000" scaled="0"/>
                </a:gradFill>
              </a:rPr>
              <a:t>DB</a:t>
            </a:r>
          </a:p>
          <a:p>
            <a:pPr marL="1828750" lvl="3" indent="-457200">
              <a:lnSpc>
                <a:spcPct val="90000"/>
              </a:lnSpc>
              <a:spcAft>
                <a:spcPts val="600"/>
              </a:spcAft>
              <a:buFont typeface="+mj-lt"/>
              <a:buAutoNum type="arabicPeriod"/>
            </a:pPr>
            <a:r>
              <a:rPr lang="en-HK" sz="2400" dirty="0">
                <a:gradFill>
                  <a:gsLst>
                    <a:gs pos="2917">
                      <a:schemeClr val="tx1"/>
                    </a:gs>
                    <a:gs pos="30000">
                      <a:schemeClr val="tx1"/>
                    </a:gs>
                  </a:gsLst>
                  <a:lin ang="5400000" scaled="0"/>
                </a:gradFill>
              </a:rPr>
              <a:t>Data</a:t>
            </a:r>
          </a:p>
          <a:p>
            <a:pPr marL="1371567" lvl="2" indent="-457200">
              <a:lnSpc>
                <a:spcPct val="90000"/>
              </a:lnSpc>
              <a:spcAft>
                <a:spcPts val="600"/>
              </a:spcAft>
              <a:buFont typeface="+mj-lt"/>
              <a:buAutoNum type="arabicPeriod"/>
            </a:pPr>
            <a:r>
              <a:rPr lang="en-HK" sz="2400" dirty="0">
                <a:gradFill>
                  <a:gsLst>
                    <a:gs pos="2917">
                      <a:schemeClr val="tx1"/>
                    </a:gs>
                    <a:gs pos="30000">
                      <a:schemeClr val="tx1"/>
                    </a:gs>
                  </a:gsLst>
                  <a:lin ang="5400000" scaled="0"/>
                </a:gradFill>
              </a:rPr>
              <a:t>Decommission on-premises infrastructure</a:t>
            </a:r>
          </a:p>
          <a:p>
            <a:pPr marL="1828750" lvl="3" indent="-457200">
              <a:lnSpc>
                <a:spcPct val="90000"/>
              </a:lnSpc>
              <a:spcAft>
                <a:spcPts val="600"/>
              </a:spcAft>
              <a:buFont typeface="+mj-lt"/>
              <a:buAutoNum type="arabicPeriod"/>
            </a:pPr>
            <a:r>
              <a:rPr lang="en-HK" sz="2400" dirty="0">
                <a:gradFill>
                  <a:gsLst>
                    <a:gs pos="2917">
                      <a:schemeClr val="tx1"/>
                    </a:gs>
                    <a:gs pos="30000">
                      <a:schemeClr val="tx1"/>
                    </a:gs>
                  </a:gsLst>
                  <a:lin ang="5400000" scaled="0"/>
                </a:gradFill>
              </a:rPr>
              <a:t>Archive and Backup</a:t>
            </a:r>
          </a:p>
          <a:p>
            <a:pPr marL="914383" lvl="1" indent="-457200">
              <a:lnSpc>
                <a:spcPct val="90000"/>
              </a:lnSpc>
              <a:spcAft>
                <a:spcPts val="600"/>
              </a:spcAft>
              <a:buFont typeface="+mj-lt"/>
              <a:buAutoNum type="arabicPeriod"/>
            </a:pPr>
            <a:r>
              <a:rPr lang="en-HK" sz="2400" dirty="0">
                <a:gradFill>
                  <a:gsLst>
                    <a:gs pos="2917">
                      <a:schemeClr val="tx1"/>
                    </a:gs>
                    <a:gs pos="30000">
                      <a:schemeClr val="tx1"/>
                    </a:gs>
                  </a:gsLst>
                  <a:lin ang="5400000" scaled="0"/>
                </a:gradFill>
              </a:rPr>
              <a:t>Optimize the migrated workloads</a:t>
            </a:r>
          </a:p>
          <a:p>
            <a:pPr marL="914383" lvl="1" indent="-457200">
              <a:lnSpc>
                <a:spcPct val="90000"/>
              </a:lnSpc>
              <a:spcAft>
                <a:spcPts val="600"/>
              </a:spcAft>
              <a:buFont typeface="+mj-lt"/>
              <a:buAutoNum type="arabicPeriod"/>
            </a:pPr>
            <a:r>
              <a:rPr lang="en-HK" sz="2400" dirty="0">
                <a:gradFill>
                  <a:gsLst>
                    <a:gs pos="2917">
                      <a:schemeClr val="tx1"/>
                    </a:gs>
                    <a:gs pos="30000">
                      <a:schemeClr val="tx1"/>
                    </a:gs>
                  </a:gsLst>
                  <a:lin ang="5400000" scaled="0"/>
                </a:gradFill>
              </a:rPr>
              <a:t>Monitor your workloads</a:t>
            </a:r>
          </a:p>
        </p:txBody>
      </p:sp>
    </p:spTree>
    <p:extLst>
      <p:ext uri="{BB962C8B-B14F-4D97-AF65-F5344CB8AC3E}">
        <p14:creationId xmlns:p14="http://schemas.microsoft.com/office/powerpoint/2010/main" val="1603795747"/>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E307D465-5D56-0B41-96C4-901FFC2422DF}"/>
              </a:ext>
            </a:extLst>
          </p:cNvPr>
          <p:cNvSpPr>
            <a:spLocks noGrp="1"/>
          </p:cNvSpPr>
          <p:nvPr>
            <p:ph type="title"/>
          </p:nvPr>
        </p:nvSpPr>
        <p:spPr/>
        <p:txBody>
          <a:bodyPr/>
          <a:lstStyle/>
          <a:p>
            <a:r>
              <a:rPr lang="en-US" dirty="0"/>
              <a:t>Determine your migration strategy</a:t>
            </a:r>
          </a:p>
        </p:txBody>
      </p:sp>
      <p:sp>
        <p:nvSpPr>
          <p:cNvPr id="3" name="Content Placeholder 2">
            <a:extLst>
              <a:ext uri="{FF2B5EF4-FFF2-40B4-BE49-F238E27FC236}">
                <a16:creationId xmlns:a16="http://schemas.microsoft.com/office/drawing/2014/main" id="{AA185E1C-174B-427E-8173-3D6B22758871}"/>
              </a:ext>
            </a:extLst>
          </p:cNvPr>
          <p:cNvSpPr>
            <a:spLocks noGrp="1"/>
          </p:cNvSpPr>
          <p:nvPr>
            <p:ph type="body" sz="quarter" idx="10"/>
          </p:nvPr>
        </p:nvSpPr>
        <p:spPr>
          <a:xfrm>
            <a:off x="432089" y="1083334"/>
            <a:ext cx="11341268" cy="400110"/>
          </a:xfrm>
        </p:spPr>
        <p:txBody>
          <a:bodyPr/>
          <a:lstStyle/>
          <a:p>
            <a:r>
              <a:rPr lang="en-US" dirty="0"/>
              <a:t>Select a strategy that meets your goals – you may need several strategies</a:t>
            </a:r>
          </a:p>
        </p:txBody>
      </p:sp>
      <p:graphicFrame>
        <p:nvGraphicFramePr>
          <p:cNvPr id="4" name="Table 4">
            <a:extLst>
              <a:ext uri="{FF2B5EF4-FFF2-40B4-BE49-F238E27FC236}">
                <a16:creationId xmlns:a16="http://schemas.microsoft.com/office/drawing/2014/main" id="{EF48A298-25F0-47D0-973F-2323C4514070}"/>
              </a:ext>
            </a:extLst>
          </p:cNvPr>
          <p:cNvGraphicFramePr>
            <a:graphicFrameLocks noGrp="1"/>
          </p:cNvGraphicFramePr>
          <p:nvPr/>
        </p:nvGraphicFramePr>
        <p:xfrm>
          <a:off x="1090246" y="1726174"/>
          <a:ext cx="10465474" cy="4419600"/>
        </p:xfrm>
        <a:graphic>
          <a:graphicData uri="http://schemas.openxmlformats.org/drawingml/2006/table">
            <a:tbl>
              <a:tblPr firstRow="1" bandRow="1">
                <a:tableStyleId>{5C22544A-7EE6-4342-B048-85BDC9FD1C3A}</a:tableStyleId>
              </a:tblPr>
              <a:tblGrid>
                <a:gridCol w="1524840">
                  <a:extLst>
                    <a:ext uri="{9D8B030D-6E8A-4147-A177-3AD203B41FA5}">
                      <a16:colId xmlns:a16="http://schemas.microsoft.com/office/drawing/2014/main" val="1587117892"/>
                    </a:ext>
                  </a:extLst>
                </a:gridCol>
                <a:gridCol w="8940634">
                  <a:extLst>
                    <a:ext uri="{9D8B030D-6E8A-4147-A177-3AD203B41FA5}">
                      <a16:colId xmlns:a16="http://schemas.microsoft.com/office/drawing/2014/main" val="540355312"/>
                    </a:ext>
                  </a:extLst>
                </a:gridCol>
              </a:tblGrid>
              <a:tr h="370840">
                <a:tc>
                  <a:txBody>
                    <a:bodyPr/>
                    <a:lstStyle/>
                    <a:p>
                      <a:pPr algn="ctr"/>
                      <a:r>
                        <a:rPr lang="en-US" sz="2000" dirty="0"/>
                        <a:t>Pattern</a:t>
                      </a:r>
                    </a:p>
                  </a:txBody>
                  <a:tcP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When to use</a:t>
                      </a:r>
                    </a:p>
                  </a:txBody>
                  <a:tcP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45849937"/>
                  </a:ext>
                </a:extLst>
              </a:tr>
              <a:tr h="370840">
                <a:tc>
                  <a:txBody>
                    <a:bodyPr/>
                    <a:lstStyle/>
                    <a:p>
                      <a:r>
                        <a:rPr lang="en-US" sz="2000" dirty="0"/>
                        <a:t>Rehost</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85750" indent="-285750">
                        <a:buFont typeface="Arial" panose="020B0604020202020204" pitchFamily="34" charset="0"/>
                        <a:buChar char="•"/>
                      </a:pPr>
                      <a:r>
                        <a:rPr lang="en-US" sz="2000" b="0" i="0" kern="1200" dirty="0">
                          <a:solidFill>
                            <a:schemeClr val="dk1"/>
                          </a:solidFill>
                          <a:effectLst/>
                          <a:latin typeface="+mn-lt"/>
                          <a:ea typeface="+mn-ea"/>
                          <a:cs typeface="+mn-cs"/>
                        </a:rPr>
                        <a:t>Move workloads quickly to the cloud</a:t>
                      </a:r>
                    </a:p>
                    <a:p>
                      <a:pPr marL="285750" indent="-285750">
                        <a:buFont typeface="Arial" panose="020B0604020202020204" pitchFamily="34" charset="0"/>
                        <a:buChar char="•"/>
                      </a:pPr>
                      <a:r>
                        <a:rPr lang="en-US" sz="2000" b="0" i="0" kern="1200" dirty="0">
                          <a:solidFill>
                            <a:schemeClr val="dk1"/>
                          </a:solidFill>
                          <a:effectLst/>
                          <a:latin typeface="+mn-lt"/>
                          <a:ea typeface="+mn-ea"/>
                          <a:cs typeface="+mn-cs"/>
                        </a:rPr>
                        <a:t>Don't need immediate changes to app capabilities</a:t>
                      </a:r>
                      <a:endParaRPr lang="en-US" sz="2000" dirty="0"/>
                    </a:p>
                  </a:txBody>
                  <a:tcP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94147260"/>
                  </a:ext>
                </a:extLst>
              </a:tr>
              <a:tr h="370840">
                <a:tc>
                  <a:txBody>
                    <a:bodyPr/>
                    <a:lstStyle/>
                    <a:p>
                      <a:r>
                        <a:rPr lang="en-US" sz="2000" dirty="0"/>
                        <a:t>Refactor</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285750" indent="-285750">
                        <a:buFont typeface="Arial" panose="020B0604020202020204" pitchFamily="34" charset="0"/>
                        <a:buChar char="•"/>
                      </a:pPr>
                      <a:r>
                        <a:rPr lang="en-US" sz="2000" b="0" i="0" kern="1200" dirty="0">
                          <a:solidFill>
                            <a:schemeClr val="dk1"/>
                          </a:solidFill>
                          <a:effectLst/>
                          <a:latin typeface="+mn-lt"/>
                          <a:ea typeface="+mn-ea"/>
                          <a:cs typeface="+mn-cs"/>
                        </a:rPr>
                        <a:t>Apply Azure DevOps practices or using a container strategy for workloads. </a:t>
                      </a:r>
                    </a:p>
                    <a:p>
                      <a:pPr marL="285750" indent="-285750">
                        <a:buFont typeface="Arial" panose="020B0604020202020204" pitchFamily="34" charset="0"/>
                        <a:buChar char="•"/>
                      </a:pPr>
                      <a:r>
                        <a:rPr lang="en-US" sz="2000" b="0" i="0" kern="1200" dirty="0">
                          <a:solidFill>
                            <a:schemeClr val="dk1"/>
                          </a:solidFill>
                          <a:effectLst/>
                          <a:latin typeface="+mn-lt"/>
                          <a:ea typeface="+mn-ea"/>
                          <a:cs typeface="+mn-cs"/>
                        </a:rPr>
                        <a:t>Consider the portability of your existing code base and available development skills.</a:t>
                      </a:r>
                      <a:endParaRPr lang="en-US" sz="2000" dirty="0"/>
                    </a:p>
                  </a:txBody>
                  <a:tcP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32104101"/>
                  </a:ext>
                </a:extLst>
              </a:tr>
              <a:tr h="370840">
                <a:tc>
                  <a:txBody>
                    <a:bodyPr/>
                    <a:lstStyle/>
                    <a:p>
                      <a:r>
                        <a:rPr lang="en-US" sz="2000" dirty="0"/>
                        <a:t>Rearchitect</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85750" indent="-285750">
                        <a:buFont typeface="Arial" panose="020B0604020202020204" pitchFamily="34" charset="0"/>
                        <a:buChar char="•"/>
                      </a:pPr>
                      <a:r>
                        <a:rPr lang="en-US" sz="2000" b="0" i="0" kern="1200" dirty="0">
                          <a:solidFill>
                            <a:schemeClr val="dk1"/>
                          </a:solidFill>
                          <a:effectLst/>
                          <a:latin typeface="+mn-lt"/>
                          <a:ea typeface="+mn-ea"/>
                          <a:cs typeface="+mn-cs"/>
                        </a:rPr>
                        <a:t>Use existing application investments, </a:t>
                      </a:r>
                    </a:p>
                    <a:p>
                      <a:pPr marL="285750" indent="-285750">
                        <a:buFont typeface="Arial" panose="020B0604020202020204" pitchFamily="34" charset="0"/>
                        <a:buChar char="•"/>
                      </a:pPr>
                      <a:r>
                        <a:rPr lang="en-US" sz="2000" b="0" i="0" kern="1200" dirty="0">
                          <a:solidFill>
                            <a:schemeClr val="dk1"/>
                          </a:solidFill>
                          <a:effectLst/>
                          <a:latin typeface="+mn-lt"/>
                          <a:ea typeface="+mn-ea"/>
                          <a:cs typeface="+mn-cs"/>
                        </a:rPr>
                        <a:t>Apps need major revisions for new features and to work effectively on a cloud platform.</a:t>
                      </a:r>
                    </a:p>
                  </a:txBody>
                  <a:tcP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15349120"/>
                  </a:ext>
                </a:extLst>
              </a:tr>
              <a:tr h="370840">
                <a:tc>
                  <a:txBody>
                    <a:bodyPr/>
                    <a:lstStyle/>
                    <a:p>
                      <a:r>
                        <a:rPr lang="en-US" sz="2000" dirty="0"/>
                        <a:t>Rebuild (new)</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285750" indent="-285750">
                        <a:buFont typeface="Arial" panose="020B0604020202020204" pitchFamily="34" charset="0"/>
                        <a:buChar char="•"/>
                      </a:pPr>
                      <a:r>
                        <a:rPr lang="en-US" sz="2000" b="0" i="0" kern="1200" dirty="0">
                          <a:solidFill>
                            <a:schemeClr val="dk1"/>
                          </a:solidFill>
                          <a:effectLst/>
                          <a:latin typeface="+mn-lt"/>
                          <a:ea typeface="+mn-ea"/>
                          <a:cs typeface="+mn-cs"/>
                        </a:rPr>
                        <a:t>Rapid development and existing apps have limited functionality and lifespan. </a:t>
                      </a:r>
                    </a:p>
                    <a:p>
                      <a:pPr marL="285750" indent="-285750">
                        <a:buFont typeface="Arial" panose="020B0604020202020204" pitchFamily="34" charset="0"/>
                        <a:buChar char="•"/>
                      </a:pPr>
                      <a:r>
                        <a:rPr lang="en-US" sz="2000" b="0" i="0" kern="1200" dirty="0">
                          <a:solidFill>
                            <a:schemeClr val="dk1"/>
                          </a:solidFill>
                          <a:effectLst/>
                          <a:latin typeface="+mn-lt"/>
                          <a:ea typeface="+mn-ea"/>
                          <a:cs typeface="+mn-cs"/>
                        </a:rPr>
                        <a:t>Expedite business innovation by using Azure DevOps practices. </a:t>
                      </a:r>
                    </a:p>
                    <a:p>
                      <a:pPr marL="285750" indent="-285750">
                        <a:buFont typeface="Arial" panose="020B0604020202020204" pitchFamily="34" charset="0"/>
                        <a:buChar char="•"/>
                      </a:pPr>
                      <a:r>
                        <a:rPr lang="en-US" sz="2000" b="0" i="0" kern="1200" dirty="0">
                          <a:solidFill>
                            <a:schemeClr val="dk1"/>
                          </a:solidFill>
                          <a:effectLst/>
                          <a:latin typeface="+mn-lt"/>
                          <a:ea typeface="+mn-ea"/>
                          <a:cs typeface="+mn-cs"/>
                        </a:rPr>
                        <a:t>Legacy apps as no code or low apps in the cloud.</a:t>
                      </a:r>
                      <a:endParaRPr lang="en-US" sz="2000" dirty="0"/>
                    </a:p>
                  </a:txBody>
                  <a:tcP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70101086"/>
                  </a:ext>
                </a:extLst>
              </a:tr>
            </a:tbl>
          </a:graphicData>
        </a:graphic>
      </p:graphicFrame>
      <p:grpSp>
        <p:nvGrpSpPr>
          <p:cNvPr id="2" name="Group 1">
            <a:extLst>
              <a:ext uri="{FF2B5EF4-FFF2-40B4-BE49-F238E27FC236}">
                <a16:creationId xmlns:a16="http://schemas.microsoft.com/office/drawing/2014/main" id="{58E7E6A4-FAA9-4421-B22B-CEB3A5CCCF84}"/>
              </a:ext>
              <a:ext uri="{C183D7F6-B498-43B3-948B-1728B52AA6E4}">
                <adec:decorative xmlns:adec="http://schemas.microsoft.com/office/drawing/2017/decorative" val="1"/>
              </a:ext>
            </a:extLst>
          </p:cNvPr>
          <p:cNvGrpSpPr/>
          <p:nvPr/>
        </p:nvGrpSpPr>
        <p:grpSpPr>
          <a:xfrm>
            <a:off x="418643" y="2141156"/>
            <a:ext cx="727821" cy="3638413"/>
            <a:chOff x="418643" y="2141156"/>
            <a:chExt cx="727821" cy="3638413"/>
          </a:xfrm>
        </p:grpSpPr>
        <p:pic>
          <p:nvPicPr>
            <p:cNvPr id="3076" name="Picture 4" descr="Web design">
              <a:extLst>
                <a:ext uri="{FF2B5EF4-FFF2-40B4-BE49-F238E27FC236}">
                  <a16:creationId xmlns:a16="http://schemas.microsoft.com/office/drawing/2014/main" id="{772DE6FC-0BCF-414E-8C4B-C7CBA7F719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8643" y="3080013"/>
              <a:ext cx="714375" cy="523875"/>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Playbook">
              <a:extLst>
                <a:ext uri="{FF2B5EF4-FFF2-40B4-BE49-F238E27FC236}">
                  <a16:creationId xmlns:a16="http://schemas.microsoft.com/office/drawing/2014/main" id="{1F0CA4E4-62AD-4B0A-B91D-EF55A2AD4F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8643" y="4116979"/>
              <a:ext cx="714375" cy="523875"/>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Share">
              <a:extLst>
                <a:ext uri="{FF2B5EF4-FFF2-40B4-BE49-F238E27FC236}">
                  <a16:creationId xmlns:a16="http://schemas.microsoft.com/office/drawing/2014/main" id="{0D89F222-3EE0-4EA4-8842-9081514D98E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2089" y="2141156"/>
              <a:ext cx="714375" cy="523875"/>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Power">
              <a:extLst>
                <a:ext uri="{FF2B5EF4-FFF2-40B4-BE49-F238E27FC236}">
                  <a16:creationId xmlns:a16="http://schemas.microsoft.com/office/drawing/2014/main" id="{CD293F0F-992F-4DD5-84CC-04BF33DFC07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2089" y="5255694"/>
              <a:ext cx="714375" cy="52387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577997913"/>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C3479DC-1A0B-49D1-BE88-008D69B14B15}"/>
              </a:ext>
            </a:extLst>
          </p:cNvPr>
          <p:cNvSpPr>
            <a:spLocks noGrp="1"/>
          </p:cNvSpPr>
          <p:nvPr>
            <p:ph type="title"/>
          </p:nvPr>
        </p:nvSpPr>
        <p:spPr>
          <a:xfrm>
            <a:off x="418643" y="174276"/>
            <a:ext cx="11341268" cy="642840"/>
          </a:xfrm>
        </p:spPr>
        <p:txBody>
          <a:bodyPr/>
          <a:lstStyle/>
          <a:p>
            <a:r>
              <a:rPr lang="en-US" dirty="0"/>
              <a:t>Identify migration tools</a:t>
            </a:r>
          </a:p>
        </p:txBody>
      </p:sp>
      <p:graphicFrame>
        <p:nvGraphicFramePr>
          <p:cNvPr id="6" name="Table 5">
            <a:extLst>
              <a:ext uri="{FF2B5EF4-FFF2-40B4-BE49-F238E27FC236}">
                <a16:creationId xmlns:a16="http://schemas.microsoft.com/office/drawing/2014/main" id="{4502F708-1E06-434A-8CED-82FCA95A1B5E}"/>
              </a:ext>
            </a:extLst>
          </p:cNvPr>
          <p:cNvGraphicFramePr>
            <a:graphicFrameLocks noGrp="1"/>
          </p:cNvGraphicFramePr>
          <p:nvPr>
            <p:extLst>
              <p:ext uri="{D42A27DB-BD31-4B8C-83A1-F6EECF244321}">
                <p14:modId xmlns:p14="http://schemas.microsoft.com/office/powerpoint/2010/main" val="451768487"/>
              </p:ext>
            </p:extLst>
          </p:nvPr>
        </p:nvGraphicFramePr>
        <p:xfrm>
          <a:off x="418643" y="893379"/>
          <a:ext cx="11187203" cy="5790345"/>
        </p:xfrm>
        <a:graphic>
          <a:graphicData uri="http://schemas.openxmlformats.org/drawingml/2006/table">
            <a:tbl>
              <a:tblPr firstRow="1"/>
              <a:tblGrid>
                <a:gridCol w="2582466">
                  <a:extLst>
                    <a:ext uri="{9D8B030D-6E8A-4147-A177-3AD203B41FA5}">
                      <a16:colId xmlns:a16="http://schemas.microsoft.com/office/drawing/2014/main" val="3852034910"/>
                    </a:ext>
                  </a:extLst>
                </a:gridCol>
                <a:gridCol w="8604737">
                  <a:extLst>
                    <a:ext uri="{9D8B030D-6E8A-4147-A177-3AD203B41FA5}">
                      <a16:colId xmlns:a16="http://schemas.microsoft.com/office/drawing/2014/main" val="425276518"/>
                    </a:ext>
                  </a:extLst>
                </a:gridCol>
              </a:tblGrid>
              <a:tr h="423318">
                <a:tc>
                  <a:txBody>
                    <a:bodyPr/>
                    <a:lstStyle/>
                    <a:p>
                      <a:pPr algn="ctr" fontAlgn="t"/>
                      <a:r>
                        <a:rPr lang="en-US" sz="1800" dirty="0">
                          <a:solidFill>
                            <a:schemeClr val="bg1"/>
                          </a:solidFill>
                          <a:effectLst/>
                        </a:rPr>
                        <a:t>Tool</a:t>
                      </a:r>
                    </a:p>
                  </a:txBody>
                  <a:tcPr marL="30217" marR="30217" marT="15108" marB="1510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tc>
                  <a:txBody>
                    <a:bodyPr/>
                    <a:lstStyle/>
                    <a:p>
                      <a:pPr algn="ctr" fontAlgn="t"/>
                      <a:r>
                        <a:rPr lang="en-US" sz="1800" dirty="0">
                          <a:solidFill>
                            <a:schemeClr val="bg1"/>
                          </a:solidFill>
                          <a:effectLst/>
                        </a:rPr>
                        <a:t>Usage</a:t>
                      </a:r>
                    </a:p>
                  </a:txBody>
                  <a:tcPr marL="30217" marR="30217" marT="15108" marB="1510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extLst>
                  <a:ext uri="{0D108BD9-81ED-4DB2-BD59-A6C34878D82A}">
                    <a16:rowId xmlns:a16="http://schemas.microsoft.com/office/drawing/2014/main" val="1370682190"/>
                  </a:ext>
                </a:extLst>
              </a:tr>
              <a:tr h="719943">
                <a:tc>
                  <a:txBody>
                    <a:bodyPr/>
                    <a:lstStyle/>
                    <a:p>
                      <a:pPr algn="l" fontAlgn="t"/>
                      <a:r>
                        <a:rPr lang="en-US" sz="1600" dirty="0">
                          <a:effectLst/>
                        </a:rPr>
                        <a:t>Cloud Adoption Strategy Evaluator (</a:t>
                      </a:r>
                      <a:r>
                        <a:rPr lang="en-US" sz="1600" dirty="0">
                          <a:effectLst/>
                          <a:hlinkClick r:id="rId3" action="ppaction://hlinksldjump"/>
                        </a:rPr>
                        <a:t>*</a:t>
                      </a:r>
                      <a:r>
                        <a:rPr lang="en-US" sz="1600" dirty="0">
                          <a:effectLst/>
                        </a:rPr>
                        <a:t>)</a:t>
                      </a:r>
                      <a:br>
                        <a:rPr lang="en-US" sz="1600" dirty="0">
                          <a:effectLst/>
                        </a:rPr>
                      </a:br>
                      <a:r>
                        <a:rPr lang="en-US" sz="1600" dirty="0">
                          <a:effectLst/>
                          <a:hlinkClick r:id="rId4"/>
                        </a:rPr>
                        <a:t>URL</a:t>
                      </a:r>
                      <a:endParaRPr lang="en-US" sz="1600" dirty="0">
                        <a:effectLst/>
                      </a:endParaRPr>
                    </a:p>
                  </a:txBody>
                  <a:tcPr marR="30217" marT="15108" marB="1510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marL="285750" indent="-285750" algn="l" fontAlgn="t">
                        <a:buFont typeface="Arial" panose="020B0604020202020204" pitchFamily="34" charset="0"/>
                        <a:buChar char="•"/>
                      </a:pPr>
                      <a:r>
                        <a:rPr lang="en-US" sz="1600" dirty="0">
                          <a:effectLst/>
                        </a:rPr>
                        <a:t>Assesses your strategy posture across distinct areas of the Strategy methodology</a:t>
                      </a:r>
                    </a:p>
                    <a:p>
                      <a:pPr marL="742933" lvl="1" indent="-285750" algn="l" fontAlgn="t">
                        <a:buFont typeface="Arial" panose="020B0604020202020204" pitchFamily="34" charset="0"/>
                        <a:buChar char="•"/>
                      </a:pPr>
                      <a:r>
                        <a:rPr lang="en-US" sz="1600" dirty="0">
                          <a:effectLst/>
                        </a:rPr>
                        <a:t>Identifying motivations</a:t>
                      </a:r>
                    </a:p>
                    <a:p>
                      <a:pPr marL="742933" lvl="1" indent="-285750" algn="l" fontAlgn="t">
                        <a:buFont typeface="Arial" panose="020B0604020202020204" pitchFamily="34" charset="0"/>
                        <a:buChar char="•"/>
                      </a:pPr>
                      <a:r>
                        <a:rPr lang="en-US" sz="1600" dirty="0">
                          <a:effectLst/>
                        </a:rPr>
                        <a:t>Evaluating financial considerations</a:t>
                      </a:r>
                    </a:p>
                    <a:p>
                      <a:pPr marL="742933" lvl="1" indent="-285750" algn="l" fontAlgn="t">
                        <a:buFont typeface="Arial" panose="020B0604020202020204" pitchFamily="34" charset="0"/>
                        <a:buChar char="•"/>
                      </a:pPr>
                      <a:r>
                        <a:rPr lang="en-US" sz="1600" dirty="0">
                          <a:effectLst/>
                        </a:rPr>
                        <a:t>Technical considerations in creating a business case</a:t>
                      </a:r>
                    </a:p>
                  </a:txBody>
                  <a:tcPr marL="30217" marR="30217" marT="15108" marB="1510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930130778"/>
                  </a:ext>
                </a:extLst>
              </a:tr>
              <a:tr h="719943">
                <a:tc>
                  <a:txBody>
                    <a:bodyPr/>
                    <a:lstStyle/>
                    <a:p>
                      <a:pPr algn="l" fontAlgn="t"/>
                      <a:r>
                        <a:rPr lang="en-US" sz="1600" dirty="0">
                          <a:effectLst/>
                        </a:rPr>
                        <a:t>Azure Migrate: </a:t>
                      </a:r>
                    </a:p>
                    <a:p>
                      <a:pPr algn="l" fontAlgn="t"/>
                      <a:r>
                        <a:rPr lang="en-US" sz="1600" dirty="0">
                          <a:effectLst/>
                        </a:rPr>
                        <a:t>Server Assessment</a:t>
                      </a:r>
                    </a:p>
                  </a:txBody>
                  <a:tcPr marR="30217" marT="15108" marB="1510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marL="285750" indent="-285750" algn="l" fontAlgn="t">
                        <a:buFont typeface="Arial" panose="020B0604020202020204" pitchFamily="34" charset="0"/>
                        <a:buChar char="•"/>
                      </a:pPr>
                      <a:r>
                        <a:rPr lang="en-US" sz="1600" dirty="0">
                          <a:effectLst/>
                        </a:rPr>
                        <a:t>Physical servers and on-premises VMs running in Hyper-V and VMware environments as preparation for migrating to Azure.</a:t>
                      </a:r>
                    </a:p>
                  </a:txBody>
                  <a:tcPr marL="30217" marR="30217" marT="15108" marB="1510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3994888663"/>
                  </a:ext>
                </a:extLst>
              </a:tr>
              <a:tr h="719943">
                <a:tc>
                  <a:txBody>
                    <a:bodyPr/>
                    <a:lstStyle/>
                    <a:p>
                      <a:pPr algn="l" fontAlgn="t"/>
                      <a:r>
                        <a:rPr lang="en-US" sz="1600" dirty="0">
                          <a:effectLst/>
                        </a:rPr>
                        <a:t>Azure Migrate: </a:t>
                      </a:r>
                    </a:p>
                    <a:p>
                      <a:pPr algn="l" fontAlgn="t"/>
                      <a:r>
                        <a:rPr lang="en-US" sz="1600" dirty="0">
                          <a:effectLst/>
                        </a:rPr>
                        <a:t>Server Migration (</a:t>
                      </a:r>
                      <a:r>
                        <a:rPr lang="en-US" sz="1600" dirty="0">
                          <a:effectLst/>
                          <a:hlinkClick r:id="rId5"/>
                        </a:rPr>
                        <a:t>Example</a:t>
                      </a:r>
                      <a:r>
                        <a:rPr lang="en-US" sz="1600" dirty="0">
                          <a:effectLst/>
                        </a:rPr>
                        <a:t>)</a:t>
                      </a:r>
                    </a:p>
                  </a:txBody>
                  <a:tcPr marR="30217" marT="15108" marB="1510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285750" indent="-285750" algn="l" fontAlgn="t">
                        <a:buFont typeface="Arial" panose="020B0604020202020204" pitchFamily="34" charset="0"/>
                        <a:buChar char="•"/>
                      </a:pPr>
                      <a:r>
                        <a:rPr lang="en-US" sz="1600" dirty="0">
                          <a:effectLst/>
                        </a:rPr>
                        <a:t>Physical servers and on-premises VMs running in Hyper-V, VMware environments, and other public cloud VMs.</a:t>
                      </a:r>
                    </a:p>
                  </a:txBody>
                  <a:tcPr marL="30217" marR="30217" marT="15108" marB="1510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31372952"/>
                  </a:ext>
                </a:extLst>
              </a:tr>
              <a:tr h="719943">
                <a:tc>
                  <a:txBody>
                    <a:bodyPr/>
                    <a:lstStyle/>
                    <a:p>
                      <a:pPr algn="l" fontAlgn="t"/>
                      <a:r>
                        <a:rPr lang="en-US" sz="1600" dirty="0">
                          <a:effectLst/>
                        </a:rPr>
                        <a:t>Azure Migrate: </a:t>
                      </a:r>
                    </a:p>
                    <a:p>
                      <a:pPr algn="l" fontAlgn="t"/>
                      <a:r>
                        <a:rPr lang="en-US" sz="1600" dirty="0">
                          <a:effectLst/>
                        </a:rPr>
                        <a:t>Database Assessment</a:t>
                      </a:r>
                    </a:p>
                  </a:txBody>
                  <a:tcPr marR="30217" marT="15108" marB="1510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marL="285750" indent="-285750" algn="l" fontAlgn="t">
                        <a:buFont typeface="Arial" panose="020B0604020202020204" pitchFamily="34" charset="0"/>
                        <a:buChar char="•"/>
                      </a:pPr>
                      <a:r>
                        <a:rPr lang="en-US" sz="1600">
                          <a:effectLst/>
                        </a:rPr>
                        <a:t>Performs an assessment of on-premises Microsoft SQL Server databases as preparation for migration to Azure SQL Database, an Azure SQL Managed Instance, or Azure VMs running Microsoft SQL Server.</a:t>
                      </a:r>
                      <a:endParaRPr lang="en-US" sz="1600" dirty="0">
                        <a:effectLst/>
                      </a:endParaRPr>
                    </a:p>
                  </a:txBody>
                  <a:tcPr marL="30217" marR="30217" marT="15108" marB="1510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2917827364"/>
                  </a:ext>
                </a:extLst>
              </a:tr>
              <a:tr h="719943">
                <a:tc>
                  <a:txBody>
                    <a:bodyPr/>
                    <a:lstStyle/>
                    <a:p>
                      <a:pPr algn="l" fontAlgn="t"/>
                      <a:r>
                        <a:rPr lang="en-US" sz="1600" dirty="0">
                          <a:effectLst/>
                        </a:rPr>
                        <a:t>Azure Migrate: </a:t>
                      </a:r>
                    </a:p>
                    <a:p>
                      <a:pPr algn="l" fontAlgn="t"/>
                      <a:r>
                        <a:rPr lang="en-US" sz="1600" dirty="0">
                          <a:effectLst/>
                        </a:rPr>
                        <a:t>Database Migration</a:t>
                      </a:r>
                    </a:p>
                  </a:txBody>
                  <a:tcPr marR="30217" marT="15108" marB="1510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285750" indent="-285750" algn="l" fontAlgn="t">
                        <a:buFont typeface="Arial" panose="020B0604020202020204" pitchFamily="34" charset="0"/>
                        <a:buChar char="•"/>
                      </a:pPr>
                      <a:r>
                        <a:rPr lang="en-US" sz="1600" strike="noStrike" dirty="0">
                          <a:effectLst/>
                        </a:rPr>
                        <a:t>Migrates data from your existing on-premises databases to databases running in Azure.</a:t>
                      </a:r>
                    </a:p>
                  </a:txBody>
                  <a:tcPr marL="30217" marR="30217" marT="15108" marB="1510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08423790"/>
                  </a:ext>
                </a:extLst>
              </a:tr>
              <a:tr h="719943">
                <a:tc>
                  <a:txBody>
                    <a:bodyPr/>
                    <a:lstStyle/>
                    <a:p>
                      <a:pPr algn="l" fontAlgn="t"/>
                      <a:r>
                        <a:rPr lang="en-US" sz="1600" dirty="0">
                          <a:effectLst/>
                        </a:rPr>
                        <a:t>Azure Migrate: </a:t>
                      </a:r>
                    </a:p>
                    <a:p>
                      <a:pPr algn="l" fontAlgn="t"/>
                      <a:r>
                        <a:rPr lang="en-US" sz="1600" dirty="0">
                          <a:effectLst/>
                        </a:rPr>
                        <a:t>Web App Assessment</a:t>
                      </a:r>
                    </a:p>
                  </a:txBody>
                  <a:tcPr marR="30217" marT="15108" marB="1510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marL="285750" indent="-285750" algn="l" fontAlgn="t">
                        <a:buFont typeface="Arial" panose="020B0604020202020204" pitchFamily="34" charset="0"/>
                        <a:buChar char="•"/>
                      </a:pPr>
                      <a:r>
                        <a:rPr lang="en-US" sz="1600" dirty="0">
                          <a:effectLst/>
                        </a:rPr>
                        <a:t>Assessment of on-premises web apps and migrates them to Azure.</a:t>
                      </a:r>
                    </a:p>
                  </a:txBody>
                  <a:tcPr marL="30217" marR="30217" marT="15108" marB="1510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2417288665"/>
                  </a:ext>
                </a:extLst>
              </a:tr>
              <a:tr h="719943">
                <a:tc>
                  <a:txBody>
                    <a:bodyPr/>
                    <a:lstStyle/>
                    <a:p>
                      <a:pPr algn="l" fontAlgn="t"/>
                      <a:r>
                        <a:rPr lang="en-US" sz="1600" dirty="0">
                          <a:effectLst/>
                        </a:rPr>
                        <a:t>Azure Migrate: </a:t>
                      </a:r>
                    </a:p>
                    <a:p>
                      <a:pPr algn="l" fontAlgn="t"/>
                      <a:r>
                        <a:rPr lang="en-US" sz="1600" dirty="0">
                          <a:effectLst/>
                        </a:rPr>
                        <a:t>Data Box</a:t>
                      </a:r>
                    </a:p>
                  </a:txBody>
                  <a:tcPr marR="30217" marT="15108" marB="1510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285750" indent="-285750" algn="l" fontAlgn="t">
                        <a:buFont typeface="Arial" panose="020B0604020202020204" pitchFamily="34" charset="0"/>
                        <a:buChar char="•"/>
                      </a:pPr>
                      <a:r>
                        <a:rPr lang="en-US" sz="1600" dirty="0">
                          <a:effectLst/>
                        </a:rPr>
                        <a:t>Move of large amounts of offline data to Azure by using Azure Data Box.</a:t>
                      </a:r>
                    </a:p>
                  </a:txBody>
                  <a:tcPr marL="30217" marR="30217" marT="15108" marB="1510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429329348"/>
                  </a:ext>
                </a:extLst>
              </a:tr>
            </a:tbl>
          </a:graphicData>
        </a:graphic>
      </p:graphicFrame>
    </p:spTree>
    <p:extLst>
      <p:ext uri="{BB962C8B-B14F-4D97-AF65-F5344CB8AC3E}">
        <p14:creationId xmlns:p14="http://schemas.microsoft.com/office/powerpoint/2010/main" val="3375312716"/>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dirty="0">
                <a:solidFill>
                  <a:schemeClr val="tx1"/>
                </a:solidFill>
              </a:rPr>
              <a:t>Discussion</a:t>
            </a:r>
          </a:p>
        </p:txBody>
      </p:sp>
      <p:sp>
        <p:nvSpPr>
          <p:cNvPr id="7" name="Rectangle 6">
            <a:extLst>
              <a:ext uri="{FF2B5EF4-FFF2-40B4-BE49-F238E27FC236}">
                <a16:creationId xmlns:a16="http://schemas.microsoft.com/office/drawing/2014/main" id="{E0C55107-420F-4893-A543-BBAE02ADD4F9}"/>
              </a:ext>
            </a:extLst>
          </p:cNvPr>
          <p:cNvSpPr/>
          <p:nvPr/>
        </p:nvSpPr>
        <p:spPr bwMode="auto">
          <a:xfrm>
            <a:off x="438644" y="1288679"/>
            <a:ext cx="11341267"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pPr>
              <a:defRPr/>
            </a:pPr>
            <a:r>
              <a:rPr lang="en-US" sz="1961" dirty="0">
                <a:solidFill>
                  <a:srgbClr val="FFFFFF"/>
                </a:solidFill>
                <a:latin typeface="Segoe UI Semibold"/>
              </a:rPr>
              <a:t>HKJC adoption readiness &amp; migration planning</a:t>
            </a:r>
          </a:p>
        </p:txBody>
      </p:sp>
      <p:pic>
        <p:nvPicPr>
          <p:cNvPr id="3" name="Picture 2">
            <a:extLst>
              <a:ext uri="{FF2B5EF4-FFF2-40B4-BE49-F238E27FC236}">
                <a16:creationId xmlns:a16="http://schemas.microsoft.com/office/drawing/2014/main" id="{18CBD089-992F-48CE-89FA-F3AF8370506B}"/>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136816" y="2363512"/>
            <a:ext cx="1465263" cy="2130976"/>
          </a:xfrm>
          <a:prstGeom prst="rect">
            <a:avLst/>
          </a:prstGeom>
        </p:spPr>
      </p:pic>
      <p:grpSp>
        <p:nvGrpSpPr>
          <p:cNvPr id="16" name="Group 15">
            <a:extLst>
              <a:ext uri="{FF2B5EF4-FFF2-40B4-BE49-F238E27FC236}">
                <a16:creationId xmlns:a16="http://schemas.microsoft.com/office/drawing/2014/main" id="{77ED2364-2FD9-66A8-0411-C9EEAE06CDB4}"/>
              </a:ext>
            </a:extLst>
          </p:cNvPr>
          <p:cNvGrpSpPr/>
          <p:nvPr/>
        </p:nvGrpSpPr>
        <p:grpSpPr>
          <a:xfrm>
            <a:off x="3715220" y="2168702"/>
            <a:ext cx="7680983" cy="2587524"/>
            <a:chOff x="3715220" y="2168702"/>
            <a:chExt cx="7680983" cy="2587524"/>
          </a:xfrm>
        </p:grpSpPr>
        <p:sp>
          <p:nvSpPr>
            <p:cNvPr id="12" name="TextBox 11">
              <a:extLst>
                <a:ext uri="{FF2B5EF4-FFF2-40B4-BE49-F238E27FC236}">
                  <a16:creationId xmlns:a16="http://schemas.microsoft.com/office/drawing/2014/main" id="{C3CBDD2D-47C1-4C01-985A-E618C6F64030}"/>
                </a:ext>
              </a:extLst>
            </p:cNvPr>
            <p:cNvSpPr txBox="1"/>
            <p:nvPr/>
          </p:nvSpPr>
          <p:spPr>
            <a:xfrm>
              <a:off x="3715220" y="2168702"/>
              <a:ext cx="6094714" cy="358560"/>
            </a:xfrm>
            <a:prstGeom prst="rect">
              <a:avLst/>
            </a:prstGeom>
            <a:noFill/>
          </p:spPr>
          <p:txBody>
            <a:bodyPr wrap="square">
              <a:spAutoFit/>
            </a:bodyPr>
            <a:lstStyle/>
            <a:p>
              <a:r>
                <a:rPr lang="en-US" sz="1730" dirty="0"/>
                <a:t>Business motivation and outcome? </a:t>
              </a:r>
            </a:p>
          </p:txBody>
        </p:sp>
        <p:sp>
          <p:nvSpPr>
            <p:cNvPr id="8" name="Rectangle 7">
              <a:extLst>
                <a:ext uri="{FF2B5EF4-FFF2-40B4-BE49-F238E27FC236}">
                  <a16:creationId xmlns:a16="http://schemas.microsoft.com/office/drawing/2014/main" id="{169F3006-8609-4CDD-B431-90D1B3D88F78}"/>
                </a:ext>
              </a:extLst>
            </p:cNvPr>
            <p:cNvSpPr/>
            <p:nvPr/>
          </p:nvSpPr>
          <p:spPr>
            <a:xfrm>
              <a:off x="3793169" y="2612961"/>
              <a:ext cx="7590042" cy="484772"/>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defRPr/>
              </a:pPr>
              <a:r>
                <a:rPr lang="en-US" dirty="0">
                  <a:solidFill>
                    <a:srgbClr val="000000"/>
                  </a:solidFill>
                  <a:latin typeface="Segoe UI"/>
                </a:rPr>
                <a:t>Concern? SLA? Business Commitment?</a:t>
              </a:r>
            </a:p>
          </p:txBody>
        </p:sp>
        <p:sp>
          <p:nvSpPr>
            <p:cNvPr id="10" name="Rectangle 9">
              <a:extLst>
                <a:ext uri="{FF2B5EF4-FFF2-40B4-BE49-F238E27FC236}">
                  <a16:creationId xmlns:a16="http://schemas.microsoft.com/office/drawing/2014/main" id="{7A1C3FAD-9381-4EE0-8345-F88F6A7F84D6}"/>
                </a:ext>
              </a:extLst>
            </p:cNvPr>
            <p:cNvSpPr/>
            <p:nvPr/>
          </p:nvSpPr>
          <p:spPr>
            <a:xfrm>
              <a:off x="3793169" y="3158113"/>
              <a:ext cx="7590042" cy="484771"/>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defRPr/>
              </a:pPr>
              <a:r>
                <a:rPr lang="en-US" dirty="0">
                  <a:solidFill>
                    <a:srgbClr val="000000"/>
                  </a:solidFill>
                  <a:latin typeface="Segoe UI"/>
                </a:rPr>
                <a:t>Digital Estate? Power-Of-N planning?</a:t>
              </a:r>
            </a:p>
          </p:txBody>
        </p:sp>
        <p:sp>
          <p:nvSpPr>
            <p:cNvPr id="15" name="TextBox 14">
              <a:extLst>
                <a:ext uri="{FF2B5EF4-FFF2-40B4-BE49-F238E27FC236}">
                  <a16:creationId xmlns:a16="http://schemas.microsoft.com/office/drawing/2014/main" id="{C50BFC7E-683D-4B04-9841-31E3C24F7C3C}"/>
                </a:ext>
              </a:extLst>
            </p:cNvPr>
            <p:cNvSpPr txBox="1"/>
            <p:nvPr/>
          </p:nvSpPr>
          <p:spPr>
            <a:xfrm>
              <a:off x="3724962" y="3765541"/>
              <a:ext cx="7590041" cy="338554"/>
            </a:xfrm>
            <a:prstGeom prst="rect">
              <a:avLst/>
            </a:prstGeom>
            <a:noFill/>
          </p:spPr>
          <p:txBody>
            <a:bodyPr wrap="square">
              <a:spAutoFit/>
            </a:bodyPr>
            <a:lstStyle/>
            <a:p>
              <a:pPr marL="0" lvl="1">
                <a:spcBef>
                  <a:spcPts val="1176"/>
                </a:spcBef>
                <a:defRPr/>
              </a:pPr>
              <a:r>
                <a:rPr lang="en-US" sz="1600" dirty="0">
                  <a:solidFill>
                    <a:srgbClr val="000000"/>
                  </a:solidFill>
                  <a:latin typeface="Segoe UI"/>
                </a:rPr>
                <a:t>Adoption and Skill Readiness?</a:t>
              </a:r>
            </a:p>
          </p:txBody>
        </p:sp>
        <p:cxnSp>
          <p:nvCxnSpPr>
            <p:cNvPr id="9" name="Straight Connector 8">
              <a:extLst>
                <a:ext uri="{FF2B5EF4-FFF2-40B4-BE49-F238E27FC236}">
                  <a16:creationId xmlns:a16="http://schemas.microsoft.com/office/drawing/2014/main" id="{BE6AA3B9-5828-4A5D-8314-9576F28143B1}"/>
                </a:ext>
                <a:ext uri="{C183D7F6-B498-43B3-948B-1728B52AA6E4}">
                  <adec:decorative xmlns:adec="http://schemas.microsoft.com/office/drawing/2017/decorative" val="1"/>
                </a:ext>
              </a:extLst>
            </p:cNvPr>
            <p:cNvCxnSpPr>
              <a:cxnSpLocks/>
            </p:cNvCxnSpPr>
            <p:nvPr/>
          </p:nvCxnSpPr>
          <p:spPr>
            <a:xfrm>
              <a:off x="3793169" y="3123094"/>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B905F8E-10CE-4B6E-B967-66074399B7A7}"/>
                </a:ext>
                <a:ext uri="{C183D7F6-B498-43B3-948B-1728B52AA6E4}">
                  <adec:decorative xmlns:adec="http://schemas.microsoft.com/office/drawing/2017/decorative" val="1"/>
                </a:ext>
              </a:extLst>
            </p:cNvPr>
            <p:cNvCxnSpPr>
              <a:cxnSpLocks/>
            </p:cNvCxnSpPr>
            <p:nvPr/>
          </p:nvCxnSpPr>
          <p:spPr>
            <a:xfrm>
              <a:off x="3806161" y="3670724"/>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192C2AD6-3468-4AA0-A0EF-4074F79C500E}"/>
                </a:ext>
                <a:ext uri="{C183D7F6-B498-43B3-948B-1728B52AA6E4}">
                  <adec:decorative xmlns:adec="http://schemas.microsoft.com/office/drawing/2017/decorative" val="1"/>
                </a:ext>
              </a:extLst>
            </p:cNvPr>
            <p:cNvCxnSpPr>
              <a:cxnSpLocks/>
            </p:cNvCxnSpPr>
            <p:nvPr/>
          </p:nvCxnSpPr>
          <p:spPr>
            <a:xfrm>
              <a:off x="3806161" y="2614236"/>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7CBC22F-F266-4E4E-89CB-338980C852D8}"/>
                </a:ext>
                <a:ext uri="{C183D7F6-B498-43B3-948B-1728B52AA6E4}">
                  <adec:decorative xmlns:adec="http://schemas.microsoft.com/office/drawing/2017/decorative" val="1"/>
                </a:ext>
              </a:extLst>
            </p:cNvPr>
            <p:cNvCxnSpPr>
              <a:cxnSpLocks/>
            </p:cNvCxnSpPr>
            <p:nvPr/>
          </p:nvCxnSpPr>
          <p:spPr>
            <a:xfrm>
              <a:off x="3793169" y="4152322"/>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B1F6BCE5-C176-E64D-E51B-43938108C631}"/>
                </a:ext>
              </a:extLst>
            </p:cNvPr>
            <p:cNvSpPr txBox="1"/>
            <p:nvPr/>
          </p:nvSpPr>
          <p:spPr>
            <a:xfrm>
              <a:off x="3715220" y="4310692"/>
              <a:ext cx="6094714" cy="358560"/>
            </a:xfrm>
            <a:prstGeom prst="rect">
              <a:avLst/>
            </a:prstGeom>
            <a:noFill/>
          </p:spPr>
          <p:txBody>
            <a:bodyPr wrap="square">
              <a:spAutoFit/>
            </a:bodyPr>
            <a:lstStyle/>
            <a:p>
              <a:r>
                <a:rPr lang="en-US" sz="1730" dirty="0"/>
                <a:t>Any use cases?</a:t>
              </a:r>
            </a:p>
          </p:txBody>
        </p:sp>
        <p:cxnSp>
          <p:nvCxnSpPr>
            <p:cNvPr id="25" name="Straight Connector 24">
              <a:extLst>
                <a:ext uri="{FF2B5EF4-FFF2-40B4-BE49-F238E27FC236}">
                  <a16:creationId xmlns:a16="http://schemas.microsoft.com/office/drawing/2014/main" id="{37CBED07-B71D-9C5A-1367-2BACBF80A78C}"/>
                </a:ext>
                <a:ext uri="{C183D7F6-B498-43B3-948B-1728B52AA6E4}">
                  <adec:decorative xmlns:adec="http://schemas.microsoft.com/office/drawing/2017/decorative" val="1"/>
                </a:ext>
              </a:extLst>
            </p:cNvPr>
            <p:cNvCxnSpPr>
              <a:cxnSpLocks/>
            </p:cNvCxnSpPr>
            <p:nvPr/>
          </p:nvCxnSpPr>
          <p:spPr>
            <a:xfrm>
              <a:off x="3806161" y="4756226"/>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70485831"/>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28681" y="2629984"/>
            <a:ext cx="5807732" cy="1793104"/>
          </a:xfrm>
        </p:spPr>
        <p:txBody>
          <a:bodyPr wrap="square" anchor="ctr">
            <a:normAutofit/>
          </a:bodyPr>
          <a:lstStyle/>
          <a:p>
            <a:r>
              <a:rPr lang="en-US" sz="4400" dirty="0">
                <a:solidFill>
                  <a:schemeClr val="tx1"/>
                </a:solidFill>
                <a:latin typeface="Segoe UI Semibold (Headings)"/>
                <a:cs typeface="Segoe UI"/>
              </a:rPr>
              <a:t>Multi-Cloud Strategy by Azure Arc</a:t>
            </a:r>
          </a:p>
        </p:txBody>
      </p:sp>
    </p:spTree>
    <p:extLst>
      <p:ext uri="{BB962C8B-B14F-4D97-AF65-F5344CB8AC3E}">
        <p14:creationId xmlns:p14="http://schemas.microsoft.com/office/powerpoint/2010/main" val="1327125647"/>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Why?</a:t>
            </a:r>
          </a:p>
        </p:txBody>
      </p:sp>
      <p:sp>
        <p:nvSpPr>
          <p:cNvPr id="6" name="Text Placeholder 5"/>
          <p:cNvSpPr>
            <a:spLocks noGrp="1"/>
          </p:cNvSpPr>
          <p:nvPr>
            <p:ph type="body" sz="quarter" idx="10"/>
          </p:nvPr>
        </p:nvSpPr>
        <p:spPr>
          <a:xfrm>
            <a:off x="588263" y="1615123"/>
            <a:ext cx="11018520" cy="3693319"/>
          </a:xfrm>
        </p:spPr>
        <p:txBody>
          <a:bodyPr/>
          <a:lstStyle/>
          <a:p>
            <a:pPr marL="342900" indent="-342900" algn="just">
              <a:buFont typeface="Arial" panose="020B0604020202020204" pitchFamily="34" charset="0"/>
              <a:buChar char="•"/>
            </a:pPr>
            <a:r>
              <a:rPr lang="en-US" sz="2000" dirty="0"/>
              <a:t>Information Security Teams say - We need to manage security and incident management across our entire IT estate through policy enforcement and automation. We also want our on-premises servers to have strong integration with Azure and tools like Security Center and Sentinel.</a:t>
            </a:r>
          </a:p>
          <a:p>
            <a:pPr algn="just"/>
            <a:endParaRPr lang="en-US" sz="2000" dirty="0"/>
          </a:p>
          <a:p>
            <a:pPr marL="342900" indent="-342900" algn="just">
              <a:buFont typeface="Arial" panose="020B0604020202020204" pitchFamily="34" charset="0"/>
              <a:buChar char="•"/>
            </a:pPr>
            <a:r>
              <a:rPr lang="en-US" sz="2000" dirty="0"/>
              <a:t>Site Reliability Engineers say - We need to have health visibility to all our infrastructure and applications in single pane of glass fashion.</a:t>
            </a:r>
          </a:p>
          <a:p>
            <a:pPr algn="just"/>
            <a:endParaRPr lang="en-US" sz="2000" dirty="0"/>
          </a:p>
          <a:p>
            <a:pPr marL="342900" indent="-342900" algn="just">
              <a:buFont typeface="Arial" panose="020B0604020202020204" pitchFamily="34" charset="0"/>
              <a:buChar char="•"/>
            </a:pPr>
            <a:r>
              <a:rPr lang="en-US" sz="2000" dirty="0"/>
              <a:t>SQL DBAs say - We do use SQL Server with our mission critical application, but the Database layer must remain on-premises due to sensitive patient data and data availability needs.</a:t>
            </a:r>
          </a:p>
          <a:p>
            <a:pPr marL="342900" indent="-342900">
              <a:buFont typeface="Arial" panose="020B0604020202020204" pitchFamily="34" charset="0"/>
              <a:buChar char="•"/>
            </a:pPr>
            <a:endParaRPr lang="en-US" sz="2000" dirty="0"/>
          </a:p>
        </p:txBody>
      </p:sp>
    </p:spTree>
    <p:extLst>
      <p:ext uri="{BB962C8B-B14F-4D97-AF65-F5344CB8AC3E}">
        <p14:creationId xmlns:p14="http://schemas.microsoft.com/office/powerpoint/2010/main" val="1226811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73E29-BA3B-45DF-AFEE-F214CAB620CB}"/>
              </a:ext>
            </a:extLst>
          </p:cNvPr>
          <p:cNvSpPr>
            <a:spLocks noGrp="1"/>
          </p:cNvSpPr>
          <p:nvPr>
            <p:ph type="title"/>
          </p:nvPr>
        </p:nvSpPr>
        <p:spPr>
          <a:xfrm>
            <a:off x="586735" y="794018"/>
            <a:ext cx="11018520" cy="498598"/>
          </a:xfrm>
        </p:spPr>
        <p:txBody>
          <a:bodyPr/>
          <a:lstStyle/>
          <a:p>
            <a:pPr marL="0" marR="0" lvl="0" indent="0" algn="ctr" defTabSz="797999" rtl="0" eaLnBrk="1" fontAlgn="base" latinLnBrk="0" hangingPunct="1">
              <a:lnSpc>
                <a:spcPct val="90000"/>
              </a:lnSpc>
              <a:spcBef>
                <a:spcPct val="0"/>
              </a:spcBef>
              <a:spcAft>
                <a:spcPct val="0"/>
              </a:spcAft>
              <a:tabLst>
                <a:tab pos="920876" algn="l"/>
              </a:tabLst>
              <a:defRPr/>
            </a:pPr>
            <a:r>
              <a:rPr lang="en-GB"/>
              <a:t>Azure Arc Overview</a:t>
            </a:r>
          </a:p>
        </p:txBody>
      </p:sp>
      <p:pic>
        <p:nvPicPr>
          <p:cNvPr id="20" name="Picture 2" descr="Azure Arc management control plane diagram">
            <a:extLst>
              <a:ext uri="{FF2B5EF4-FFF2-40B4-BE49-F238E27FC236}">
                <a16:creationId xmlns:a16="http://schemas.microsoft.com/office/drawing/2014/main" id="{CDE2DF96-8CCA-44B4-A360-12C9041EE6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6097" y="1705015"/>
            <a:ext cx="11479795" cy="41708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8186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42" presetClass="path" presetSubtype="0" decel="100000" fill="hold" grpId="1" nodeType="withEffect">
                                  <p:stCondLst>
                                    <p:cond delay="0"/>
                                  </p:stCondLst>
                                  <p:childTnLst>
                                    <p:animMotion origin="layout" path="M 0 -3.33333E-6 L 0 0.02454 " pathEditMode="relative" rAng="0" ptsTypes="AA">
                                      <p:cBhvr>
                                        <p:cTn id="9" dur="500" spd="-100000" fill="hold"/>
                                        <p:tgtEl>
                                          <p:spTgt spid="2"/>
                                        </p:tgtEl>
                                        <p:attrNameLst>
                                          <p:attrName>ppt_x</p:attrName>
                                          <p:attrName>ppt_y</p:attrName>
                                        </p:attrNameLst>
                                      </p:cBhvr>
                                      <p:rCtr x="0" y="122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556CD-29AE-4EEB-8B7C-2582942E5C5C}"/>
              </a:ext>
            </a:extLst>
          </p:cNvPr>
          <p:cNvSpPr>
            <a:spLocks noGrp="1"/>
          </p:cNvSpPr>
          <p:nvPr>
            <p:ph type="title"/>
          </p:nvPr>
        </p:nvSpPr>
        <p:spPr>
          <a:xfrm>
            <a:off x="718554" y="173328"/>
            <a:ext cx="11018520" cy="1107996"/>
          </a:xfrm>
        </p:spPr>
        <p:txBody>
          <a:bodyPr/>
          <a:lstStyle/>
          <a:p>
            <a:pPr algn="ctr"/>
            <a:r>
              <a:rPr lang="en-US"/>
              <a:t>Azure Arc – Enabled Infrastructure and Enabled Services</a:t>
            </a:r>
          </a:p>
        </p:txBody>
      </p:sp>
      <p:sp>
        <p:nvSpPr>
          <p:cNvPr id="11" name="Content Placeholder 10">
            <a:extLst>
              <a:ext uri="{FF2B5EF4-FFF2-40B4-BE49-F238E27FC236}">
                <a16:creationId xmlns:a16="http://schemas.microsoft.com/office/drawing/2014/main" id="{D2BE468D-42D2-4122-A313-B67A4E586A86}"/>
              </a:ext>
            </a:extLst>
          </p:cNvPr>
          <p:cNvSpPr>
            <a:spLocks noGrp="1"/>
          </p:cNvSpPr>
          <p:nvPr>
            <p:ph sz="quarter" idx="15"/>
          </p:nvPr>
        </p:nvSpPr>
        <p:spPr>
          <a:xfrm>
            <a:off x="5543161" y="2198455"/>
            <a:ext cx="5185572" cy="492092"/>
          </a:xfrm>
        </p:spPr>
        <p:txBody>
          <a:bodyPr/>
          <a:lstStyle/>
          <a:p>
            <a:pPr marL="0" indent="0">
              <a:buNone/>
            </a:pPr>
            <a:r>
              <a:rPr kumimoji="0" lang="en-US" sz="2400" b="0" i="0" u="none" strike="noStrike" kern="1200" cap="none" spc="0" normalizeH="0" baseline="0" noProof="0">
                <a:ln>
                  <a:noFill/>
                </a:ln>
                <a:solidFill>
                  <a:srgbClr val="FFFFFF"/>
                </a:solidFill>
                <a:effectLst/>
                <a:uLnTx/>
                <a:uFillTx/>
                <a:latin typeface="Segoe UI Semibold"/>
                <a:ea typeface="+mn-ea"/>
                <a:cs typeface="Segoe UI" pitchFamily="34" charset="0"/>
              </a:rPr>
              <a:t>Single control plane with </a:t>
            </a:r>
            <a:r>
              <a:rPr kumimoji="0" lang="en-US" sz="2400" b="0" i="0" u="none" strike="noStrike" kern="1200" cap="none" spc="0" normalizeH="0" baseline="0" noProof="0">
                <a:ln>
                  <a:noFill/>
                </a:ln>
                <a:solidFill>
                  <a:srgbClr val="50E6FF"/>
                </a:solidFill>
                <a:effectLst/>
                <a:uLnTx/>
                <a:uFillTx/>
                <a:latin typeface="Segoe UI Semibold"/>
                <a:ea typeface="+mn-ea"/>
                <a:cs typeface="Segoe UI" pitchFamily="34" charset="0"/>
              </a:rPr>
              <a:t>Azure Arc</a:t>
            </a:r>
            <a:endParaRPr lang="en-US"/>
          </a:p>
        </p:txBody>
      </p:sp>
      <p:sp>
        <p:nvSpPr>
          <p:cNvPr id="7" name="Graphic 117" descr="Microsoft Azure Cloud logo">
            <a:extLst>
              <a:ext uri="{FF2B5EF4-FFF2-40B4-BE49-F238E27FC236}">
                <a16:creationId xmlns:a16="http://schemas.microsoft.com/office/drawing/2014/main" id="{A81A5CB1-23DA-C640-B9C9-A8B11282B827}"/>
              </a:ext>
              <a:ext uri="{C183D7F6-B498-43B3-948B-1728B52AA6E4}">
                <adec:decorative xmlns:adec="http://schemas.microsoft.com/office/drawing/2017/decorative" val="0"/>
              </a:ext>
            </a:extLst>
          </p:cNvPr>
          <p:cNvSpPr/>
          <p:nvPr/>
        </p:nvSpPr>
        <p:spPr>
          <a:xfrm>
            <a:off x="798797" y="923469"/>
            <a:ext cx="3923833" cy="2234029"/>
          </a:xfrm>
          <a:custGeom>
            <a:avLst/>
            <a:gdLst>
              <a:gd name="connsiteX0" fmla="*/ 3369809 w 3923833"/>
              <a:gd name="connsiteY0" fmla="*/ 1112015 h 2234029"/>
              <a:gd name="connsiteX1" fmla="*/ 3323252 w 3923833"/>
              <a:gd name="connsiteY1" fmla="*/ 1112015 h 2234029"/>
              <a:gd name="connsiteX2" fmla="*/ 3323252 w 3923833"/>
              <a:gd name="connsiteY2" fmla="*/ 1112015 h 2234029"/>
              <a:gd name="connsiteX3" fmla="*/ 3029946 w 3923833"/>
              <a:gd name="connsiteY3" fmla="*/ 544024 h 2234029"/>
              <a:gd name="connsiteX4" fmla="*/ 2392120 w 3923833"/>
              <a:gd name="connsiteY4" fmla="*/ 455566 h 2234029"/>
              <a:gd name="connsiteX5" fmla="*/ 1451675 w 3923833"/>
              <a:gd name="connsiteY5" fmla="*/ 22589 h 2234029"/>
              <a:gd name="connsiteX6" fmla="*/ 809194 w 3923833"/>
              <a:gd name="connsiteY6" fmla="*/ 832675 h 2234029"/>
              <a:gd name="connsiteX7" fmla="*/ 809194 w 3923833"/>
              <a:gd name="connsiteY7" fmla="*/ 841986 h 2234029"/>
              <a:gd name="connsiteX8" fmla="*/ 138778 w 3923833"/>
              <a:gd name="connsiteY8" fmla="*/ 1112015 h 2234029"/>
              <a:gd name="connsiteX9" fmla="*/ 64287 w 3923833"/>
              <a:gd name="connsiteY9" fmla="*/ 1828987 h 2234029"/>
              <a:gd name="connsiteX10" fmla="*/ 664868 w 3923833"/>
              <a:gd name="connsiteY10" fmla="*/ 2229374 h 2234029"/>
              <a:gd name="connsiteX11" fmla="*/ 664868 w 3923833"/>
              <a:gd name="connsiteY11" fmla="*/ 2234030 h 2234029"/>
              <a:gd name="connsiteX12" fmla="*/ 3365153 w 3923833"/>
              <a:gd name="connsiteY12" fmla="*/ 2234030 h 2234029"/>
              <a:gd name="connsiteX13" fmla="*/ 3923833 w 3923833"/>
              <a:gd name="connsiteY13" fmla="*/ 1675350 h 2234029"/>
              <a:gd name="connsiteX14" fmla="*/ 3369809 w 3923833"/>
              <a:gd name="connsiteY14" fmla="*/ 1112015 h 2234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23833" h="2234029">
                <a:moveTo>
                  <a:pt x="3369809" y="1112015"/>
                </a:moveTo>
                <a:cubicBezTo>
                  <a:pt x="3355842" y="1112015"/>
                  <a:pt x="3337220" y="1112015"/>
                  <a:pt x="3323252" y="1112015"/>
                </a:cubicBezTo>
                <a:cubicBezTo>
                  <a:pt x="3323252" y="1112015"/>
                  <a:pt x="3323252" y="1112015"/>
                  <a:pt x="3323252" y="1112015"/>
                </a:cubicBezTo>
                <a:cubicBezTo>
                  <a:pt x="3323252" y="883887"/>
                  <a:pt x="3211517" y="674382"/>
                  <a:pt x="3029946" y="544024"/>
                </a:cubicBezTo>
                <a:cubicBezTo>
                  <a:pt x="2843719" y="413665"/>
                  <a:pt x="2606280" y="381075"/>
                  <a:pt x="2392120" y="455566"/>
                </a:cubicBezTo>
                <a:cubicBezTo>
                  <a:pt x="2215204" y="111047"/>
                  <a:pt x="1824128" y="-65868"/>
                  <a:pt x="1451675" y="22589"/>
                </a:cubicBezTo>
                <a:cubicBezTo>
                  <a:pt x="1079222" y="111047"/>
                  <a:pt x="809194" y="446255"/>
                  <a:pt x="809194" y="832675"/>
                </a:cubicBezTo>
                <a:cubicBezTo>
                  <a:pt x="809194" y="832675"/>
                  <a:pt x="809194" y="837330"/>
                  <a:pt x="809194" y="841986"/>
                </a:cubicBezTo>
                <a:cubicBezTo>
                  <a:pt x="553132" y="800085"/>
                  <a:pt x="297070" y="907165"/>
                  <a:pt x="138778" y="1112015"/>
                </a:cubicBezTo>
                <a:cubicBezTo>
                  <a:pt x="-14859" y="1321520"/>
                  <a:pt x="-42793" y="1596204"/>
                  <a:pt x="64287" y="1828987"/>
                </a:cubicBezTo>
                <a:cubicBezTo>
                  <a:pt x="176023" y="2061770"/>
                  <a:pt x="408806" y="2215407"/>
                  <a:pt x="664868" y="2229374"/>
                </a:cubicBezTo>
                <a:lnTo>
                  <a:pt x="664868" y="2234030"/>
                </a:lnTo>
                <a:lnTo>
                  <a:pt x="3365153" y="2234030"/>
                </a:lnTo>
                <a:cubicBezTo>
                  <a:pt x="3672427" y="2234030"/>
                  <a:pt x="3923833" y="1982624"/>
                  <a:pt x="3923833" y="1675350"/>
                </a:cubicBezTo>
                <a:cubicBezTo>
                  <a:pt x="3923833" y="1368076"/>
                  <a:pt x="3677083" y="1112015"/>
                  <a:pt x="3369809" y="1112015"/>
                </a:cubicBezTo>
                <a:close/>
              </a:path>
            </a:pathLst>
          </a:custGeom>
          <a:solidFill>
            <a:schemeClr val="bg1"/>
          </a:solidFill>
          <a:ln w="28575"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120" name="Picture 119">
            <a:extLst>
              <a:ext uri="{FF2B5EF4-FFF2-40B4-BE49-F238E27FC236}">
                <a16:creationId xmlns:a16="http://schemas.microsoft.com/office/drawing/2014/main" id="{A21F8764-9BF0-4841-ABC6-E308AF36C074}"/>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r="82446" b="108"/>
          <a:stretch/>
        </p:blipFill>
        <p:spPr>
          <a:xfrm>
            <a:off x="1278640" y="1965444"/>
            <a:ext cx="451931" cy="493858"/>
          </a:xfrm>
          <a:prstGeom prst="rect">
            <a:avLst/>
          </a:prstGeom>
        </p:spPr>
      </p:pic>
      <p:cxnSp>
        <p:nvCxnSpPr>
          <p:cNvPr id="8" name="Straight Connector 7">
            <a:extLst>
              <a:ext uri="{FF2B5EF4-FFF2-40B4-BE49-F238E27FC236}">
                <a16:creationId xmlns:a16="http://schemas.microsoft.com/office/drawing/2014/main" id="{C84C1588-EBC3-4528-860F-81A490B6A47A}"/>
              </a:ext>
              <a:ext uri="{C183D7F6-B498-43B3-948B-1728B52AA6E4}">
                <adec:decorative xmlns:adec="http://schemas.microsoft.com/office/drawing/2017/decorative" val="1"/>
              </a:ext>
            </a:extLst>
          </p:cNvPr>
          <p:cNvCxnSpPr>
            <a:cxnSpLocks/>
          </p:cNvCxnSpPr>
          <p:nvPr/>
        </p:nvCxnSpPr>
        <p:spPr>
          <a:xfrm>
            <a:off x="6332324" y="2866321"/>
            <a:ext cx="0" cy="447122"/>
          </a:xfrm>
          <a:prstGeom prst="line">
            <a:avLst/>
          </a:prstGeom>
          <a:noFill/>
          <a:ln w="19050" cap="flat" cmpd="sng" algn="ctr">
            <a:solidFill>
              <a:srgbClr val="0070C0"/>
            </a:solidFill>
            <a:prstDash val="solid"/>
            <a:headEnd type="arrow"/>
            <a:tailEnd type="none"/>
          </a:ln>
          <a:effectLst/>
        </p:spPr>
      </p:cxnSp>
      <p:cxnSp>
        <p:nvCxnSpPr>
          <p:cNvPr id="4" name="Straight Connector 3">
            <a:extLst>
              <a:ext uri="{FF2B5EF4-FFF2-40B4-BE49-F238E27FC236}">
                <a16:creationId xmlns:a16="http://schemas.microsoft.com/office/drawing/2014/main" id="{C3D4D9DD-95F0-42CA-93D3-68A90450766F}"/>
              </a:ext>
              <a:ext uri="{C183D7F6-B498-43B3-948B-1728B52AA6E4}">
                <adec:decorative xmlns:adec="http://schemas.microsoft.com/office/drawing/2017/decorative" val="1"/>
              </a:ext>
            </a:extLst>
          </p:cNvPr>
          <p:cNvCxnSpPr>
            <a:cxnSpLocks/>
          </p:cNvCxnSpPr>
          <p:nvPr/>
        </p:nvCxnSpPr>
        <p:spPr>
          <a:xfrm flipV="1">
            <a:off x="10000777" y="2866321"/>
            <a:ext cx="0" cy="463527"/>
          </a:xfrm>
          <a:prstGeom prst="line">
            <a:avLst/>
          </a:prstGeom>
          <a:noFill/>
          <a:ln w="19050" cap="flat" cmpd="sng" algn="ctr">
            <a:solidFill>
              <a:srgbClr val="0070C0"/>
            </a:solidFill>
            <a:prstDash val="solid"/>
            <a:headEnd type="arrow"/>
            <a:tailEnd type="none"/>
          </a:ln>
          <a:effectLst/>
        </p:spPr>
      </p:cxnSp>
      <p:sp>
        <p:nvSpPr>
          <p:cNvPr id="3" name="Content Placeholder 2">
            <a:extLst>
              <a:ext uri="{FF2B5EF4-FFF2-40B4-BE49-F238E27FC236}">
                <a16:creationId xmlns:a16="http://schemas.microsoft.com/office/drawing/2014/main" id="{BF2C78BC-8C17-4F9D-BAA9-9FD5D0B74356}"/>
              </a:ext>
            </a:extLst>
          </p:cNvPr>
          <p:cNvSpPr>
            <a:spLocks noGrp="1"/>
          </p:cNvSpPr>
          <p:nvPr>
            <p:ph sz="quarter" idx="10"/>
          </p:nvPr>
        </p:nvSpPr>
        <p:spPr>
          <a:xfrm>
            <a:off x="4064856" y="3493440"/>
            <a:ext cx="4537095" cy="1024896"/>
          </a:xfrm>
        </p:spPr>
        <p:txBody>
          <a:bodyPr/>
          <a:lstStyle/>
          <a:p>
            <a:pPr marL="0" marR="0" lvl="0" indent="0" algn="ctr" defTabSz="932293" rtl="0" eaLnBrk="1" fontAlgn="base" latinLnBrk="0" hangingPunct="1">
              <a:lnSpc>
                <a:spcPct val="90000"/>
              </a:lnSpc>
              <a:spcBef>
                <a:spcPct val="0"/>
              </a:spcBef>
              <a:spcAft>
                <a:spcPct val="0"/>
              </a:spcAft>
              <a:buClrTx/>
              <a:buSzTx/>
              <a:buFontTx/>
              <a:buNone/>
              <a:tabLst/>
              <a:defRPr/>
            </a:pPr>
            <a:r>
              <a:rPr kumimoji="0" lang="en-US" sz="1600" b="0" i="0" u="none" strike="noStrike" kern="1200" cap="none" spc="0" normalizeH="0" baseline="0" noProof="0">
                <a:ln>
                  <a:noFill/>
                </a:ln>
                <a:solidFill>
                  <a:srgbClr val="50E6FF"/>
                </a:solidFill>
                <a:effectLst/>
                <a:uLnTx/>
                <a:uFillTx/>
                <a:latin typeface="Segoe UI"/>
                <a:ea typeface="+mn-ea"/>
                <a:cs typeface="+mn-cs"/>
              </a:rPr>
              <a:t>Azure Arc enabled infrastructure</a:t>
            </a:r>
          </a:p>
          <a:p>
            <a:pPr marL="0" marR="0" lvl="0" indent="0" algn="ctr" defTabSz="932293" rtl="0" eaLnBrk="1" fontAlgn="base" latinLnBrk="0" hangingPunct="1">
              <a:lnSpc>
                <a:spcPct val="90000"/>
              </a:lnSpc>
              <a:spcBef>
                <a:spcPct val="0"/>
              </a:spcBef>
              <a:spcAft>
                <a:spcPct val="0"/>
              </a:spcAft>
              <a:buClrTx/>
              <a:buSzTx/>
              <a:buFontTx/>
              <a:buNone/>
              <a:tabLst/>
              <a:defRPr/>
            </a:pPr>
            <a:r>
              <a:rPr kumimoji="0" lang="en-US" sz="1400" b="0" i="0" u="none" strike="noStrike" kern="1200" cap="none" spc="0" normalizeH="0" baseline="0" noProof="0">
                <a:ln w="3175">
                  <a:noFill/>
                </a:ln>
                <a:solidFill>
                  <a:srgbClr val="FFFFFF"/>
                </a:solidFill>
                <a:effectLst/>
                <a:uLnTx/>
                <a:uFillTx/>
                <a:latin typeface="Segoe UI" panose="020B0502040204020203" pitchFamily="34" charset="0"/>
                <a:ea typeface="+mn-ea"/>
                <a:cs typeface="Segoe UI" panose="020B0502040204020203" pitchFamily="34" charset="0"/>
              </a:rPr>
              <a:t>Connect and operate hybrid resources </a:t>
            </a:r>
          </a:p>
          <a:p>
            <a:pPr marL="0" marR="0" lvl="0" indent="0" algn="ctr" defTabSz="932293" rtl="0" eaLnBrk="1" fontAlgn="base" latinLnBrk="0" hangingPunct="1">
              <a:lnSpc>
                <a:spcPct val="90000"/>
              </a:lnSpc>
              <a:spcBef>
                <a:spcPct val="0"/>
              </a:spcBef>
              <a:spcAft>
                <a:spcPct val="0"/>
              </a:spcAft>
              <a:buClrTx/>
              <a:buSzTx/>
              <a:buFontTx/>
              <a:buNone/>
              <a:tabLst/>
              <a:defRPr/>
            </a:pPr>
            <a:r>
              <a:rPr kumimoji="0" lang="en-US" sz="1400" b="0" i="0" u="none" strike="noStrike" kern="1200" cap="none" spc="0" normalizeH="0" baseline="0" noProof="0">
                <a:ln w="3175">
                  <a:noFill/>
                </a:ln>
                <a:solidFill>
                  <a:srgbClr val="FFFFFF"/>
                </a:solidFill>
                <a:effectLst/>
                <a:uLnTx/>
                <a:uFillTx/>
                <a:latin typeface="Segoe UI" panose="020B0502040204020203" pitchFamily="34" charset="0"/>
                <a:ea typeface="+mn-ea"/>
                <a:cs typeface="Segoe UI" panose="020B0502040204020203" pitchFamily="34" charset="0"/>
              </a:rPr>
              <a:t>as native Azure resources</a:t>
            </a:r>
          </a:p>
        </p:txBody>
      </p:sp>
      <p:sp>
        <p:nvSpPr>
          <p:cNvPr id="5" name="Content Placeholder 4">
            <a:extLst>
              <a:ext uri="{FF2B5EF4-FFF2-40B4-BE49-F238E27FC236}">
                <a16:creationId xmlns:a16="http://schemas.microsoft.com/office/drawing/2014/main" id="{6D0C422D-6931-4192-AC01-47A56101F4B0}"/>
              </a:ext>
            </a:extLst>
          </p:cNvPr>
          <p:cNvSpPr>
            <a:spLocks noGrp="1"/>
          </p:cNvSpPr>
          <p:nvPr>
            <p:ph sz="quarter" idx="11"/>
          </p:nvPr>
        </p:nvSpPr>
        <p:spPr>
          <a:xfrm>
            <a:off x="8248037" y="3495421"/>
            <a:ext cx="3489037" cy="803297"/>
          </a:xfrm>
        </p:spPr>
        <p:txBody>
          <a:bodyPr/>
          <a:lstStyle/>
          <a:p>
            <a:pPr marL="0" marR="0" lvl="0" indent="0" algn="ctr" defTabSz="932293" rtl="0" eaLnBrk="1" fontAlgn="base" latinLnBrk="0" hangingPunct="1">
              <a:lnSpc>
                <a:spcPct val="90000"/>
              </a:lnSpc>
              <a:spcBef>
                <a:spcPct val="0"/>
              </a:spcBef>
              <a:spcAft>
                <a:spcPct val="0"/>
              </a:spcAft>
              <a:buClrTx/>
              <a:buSzTx/>
              <a:buFontTx/>
              <a:buNone/>
              <a:tabLst/>
              <a:defRPr/>
            </a:pPr>
            <a:r>
              <a:rPr kumimoji="0" lang="en-US" sz="1600" b="0" i="0" u="none" strike="noStrike" kern="1200" cap="none" spc="0" normalizeH="0" baseline="0" noProof="0">
                <a:ln>
                  <a:noFill/>
                </a:ln>
                <a:solidFill>
                  <a:srgbClr val="50E6FF"/>
                </a:solidFill>
                <a:effectLst/>
                <a:uLnTx/>
                <a:uFillTx/>
                <a:latin typeface="Segoe UI"/>
                <a:ea typeface="+mn-ea"/>
                <a:cs typeface="+mn-cs"/>
              </a:rPr>
              <a:t>Azure Arc enabled services</a:t>
            </a:r>
          </a:p>
          <a:p>
            <a:pPr marL="0" marR="0" lvl="0" indent="0" algn="ctr" defTabSz="932293" rtl="0" eaLnBrk="1" fontAlgn="base" latinLnBrk="0" hangingPunct="1">
              <a:lnSpc>
                <a:spcPct val="90000"/>
              </a:lnSpc>
              <a:spcBef>
                <a:spcPct val="0"/>
              </a:spcBef>
              <a:spcAft>
                <a:spcPct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Deploy and run Azure services outside of Azure while still operating it from Azure</a:t>
            </a:r>
          </a:p>
        </p:txBody>
      </p:sp>
      <p:pic>
        <p:nvPicPr>
          <p:cNvPr id="76" name="Graphic 75">
            <a:extLst>
              <a:ext uri="{FF2B5EF4-FFF2-40B4-BE49-F238E27FC236}">
                <a16:creationId xmlns:a16="http://schemas.microsoft.com/office/drawing/2014/main" id="{830D4441-2390-44FE-A342-9FFEA8A1D705}"/>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78377" y="4488518"/>
            <a:ext cx="365760" cy="365760"/>
          </a:xfrm>
          <a:prstGeom prst="rect">
            <a:avLst/>
          </a:prstGeom>
        </p:spPr>
      </p:pic>
      <p:pic>
        <p:nvPicPr>
          <p:cNvPr id="78" name="Graphic 77">
            <a:extLst>
              <a:ext uri="{FF2B5EF4-FFF2-40B4-BE49-F238E27FC236}">
                <a16:creationId xmlns:a16="http://schemas.microsoft.com/office/drawing/2014/main" id="{C4B07436-104C-4BDE-805D-508A633B0F1B}"/>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98657" y="4488518"/>
            <a:ext cx="365760" cy="365760"/>
          </a:xfrm>
          <a:prstGeom prst="rect">
            <a:avLst/>
          </a:prstGeom>
        </p:spPr>
      </p:pic>
      <p:pic>
        <p:nvPicPr>
          <p:cNvPr id="79" name="Graphic 78" descr="AKS logo">
            <a:extLst>
              <a:ext uri="{FF2B5EF4-FFF2-40B4-BE49-F238E27FC236}">
                <a16:creationId xmlns:a16="http://schemas.microsoft.com/office/drawing/2014/main" id="{3A213FF2-FFE8-4313-98BC-42874A2C4083}"/>
              </a:ext>
              <a:ext uri="{C183D7F6-B498-43B3-948B-1728B52AA6E4}">
                <adec:decorative xmlns:adec="http://schemas.microsoft.com/office/drawing/2017/decorative" val="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447852" y="4491417"/>
            <a:ext cx="365760" cy="365760"/>
          </a:xfrm>
          <a:prstGeom prst="rect">
            <a:avLst/>
          </a:prstGeom>
        </p:spPr>
      </p:pic>
      <p:pic>
        <p:nvPicPr>
          <p:cNvPr id="80" name="Graphic 79" descr="AKS logo">
            <a:extLst>
              <a:ext uri="{FF2B5EF4-FFF2-40B4-BE49-F238E27FC236}">
                <a16:creationId xmlns:a16="http://schemas.microsoft.com/office/drawing/2014/main" id="{6BCC8747-C0B2-4442-B0DD-AA15D43D83FB}"/>
              </a:ext>
              <a:ext uri="{C183D7F6-B498-43B3-948B-1728B52AA6E4}">
                <adec:decorative xmlns:adec="http://schemas.microsoft.com/office/drawing/2017/decorative" val="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921922" y="4495242"/>
            <a:ext cx="365760" cy="365760"/>
          </a:xfrm>
          <a:prstGeom prst="rect">
            <a:avLst/>
          </a:prstGeom>
        </p:spPr>
      </p:pic>
      <p:pic>
        <p:nvPicPr>
          <p:cNvPr id="81" name="Graphic 80" descr="Azure Arc PostgreSQL Hyperscale logo">
            <a:extLst>
              <a:ext uri="{FF2B5EF4-FFF2-40B4-BE49-F238E27FC236}">
                <a16:creationId xmlns:a16="http://schemas.microsoft.com/office/drawing/2014/main" id="{9B15D68B-6E84-458C-86BB-EED72E19F4D6}"/>
              </a:ext>
              <a:ext uri="{C183D7F6-B498-43B3-948B-1728B52AA6E4}">
                <adec:decorative xmlns:adec="http://schemas.microsoft.com/office/drawing/2017/decorative" val="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267649" y="4488518"/>
            <a:ext cx="365760" cy="365760"/>
          </a:xfrm>
          <a:prstGeom prst="rect">
            <a:avLst/>
          </a:prstGeom>
        </p:spPr>
      </p:pic>
      <p:pic>
        <p:nvPicPr>
          <p:cNvPr id="82" name="Graphic 81" descr="Azure Arc SQL Managed Instance logo">
            <a:extLst>
              <a:ext uri="{FF2B5EF4-FFF2-40B4-BE49-F238E27FC236}">
                <a16:creationId xmlns:a16="http://schemas.microsoft.com/office/drawing/2014/main" id="{E0003F80-706B-4B5D-A747-8468447BE8F2}"/>
              </a:ext>
              <a:ext uri="{C183D7F6-B498-43B3-948B-1728B52AA6E4}">
                <adec:decorative xmlns:adec="http://schemas.microsoft.com/office/drawing/2017/decorative" val="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820312" y="4488518"/>
            <a:ext cx="365760" cy="365760"/>
          </a:xfrm>
          <a:prstGeom prst="rect">
            <a:avLst/>
          </a:prstGeom>
        </p:spPr>
      </p:pic>
      <p:pic>
        <p:nvPicPr>
          <p:cNvPr id="83" name="Graphic 82" descr="Azure Arc SQL logo">
            <a:extLst>
              <a:ext uri="{FF2B5EF4-FFF2-40B4-BE49-F238E27FC236}">
                <a16:creationId xmlns:a16="http://schemas.microsoft.com/office/drawing/2014/main" id="{BCB95137-CD35-425D-8199-F9ED67B41698}"/>
              </a:ext>
              <a:ext uri="{C183D7F6-B498-43B3-948B-1728B52AA6E4}">
                <adec:decorative xmlns:adec="http://schemas.microsoft.com/office/drawing/2017/decorative" val="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371117" y="4488518"/>
            <a:ext cx="365760" cy="365760"/>
          </a:xfrm>
          <a:prstGeom prst="rect">
            <a:avLst/>
          </a:prstGeom>
        </p:spPr>
      </p:pic>
      <p:grpSp>
        <p:nvGrpSpPr>
          <p:cNvPr id="68" name="Group 67">
            <a:extLst>
              <a:ext uri="{FF2B5EF4-FFF2-40B4-BE49-F238E27FC236}">
                <a16:creationId xmlns:a16="http://schemas.microsoft.com/office/drawing/2014/main" id="{6163C90E-95E6-49EA-BB7D-8FB3F8D32EA9}"/>
              </a:ext>
              <a:ext uri="{C183D7F6-B498-43B3-948B-1728B52AA6E4}">
                <adec:decorative xmlns:adec="http://schemas.microsoft.com/office/drawing/2017/decorative" val="1"/>
              </a:ext>
            </a:extLst>
          </p:cNvPr>
          <p:cNvGrpSpPr/>
          <p:nvPr/>
        </p:nvGrpSpPr>
        <p:grpSpPr>
          <a:xfrm>
            <a:off x="6689305" y="5352057"/>
            <a:ext cx="436399" cy="243012"/>
            <a:chOff x="8293891" y="5276034"/>
            <a:chExt cx="575789" cy="320633"/>
          </a:xfrm>
        </p:grpSpPr>
        <p:sp>
          <p:nvSpPr>
            <p:cNvPr id="69" name="Cloud">
              <a:extLst>
                <a:ext uri="{FF2B5EF4-FFF2-40B4-BE49-F238E27FC236}">
                  <a16:creationId xmlns:a16="http://schemas.microsoft.com/office/drawing/2014/main" id="{ED80F273-52DD-46B4-AC13-E475DDB0D706}"/>
                </a:ext>
                <a:ext uri="{C183D7F6-B498-43B3-948B-1728B52AA6E4}">
                  <adec:decorative xmlns:adec="http://schemas.microsoft.com/office/drawing/2017/decorative" val="1"/>
                </a:ext>
              </a:extLst>
            </p:cNvPr>
            <p:cNvSpPr>
              <a:spLocks noChangeAspect="1"/>
            </p:cNvSpPr>
            <p:nvPr/>
          </p:nvSpPr>
          <p:spPr bwMode="auto">
            <a:xfrm flipV="1">
              <a:off x="8293891" y="5276034"/>
              <a:ext cx="415769" cy="229193"/>
            </a:xfrm>
            <a:custGeom>
              <a:avLst/>
              <a:gdLst>
                <a:gd name="connsiteX0" fmla="*/ 2780439 w 5647350"/>
                <a:gd name="connsiteY0" fmla="*/ 3113116 h 3113116"/>
                <a:gd name="connsiteX1" fmla="*/ 4003228 w 5647350"/>
                <a:gd name="connsiteY1" fmla="*/ 2302597 h 3113116"/>
                <a:gd name="connsiteX2" fmla="*/ 4014578 w 5647350"/>
                <a:gd name="connsiteY2" fmla="*/ 2266034 h 3113116"/>
                <a:gd name="connsiteX3" fmla="*/ 4121367 w 5647350"/>
                <a:gd name="connsiteY3" fmla="*/ 2305119 h 3113116"/>
                <a:gd name="connsiteX4" fmla="*/ 4471137 w 5647350"/>
                <a:gd name="connsiteY4" fmla="*/ 2357999 h 3113116"/>
                <a:gd name="connsiteX5" fmla="*/ 5647350 w 5647350"/>
                <a:gd name="connsiteY5" fmla="*/ 1181786 h 3113116"/>
                <a:gd name="connsiteX6" fmla="*/ 4591398 w 5647350"/>
                <a:gd name="connsiteY6" fmla="*/ 11645 h 3113116"/>
                <a:gd name="connsiteX7" fmla="*/ 4501659 w 5647350"/>
                <a:gd name="connsiteY7" fmla="*/ 7114 h 3113116"/>
                <a:gd name="connsiteX8" fmla="*/ 4452514 w 5647350"/>
                <a:gd name="connsiteY8" fmla="*/ 2160 h 3113116"/>
                <a:gd name="connsiteX9" fmla="*/ 661901 w 5647350"/>
                <a:gd name="connsiteY9" fmla="*/ 2161 h 3113116"/>
                <a:gd name="connsiteX10" fmla="*/ 606779 w 5647350"/>
                <a:gd name="connsiteY10" fmla="*/ 0 h 3113116"/>
                <a:gd name="connsiteX11" fmla="*/ 477910 w 5647350"/>
                <a:gd name="connsiteY11" fmla="*/ 20972 h 3113116"/>
                <a:gd name="connsiteX12" fmla="*/ 22123 w 5647350"/>
                <a:gd name="connsiteY12" fmla="*/ 810419 h 3113116"/>
                <a:gd name="connsiteX13" fmla="*/ 682701 w 5647350"/>
                <a:gd name="connsiteY13" fmla="*/ 1287178 h 3113116"/>
                <a:gd name="connsiteX14" fmla="*/ 731822 w 5647350"/>
                <a:gd name="connsiteY14" fmla="*/ 1279184 h 3113116"/>
                <a:gd name="connsiteX15" fmla="*/ 718255 w 5647350"/>
                <a:gd name="connsiteY15" fmla="*/ 1360043 h 3113116"/>
                <a:gd name="connsiteX16" fmla="*/ 818090 w 5647350"/>
                <a:gd name="connsiteY16" fmla="*/ 1791984 h 3113116"/>
                <a:gd name="connsiteX17" fmla="*/ 1422047 w 5647350"/>
                <a:gd name="connsiteY17" fmla="*/ 2169387 h 3113116"/>
                <a:gd name="connsiteX18" fmla="*/ 1509532 w 5647350"/>
                <a:gd name="connsiteY18" fmla="*/ 2167085 h 3113116"/>
                <a:gd name="connsiteX19" fmla="*/ 1513025 w 5647350"/>
                <a:gd name="connsiteY19" fmla="*/ 2180671 h 3113116"/>
                <a:gd name="connsiteX20" fmla="*/ 2780439 w 5647350"/>
                <a:gd name="connsiteY20" fmla="*/ 3113116 h 3113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647350" h="3113116">
                  <a:moveTo>
                    <a:pt x="2780439" y="3113116"/>
                  </a:moveTo>
                  <a:cubicBezTo>
                    <a:pt x="3330132" y="3113116"/>
                    <a:pt x="3801767" y="2778905"/>
                    <a:pt x="4003228" y="2302597"/>
                  </a:cubicBezTo>
                  <a:lnTo>
                    <a:pt x="4014578" y="2266034"/>
                  </a:lnTo>
                  <a:lnTo>
                    <a:pt x="4121367" y="2305119"/>
                  </a:lnTo>
                  <a:cubicBezTo>
                    <a:pt x="4231860" y="2339485"/>
                    <a:pt x="4349336" y="2357999"/>
                    <a:pt x="4471137" y="2357999"/>
                  </a:cubicBezTo>
                  <a:cubicBezTo>
                    <a:pt x="5120742" y="2357999"/>
                    <a:pt x="5647350" y="1831391"/>
                    <a:pt x="5647350" y="1181786"/>
                  </a:cubicBezTo>
                  <a:cubicBezTo>
                    <a:pt x="5647350" y="572781"/>
                    <a:pt x="5184511" y="71879"/>
                    <a:pt x="4591398" y="11645"/>
                  </a:cubicBezTo>
                  <a:lnTo>
                    <a:pt x="4501659" y="7114"/>
                  </a:lnTo>
                  <a:lnTo>
                    <a:pt x="4452514" y="2160"/>
                  </a:lnTo>
                  <a:lnTo>
                    <a:pt x="661901" y="2161"/>
                  </a:lnTo>
                  <a:lnTo>
                    <a:pt x="606779" y="0"/>
                  </a:lnTo>
                  <a:cubicBezTo>
                    <a:pt x="564026" y="2566"/>
                    <a:pt x="520893" y="9455"/>
                    <a:pt x="477910" y="20972"/>
                  </a:cubicBezTo>
                  <a:cubicBezTo>
                    <a:pt x="134048" y="113110"/>
                    <a:pt x="-70014" y="466557"/>
                    <a:pt x="22123" y="810419"/>
                  </a:cubicBezTo>
                  <a:cubicBezTo>
                    <a:pt x="102744" y="1111298"/>
                    <a:pt x="383429" y="1305143"/>
                    <a:pt x="682701" y="1287178"/>
                  </a:cubicBezTo>
                  <a:lnTo>
                    <a:pt x="731822" y="1279184"/>
                  </a:lnTo>
                  <a:lnTo>
                    <a:pt x="718255" y="1360043"/>
                  </a:lnTo>
                  <a:cubicBezTo>
                    <a:pt x="707958" y="1505742"/>
                    <a:pt x="739562" y="1655971"/>
                    <a:pt x="818090" y="1791984"/>
                  </a:cubicBezTo>
                  <a:cubicBezTo>
                    <a:pt x="948969" y="2018674"/>
                    <a:pt x="1179216" y="2152226"/>
                    <a:pt x="1422047" y="2169387"/>
                  </a:cubicBezTo>
                  <a:lnTo>
                    <a:pt x="1509532" y="2167085"/>
                  </a:lnTo>
                  <a:lnTo>
                    <a:pt x="1513025" y="2180671"/>
                  </a:lnTo>
                  <a:cubicBezTo>
                    <a:pt x="1681048" y="2720882"/>
                    <a:pt x="2184939" y="3113116"/>
                    <a:pt x="2780439" y="3113116"/>
                  </a:cubicBezTo>
                  <a:close/>
                </a:path>
              </a:pathLst>
            </a:custGeom>
            <a:solidFill>
              <a:srgbClr val="50E6FF"/>
            </a:solidFill>
            <a:ln w="25400" cap="flat">
              <a:noFill/>
              <a:prstDash val="solid"/>
              <a:miter lim="800000"/>
              <a:headEnd/>
              <a:tailEnd/>
            </a:ln>
          </p:spPr>
          <p:txBody>
            <a:bodyPr vert="horz" wrap="square" lIns="107570" tIns="53785" rIns="107570" bIns="53785" numCol="1" anchor="t" anchorCtr="0" compatLnSpc="1">
              <a:prstTxWarp prst="textNoShape">
                <a:avLst/>
              </a:prstTxWarp>
            </a:bodyPr>
            <a:lstStyle/>
            <a:p>
              <a:pPr marL="0" marR="0" lvl="0" indent="0" algn="ctr" defTabSz="1075663" rtl="0" eaLnBrk="1" fontAlgn="auto" latinLnBrk="0" hangingPunct="1">
                <a:lnSpc>
                  <a:spcPct val="100000"/>
                </a:lnSpc>
                <a:spcBef>
                  <a:spcPts val="0"/>
                </a:spcBef>
                <a:spcAft>
                  <a:spcPts val="0"/>
                </a:spcAft>
                <a:buClrTx/>
                <a:buSzTx/>
                <a:buFontTx/>
                <a:buNone/>
                <a:tabLst/>
                <a:defRPr/>
              </a:pPr>
              <a:endParaRPr kumimoji="0" lang="en-US" sz="2118" b="0" i="0" u="none" strike="noStrike" kern="0" cap="none" spc="0" normalizeH="0" baseline="0" noProof="0">
                <a:ln>
                  <a:noFill/>
                </a:ln>
                <a:solidFill>
                  <a:srgbClr val="353535"/>
                </a:solidFill>
                <a:effectLst/>
                <a:uLnTx/>
                <a:uFillTx/>
                <a:latin typeface="Segoe UI Semilight"/>
                <a:ea typeface="+mn-ea"/>
                <a:cs typeface="+mn-cs"/>
              </a:endParaRPr>
            </a:p>
          </p:txBody>
        </p:sp>
        <p:sp>
          <p:nvSpPr>
            <p:cNvPr id="70" name="Cloud">
              <a:extLst>
                <a:ext uri="{FF2B5EF4-FFF2-40B4-BE49-F238E27FC236}">
                  <a16:creationId xmlns:a16="http://schemas.microsoft.com/office/drawing/2014/main" id="{E315A259-481A-47FD-BFD3-BDFAECCD9ECD}"/>
                </a:ext>
                <a:ext uri="{C183D7F6-B498-43B3-948B-1728B52AA6E4}">
                  <adec:decorative xmlns:adec="http://schemas.microsoft.com/office/drawing/2017/decorative" val="1"/>
                </a:ext>
              </a:extLst>
            </p:cNvPr>
            <p:cNvSpPr>
              <a:spLocks noChangeAspect="1"/>
            </p:cNvSpPr>
            <p:nvPr/>
          </p:nvSpPr>
          <p:spPr bwMode="auto">
            <a:xfrm flipV="1">
              <a:off x="8453911" y="5367474"/>
              <a:ext cx="415769" cy="229193"/>
            </a:xfrm>
            <a:custGeom>
              <a:avLst/>
              <a:gdLst>
                <a:gd name="connsiteX0" fmla="*/ 2780439 w 5647350"/>
                <a:gd name="connsiteY0" fmla="*/ 3113116 h 3113116"/>
                <a:gd name="connsiteX1" fmla="*/ 4003228 w 5647350"/>
                <a:gd name="connsiteY1" fmla="*/ 2302597 h 3113116"/>
                <a:gd name="connsiteX2" fmla="*/ 4014578 w 5647350"/>
                <a:gd name="connsiteY2" fmla="*/ 2266034 h 3113116"/>
                <a:gd name="connsiteX3" fmla="*/ 4121367 w 5647350"/>
                <a:gd name="connsiteY3" fmla="*/ 2305119 h 3113116"/>
                <a:gd name="connsiteX4" fmla="*/ 4471137 w 5647350"/>
                <a:gd name="connsiteY4" fmla="*/ 2357999 h 3113116"/>
                <a:gd name="connsiteX5" fmla="*/ 5647350 w 5647350"/>
                <a:gd name="connsiteY5" fmla="*/ 1181786 h 3113116"/>
                <a:gd name="connsiteX6" fmla="*/ 4591398 w 5647350"/>
                <a:gd name="connsiteY6" fmla="*/ 11645 h 3113116"/>
                <a:gd name="connsiteX7" fmla="*/ 4501659 w 5647350"/>
                <a:gd name="connsiteY7" fmla="*/ 7114 h 3113116"/>
                <a:gd name="connsiteX8" fmla="*/ 4452514 w 5647350"/>
                <a:gd name="connsiteY8" fmla="*/ 2160 h 3113116"/>
                <a:gd name="connsiteX9" fmla="*/ 661901 w 5647350"/>
                <a:gd name="connsiteY9" fmla="*/ 2161 h 3113116"/>
                <a:gd name="connsiteX10" fmla="*/ 606779 w 5647350"/>
                <a:gd name="connsiteY10" fmla="*/ 0 h 3113116"/>
                <a:gd name="connsiteX11" fmla="*/ 477910 w 5647350"/>
                <a:gd name="connsiteY11" fmla="*/ 20972 h 3113116"/>
                <a:gd name="connsiteX12" fmla="*/ 22123 w 5647350"/>
                <a:gd name="connsiteY12" fmla="*/ 810419 h 3113116"/>
                <a:gd name="connsiteX13" fmla="*/ 682701 w 5647350"/>
                <a:gd name="connsiteY13" fmla="*/ 1287178 h 3113116"/>
                <a:gd name="connsiteX14" fmla="*/ 731822 w 5647350"/>
                <a:gd name="connsiteY14" fmla="*/ 1279184 h 3113116"/>
                <a:gd name="connsiteX15" fmla="*/ 718255 w 5647350"/>
                <a:gd name="connsiteY15" fmla="*/ 1360043 h 3113116"/>
                <a:gd name="connsiteX16" fmla="*/ 818090 w 5647350"/>
                <a:gd name="connsiteY16" fmla="*/ 1791984 h 3113116"/>
                <a:gd name="connsiteX17" fmla="*/ 1422047 w 5647350"/>
                <a:gd name="connsiteY17" fmla="*/ 2169387 h 3113116"/>
                <a:gd name="connsiteX18" fmla="*/ 1509532 w 5647350"/>
                <a:gd name="connsiteY18" fmla="*/ 2167085 h 3113116"/>
                <a:gd name="connsiteX19" fmla="*/ 1513025 w 5647350"/>
                <a:gd name="connsiteY19" fmla="*/ 2180671 h 3113116"/>
                <a:gd name="connsiteX20" fmla="*/ 2780439 w 5647350"/>
                <a:gd name="connsiteY20" fmla="*/ 3113116 h 3113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647350" h="3113116">
                  <a:moveTo>
                    <a:pt x="2780439" y="3113116"/>
                  </a:moveTo>
                  <a:cubicBezTo>
                    <a:pt x="3330132" y="3113116"/>
                    <a:pt x="3801767" y="2778905"/>
                    <a:pt x="4003228" y="2302597"/>
                  </a:cubicBezTo>
                  <a:lnTo>
                    <a:pt x="4014578" y="2266034"/>
                  </a:lnTo>
                  <a:lnTo>
                    <a:pt x="4121367" y="2305119"/>
                  </a:lnTo>
                  <a:cubicBezTo>
                    <a:pt x="4231860" y="2339485"/>
                    <a:pt x="4349336" y="2357999"/>
                    <a:pt x="4471137" y="2357999"/>
                  </a:cubicBezTo>
                  <a:cubicBezTo>
                    <a:pt x="5120742" y="2357999"/>
                    <a:pt x="5647350" y="1831391"/>
                    <a:pt x="5647350" y="1181786"/>
                  </a:cubicBezTo>
                  <a:cubicBezTo>
                    <a:pt x="5647350" y="572781"/>
                    <a:pt x="5184511" y="71879"/>
                    <a:pt x="4591398" y="11645"/>
                  </a:cubicBezTo>
                  <a:lnTo>
                    <a:pt x="4501659" y="7114"/>
                  </a:lnTo>
                  <a:lnTo>
                    <a:pt x="4452514" y="2160"/>
                  </a:lnTo>
                  <a:lnTo>
                    <a:pt x="661901" y="2161"/>
                  </a:lnTo>
                  <a:lnTo>
                    <a:pt x="606779" y="0"/>
                  </a:lnTo>
                  <a:cubicBezTo>
                    <a:pt x="564026" y="2566"/>
                    <a:pt x="520893" y="9455"/>
                    <a:pt x="477910" y="20972"/>
                  </a:cubicBezTo>
                  <a:cubicBezTo>
                    <a:pt x="134048" y="113110"/>
                    <a:pt x="-70014" y="466557"/>
                    <a:pt x="22123" y="810419"/>
                  </a:cubicBezTo>
                  <a:cubicBezTo>
                    <a:pt x="102744" y="1111298"/>
                    <a:pt x="383429" y="1305143"/>
                    <a:pt x="682701" y="1287178"/>
                  </a:cubicBezTo>
                  <a:lnTo>
                    <a:pt x="731822" y="1279184"/>
                  </a:lnTo>
                  <a:lnTo>
                    <a:pt x="718255" y="1360043"/>
                  </a:lnTo>
                  <a:cubicBezTo>
                    <a:pt x="707958" y="1505742"/>
                    <a:pt x="739562" y="1655971"/>
                    <a:pt x="818090" y="1791984"/>
                  </a:cubicBezTo>
                  <a:cubicBezTo>
                    <a:pt x="948969" y="2018674"/>
                    <a:pt x="1179216" y="2152226"/>
                    <a:pt x="1422047" y="2169387"/>
                  </a:cubicBezTo>
                  <a:lnTo>
                    <a:pt x="1509532" y="2167085"/>
                  </a:lnTo>
                  <a:lnTo>
                    <a:pt x="1513025" y="2180671"/>
                  </a:lnTo>
                  <a:cubicBezTo>
                    <a:pt x="1681048" y="2720882"/>
                    <a:pt x="2184939" y="3113116"/>
                    <a:pt x="2780439" y="3113116"/>
                  </a:cubicBezTo>
                  <a:close/>
                </a:path>
              </a:pathLst>
            </a:custGeom>
            <a:solidFill>
              <a:srgbClr val="0078D4"/>
            </a:solidFill>
            <a:ln w="25400" cap="flat">
              <a:noFill/>
              <a:prstDash val="solid"/>
              <a:miter lim="800000"/>
              <a:headEnd/>
              <a:tailEnd/>
            </a:ln>
          </p:spPr>
          <p:txBody>
            <a:bodyPr vert="horz" wrap="square" lIns="107570" tIns="53785" rIns="107570" bIns="53785" numCol="1" anchor="t" anchorCtr="0" compatLnSpc="1">
              <a:prstTxWarp prst="textNoShape">
                <a:avLst/>
              </a:prstTxWarp>
            </a:bodyPr>
            <a:lstStyle/>
            <a:p>
              <a:pPr marL="0" marR="0" lvl="0" indent="0" algn="ctr" defTabSz="1075663" rtl="0" eaLnBrk="1" fontAlgn="auto" latinLnBrk="0" hangingPunct="1">
                <a:lnSpc>
                  <a:spcPct val="100000"/>
                </a:lnSpc>
                <a:spcBef>
                  <a:spcPts val="0"/>
                </a:spcBef>
                <a:spcAft>
                  <a:spcPts val="0"/>
                </a:spcAft>
                <a:buClrTx/>
                <a:buSzTx/>
                <a:buFontTx/>
                <a:buNone/>
                <a:tabLst/>
                <a:defRPr/>
              </a:pPr>
              <a:endParaRPr kumimoji="0" lang="en-US" sz="2118" b="0" i="0" u="none" strike="noStrike" kern="0" cap="none" spc="0" normalizeH="0" baseline="0" noProof="0">
                <a:ln>
                  <a:noFill/>
                </a:ln>
                <a:solidFill>
                  <a:srgbClr val="353535"/>
                </a:solidFill>
                <a:effectLst/>
                <a:uLnTx/>
                <a:uFillTx/>
                <a:latin typeface="Segoe UI Semilight"/>
                <a:ea typeface="+mn-ea"/>
                <a:cs typeface="+mn-cs"/>
              </a:endParaRPr>
            </a:p>
          </p:txBody>
        </p:sp>
      </p:grpSp>
      <p:sp>
        <p:nvSpPr>
          <p:cNvPr id="6" name="Content Placeholder 5">
            <a:extLst>
              <a:ext uri="{FF2B5EF4-FFF2-40B4-BE49-F238E27FC236}">
                <a16:creationId xmlns:a16="http://schemas.microsoft.com/office/drawing/2014/main" id="{30D45CE7-BBA5-42AB-BF39-FBFF9A506F3F}"/>
              </a:ext>
            </a:extLst>
          </p:cNvPr>
          <p:cNvSpPr>
            <a:spLocks noGrp="1"/>
          </p:cNvSpPr>
          <p:nvPr>
            <p:ph sz="quarter" idx="12"/>
          </p:nvPr>
        </p:nvSpPr>
        <p:spPr>
          <a:xfrm>
            <a:off x="6497753" y="5649940"/>
            <a:ext cx="1176262" cy="212863"/>
          </a:xfrm>
        </p:spPr>
        <p:txBody>
          <a:bodyPr/>
          <a:lstStyle/>
          <a:p>
            <a:pPr marL="0" marR="0" lvl="0" indent="0" algn="l" defTabSz="914225"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50E6FF"/>
                </a:solidFill>
                <a:effectLst/>
                <a:uLnTx/>
                <a:uFillTx/>
                <a:latin typeface="Segoe UI Semibold"/>
                <a:ea typeface="+mn-ea"/>
                <a:cs typeface="+mn-cs"/>
              </a:rPr>
              <a:t>Multi-cloud</a:t>
            </a:r>
          </a:p>
        </p:txBody>
      </p:sp>
      <p:pic>
        <p:nvPicPr>
          <p:cNvPr id="59" name="Picture 58">
            <a:extLst>
              <a:ext uri="{FF2B5EF4-FFF2-40B4-BE49-F238E27FC236}">
                <a16:creationId xmlns:a16="http://schemas.microsoft.com/office/drawing/2014/main" id="{1393C9D7-CFAB-4951-8B57-4E4A46A275F4}"/>
              </a:ext>
              <a:ext uri="{C183D7F6-B498-43B3-948B-1728B52AA6E4}">
                <adec:decorative xmlns:adec="http://schemas.microsoft.com/office/drawing/2017/decorative" val="1"/>
              </a:ext>
            </a:extLst>
          </p:cNvPr>
          <p:cNvPicPr>
            <a:picLocks noChangeAspect="1"/>
          </p:cNvPicPr>
          <p:nvPr/>
        </p:nvPicPr>
        <p:blipFill>
          <a:blip r:embed="rId14"/>
          <a:srcRect/>
          <a:stretch/>
        </p:blipFill>
        <p:spPr>
          <a:xfrm>
            <a:off x="8018914" y="5339262"/>
            <a:ext cx="274997" cy="274997"/>
          </a:xfrm>
          <a:prstGeom prst="rect">
            <a:avLst/>
          </a:prstGeom>
        </p:spPr>
      </p:pic>
      <p:sp>
        <p:nvSpPr>
          <p:cNvPr id="9" name="Content Placeholder 8">
            <a:extLst>
              <a:ext uri="{FF2B5EF4-FFF2-40B4-BE49-F238E27FC236}">
                <a16:creationId xmlns:a16="http://schemas.microsoft.com/office/drawing/2014/main" id="{4C30AF66-1A9C-455D-ABFE-9036344E6C7F}"/>
              </a:ext>
            </a:extLst>
          </p:cNvPr>
          <p:cNvSpPr>
            <a:spLocks noGrp="1"/>
          </p:cNvSpPr>
          <p:nvPr>
            <p:ph sz="quarter" idx="13"/>
          </p:nvPr>
        </p:nvSpPr>
        <p:spPr>
          <a:xfrm>
            <a:off x="7774279" y="5649534"/>
            <a:ext cx="962598" cy="274997"/>
          </a:xfrm>
        </p:spPr>
        <p:txBody>
          <a:bodyPr/>
          <a:lstStyle/>
          <a:p>
            <a:pPr marL="0" marR="0" lvl="0" indent="0" algn="l" defTabSz="91422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50E6FF"/>
                </a:solidFill>
                <a:effectLst/>
                <a:uLnTx/>
                <a:uFillTx/>
                <a:latin typeface="Segoe UI Semibold"/>
                <a:ea typeface="+mn-ea"/>
                <a:cs typeface="+mn-cs"/>
              </a:rPr>
              <a:t>Datacenter</a:t>
            </a:r>
          </a:p>
        </p:txBody>
      </p:sp>
      <p:grpSp>
        <p:nvGrpSpPr>
          <p:cNvPr id="46" name="Group 45">
            <a:extLst>
              <a:ext uri="{FF2B5EF4-FFF2-40B4-BE49-F238E27FC236}">
                <a16:creationId xmlns:a16="http://schemas.microsoft.com/office/drawing/2014/main" id="{E96707D5-028C-4332-8EDD-58296AC1F15E}"/>
              </a:ext>
              <a:ext uri="{C183D7F6-B498-43B3-948B-1728B52AA6E4}">
                <adec:decorative xmlns:adec="http://schemas.microsoft.com/office/drawing/2017/decorative" val="1"/>
              </a:ext>
            </a:extLst>
          </p:cNvPr>
          <p:cNvGrpSpPr/>
          <p:nvPr/>
        </p:nvGrpSpPr>
        <p:grpSpPr>
          <a:xfrm>
            <a:off x="9198348" y="5335679"/>
            <a:ext cx="327797" cy="229616"/>
            <a:chOff x="4298951" y="1169989"/>
            <a:chExt cx="328613" cy="230188"/>
          </a:xfrm>
        </p:grpSpPr>
        <p:sp>
          <p:nvSpPr>
            <p:cNvPr id="47" name="Rectangle 46">
              <a:extLst>
                <a:ext uri="{FF2B5EF4-FFF2-40B4-BE49-F238E27FC236}">
                  <a16:creationId xmlns:a16="http://schemas.microsoft.com/office/drawing/2014/main" id="{229F408E-8806-4D0D-8F76-32FB499E87CB}"/>
                </a:ext>
                <a:ext uri="{C183D7F6-B498-43B3-948B-1728B52AA6E4}">
                  <adec:decorative xmlns:adec="http://schemas.microsoft.com/office/drawing/2017/decorative" val="1"/>
                </a:ext>
              </a:extLst>
            </p:cNvPr>
            <p:cNvSpPr>
              <a:spLocks noChangeArrowheads="1"/>
            </p:cNvSpPr>
            <p:nvPr/>
          </p:nvSpPr>
          <p:spPr bwMode="auto">
            <a:xfrm>
              <a:off x="4298951" y="1255714"/>
              <a:ext cx="328613" cy="144463"/>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07570" tIns="53785" rIns="107570" bIns="53785" numCol="1" anchor="t" anchorCtr="0" compatLnSpc="1">
              <a:prstTxWarp prst="textNoShape">
                <a:avLst/>
              </a:prstTxWarp>
            </a:bodyPr>
            <a:lstStyle/>
            <a:p>
              <a:pPr marL="0" marR="0" lvl="0" indent="0" algn="ctr" defTabSz="1075663" rtl="0" eaLnBrk="1" fontAlgn="base"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505050"/>
                </a:solidFill>
                <a:effectLst/>
                <a:uLnTx/>
                <a:uFillTx/>
                <a:latin typeface="Segoe UI"/>
                <a:ea typeface="+mn-ea"/>
                <a:cs typeface="+mn-cs"/>
              </a:endParaRPr>
            </a:p>
          </p:txBody>
        </p:sp>
        <p:sp>
          <p:nvSpPr>
            <p:cNvPr id="48" name="Rectangle 47">
              <a:extLst>
                <a:ext uri="{FF2B5EF4-FFF2-40B4-BE49-F238E27FC236}">
                  <a16:creationId xmlns:a16="http://schemas.microsoft.com/office/drawing/2014/main" id="{1CBA8459-7BB0-4F78-8CC1-61124833DEDD}"/>
                </a:ext>
                <a:ext uri="{C183D7F6-B498-43B3-948B-1728B52AA6E4}">
                  <adec:decorative xmlns:adec="http://schemas.microsoft.com/office/drawing/2017/decorative" val="1"/>
                </a:ext>
              </a:extLst>
            </p:cNvPr>
            <p:cNvSpPr>
              <a:spLocks noChangeArrowheads="1"/>
            </p:cNvSpPr>
            <p:nvPr/>
          </p:nvSpPr>
          <p:spPr bwMode="auto">
            <a:xfrm>
              <a:off x="4473576" y="1169989"/>
              <a:ext cx="38100" cy="136525"/>
            </a:xfrm>
            <a:prstGeom prst="rect">
              <a:avLst/>
            </a:prstGeom>
            <a:solidFill>
              <a:srgbClr val="4FE4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07570" tIns="53785" rIns="107570" bIns="53785" numCol="1" anchor="t" anchorCtr="0" compatLnSpc="1">
              <a:prstTxWarp prst="textNoShape">
                <a:avLst/>
              </a:prstTxWarp>
            </a:bodyPr>
            <a:lstStyle/>
            <a:p>
              <a:pPr marL="0" marR="0" lvl="0" indent="0" algn="ctr" defTabSz="1075663" rtl="0" eaLnBrk="1" fontAlgn="base"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505050"/>
                </a:solidFill>
                <a:effectLst/>
                <a:uLnTx/>
                <a:uFillTx/>
                <a:latin typeface="Segoe UI"/>
                <a:ea typeface="+mn-ea"/>
                <a:cs typeface="+mn-cs"/>
              </a:endParaRPr>
            </a:p>
          </p:txBody>
        </p:sp>
        <p:sp>
          <p:nvSpPr>
            <p:cNvPr id="49" name="Rectangle 48">
              <a:extLst>
                <a:ext uri="{FF2B5EF4-FFF2-40B4-BE49-F238E27FC236}">
                  <a16:creationId xmlns:a16="http://schemas.microsoft.com/office/drawing/2014/main" id="{76664E7B-C785-4E34-8B62-209406D74FBF}"/>
                </a:ext>
                <a:ext uri="{C183D7F6-B498-43B3-948B-1728B52AA6E4}">
                  <adec:decorative xmlns:adec="http://schemas.microsoft.com/office/drawing/2017/decorative" val="1"/>
                </a:ext>
              </a:extLst>
            </p:cNvPr>
            <p:cNvSpPr>
              <a:spLocks noChangeArrowheads="1"/>
            </p:cNvSpPr>
            <p:nvPr/>
          </p:nvSpPr>
          <p:spPr bwMode="auto">
            <a:xfrm>
              <a:off x="4546601" y="1169989"/>
              <a:ext cx="34925" cy="136525"/>
            </a:xfrm>
            <a:prstGeom prst="rect">
              <a:avLst/>
            </a:prstGeom>
            <a:solidFill>
              <a:srgbClr val="4FE4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07570" tIns="53785" rIns="107570" bIns="53785" numCol="1" anchor="t" anchorCtr="0" compatLnSpc="1">
              <a:prstTxWarp prst="textNoShape">
                <a:avLst/>
              </a:prstTxWarp>
            </a:bodyPr>
            <a:lstStyle/>
            <a:p>
              <a:pPr marL="0" marR="0" lvl="0" indent="0" algn="ctr" defTabSz="1075663" rtl="0" eaLnBrk="1" fontAlgn="base"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505050"/>
                </a:solidFill>
                <a:effectLst/>
                <a:uLnTx/>
                <a:uFillTx/>
                <a:latin typeface="Segoe UI"/>
                <a:ea typeface="+mn-ea"/>
                <a:cs typeface="+mn-cs"/>
              </a:endParaRPr>
            </a:p>
          </p:txBody>
        </p:sp>
        <p:sp>
          <p:nvSpPr>
            <p:cNvPr id="50" name="Rectangle 49">
              <a:extLst>
                <a:ext uri="{FF2B5EF4-FFF2-40B4-BE49-F238E27FC236}">
                  <a16:creationId xmlns:a16="http://schemas.microsoft.com/office/drawing/2014/main" id="{CDAE7965-190B-402E-A89F-6786823880CF}"/>
                </a:ext>
                <a:ext uri="{C183D7F6-B498-43B3-948B-1728B52AA6E4}">
                  <adec:decorative xmlns:adec="http://schemas.microsoft.com/office/drawing/2017/decorative" val="1"/>
                </a:ext>
              </a:extLst>
            </p:cNvPr>
            <p:cNvSpPr>
              <a:spLocks noChangeArrowheads="1"/>
            </p:cNvSpPr>
            <p:nvPr/>
          </p:nvSpPr>
          <p:spPr bwMode="auto">
            <a:xfrm>
              <a:off x="4403726" y="1270001"/>
              <a:ext cx="34925" cy="36513"/>
            </a:xfrm>
            <a:prstGeom prst="rect">
              <a:avLst/>
            </a:prstGeom>
            <a:solidFill>
              <a:srgbClr val="4FE4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07570" tIns="53785" rIns="107570" bIns="53785" numCol="1" anchor="t" anchorCtr="0" compatLnSpc="1">
              <a:prstTxWarp prst="textNoShape">
                <a:avLst/>
              </a:prstTxWarp>
            </a:bodyPr>
            <a:lstStyle/>
            <a:p>
              <a:pPr marL="0" marR="0" lvl="0" indent="0" algn="ctr" defTabSz="1075663" rtl="0" eaLnBrk="1" fontAlgn="base"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505050"/>
                </a:solidFill>
                <a:effectLst/>
                <a:uLnTx/>
                <a:uFillTx/>
                <a:latin typeface="Segoe UI"/>
                <a:ea typeface="+mn-ea"/>
                <a:cs typeface="+mn-cs"/>
              </a:endParaRPr>
            </a:p>
          </p:txBody>
        </p:sp>
        <p:sp>
          <p:nvSpPr>
            <p:cNvPr id="51" name="Rectangle 50">
              <a:extLst>
                <a:ext uri="{FF2B5EF4-FFF2-40B4-BE49-F238E27FC236}">
                  <a16:creationId xmlns:a16="http://schemas.microsoft.com/office/drawing/2014/main" id="{51D9B387-77C6-45F7-9E08-E6C1ABC2E7C5}"/>
                </a:ext>
                <a:ext uri="{C183D7F6-B498-43B3-948B-1728B52AA6E4}">
                  <adec:decorative xmlns:adec="http://schemas.microsoft.com/office/drawing/2017/decorative" val="1"/>
                </a:ext>
              </a:extLst>
            </p:cNvPr>
            <p:cNvSpPr>
              <a:spLocks noChangeArrowheads="1"/>
            </p:cNvSpPr>
            <p:nvPr/>
          </p:nvSpPr>
          <p:spPr bwMode="auto">
            <a:xfrm>
              <a:off x="4332289" y="1270001"/>
              <a:ext cx="36513" cy="36513"/>
            </a:xfrm>
            <a:prstGeom prst="rect">
              <a:avLst/>
            </a:prstGeom>
            <a:solidFill>
              <a:srgbClr val="4FE4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07570" tIns="53785" rIns="107570" bIns="53785" numCol="1" anchor="t" anchorCtr="0" compatLnSpc="1">
              <a:prstTxWarp prst="textNoShape">
                <a:avLst/>
              </a:prstTxWarp>
            </a:bodyPr>
            <a:lstStyle/>
            <a:p>
              <a:pPr marL="0" marR="0" lvl="0" indent="0" algn="ctr" defTabSz="1075663" rtl="0" eaLnBrk="1" fontAlgn="base"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505050"/>
                </a:solidFill>
                <a:effectLst/>
                <a:uLnTx/>
                <a:uFillTx/>
                <a:latin typeface="Segoe UI"/>
                <a:ea typeface="+mn-ea"/>
                <a:cs typeface="+mn-cs"/>
              </a:endParaRPr>
            </a:p>
          </p:txBody>
        </p:sp>
      </p:grpSp>
      <p:sp>
        <p:nvSpPr>
          <p:cNvPr id="10" name="Content Placeholder 9">
            <a:extLst>
              <a:ext uri="{FF2B5EF4-FFF2-40B4-BE49-F238E27FC236}">
                <a16:creationId xmlns:a16="http://schemas.microsoft.com/office/drawing/2014/main" id="{265A8916-FFD6-496B-8C76-761D802A2E5D}"/>
              </a:ext>
            </a:extLst>
          </p:cNvPr>
          <p:cNvSpPr>
            <a:spLocks noGrp="1"/>
          </p:cNvSpPr>
          <p:nvPr>
            <p:ph sz="quarter" idx="14"/>
          </p:nvPr>
        </p:nvSpPr>
        <p:spPr>
          <a:xfrm>
            <a:off x="9188453" y="5649535"/>
            <a:ext cx="580580" cy="213268"/>
          </a:xfrm>
        </p:spPr>
        <p:txBody>
          <a:bodyPr/>
          <a:lstStyle/>
          <a:p>
            <a:pPr marL="0" marR="0" lvl="0" indent="0" algn="l" defTabSz="914225"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50E6FF"/>
                </a:solidFill>
                <a:effectLst/>
                <a:uLnTx/>
                <a:uFillTx/>
                <a:latin typeface="Segoe UI Semibold"/>
                <a:ea typeface="+mn-ea"/>
                <a:cs typeface="+mn-cs"/>
              </a:rPr>
              <a:t>Edge</a:t>
            </a:r>
          </a:p>
        </p:txBody>
      </p:sp>
      <p:sp>
        <p:nvSpPr>
          <p:cNvPr id="2" name="TextBox 1">
            <a:extLst>
              <a:ext uri="{FF2B5EF4-FFF2-40B4-BE49-F238E27FC236}">
                <a16:creationId xmlns:a16="http://schemas.microsoft.com/office/drawing/2014/main" id="{2DCC4175-74AE-48A1-AB6B-D9BE0F11451C}"/>
              </a:ext>
            </a:extLst>
          </p:cNvPr>
          <p:cNvSpPr txBox="1"/>
          <p:nvPr/>
        </p:nvSpPr>
        <p:spPr>
          <a:xfrm>
            <a:off x="1730571" y="2068461"/>
            <a:ext cx="2334285" cy="369332"/>
          </a:xfrm>
          <a:prstGeom prst="rect">
            <a:avLst/>
          </a:prstGeom>
          <a:noFill/>
        </p:spPr>
        <p:txBody>
          <a:bodyPr wrap="square" lIns="0" tIns="0" rIns="0" bIns="0" rtlCol="0">
            <a:spAutoFit/>
          </a:bodyPr>
          <a:lstStyle/>
          <a:p>
            <a:pPr algn="l"/>
            <a:r>
              <a:rPr lang="en-US" sz="2400">
                <a:gradFill>
                  <a:gsLst>
                    <a:gs pos="2917">
                      <a:schemeClr val="tx1"/>
                    </a:gs>
                    <a:gs pos="30000">
                      <a:schemeClr val="tx1"/>
                    </a:gs>
                  </a:gsLst>
                  <a:lin ang="5400000" scaled="0"/>
                </a:gradFill>
              </a:rPr>
              <a:t>Microsoft Azure</a:t>
            </a:r>
          </a:p>
        </p:txBody>
      </p:sp>
    </p:spTree>
    <p:extLst>
      <p:ext uri="{BB962C8B-B14F-4D97-AF65-F5344CB8AC3E}">
        <p14:creationId xmlns:p14="http://schemas.microsoft.com/office/powerpoint/2010/main" val="4276089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62392" y="173345"/>
            <a:ext cx="11867216" cy="755544"/>
          </a:xfrm>
        </p:spPr>
        <p:txBody>
          <a:bodyPr/>
          <a:lstStyle/>
          <a:p>
            <a:pPr algn="ctr"/>
            <a:r>
              <a:rPr lang="en-US" sz="3600" b="1">
                <a:solidFill>
                  <a:srgbClr val="000000"/>
                </a:solidFill>
                <a:latin typeface="Segoe UI Semibold (Headings)"/>
              </a:rPr>
              <a:t>The main components of Azure Arc</a:t>
            </a:r>
            <a:br>
              <a:rPr lang="en-US" sz="3600">
                <a:effectLst/>
                <a:latin typeface="Segoe UI Semibold (Headings)"/>
              </a:rPr>
            </a:br>
            <a:endParaRPr lang="zh-CN" altLang="en-US" sz="3600" b="1">
              <a:solidFill>
                <a:srgbClr val="000000"/>
              </a:solidFill>
              <a:latin typeface="Segoe UI Semibold (Headings)"/>
            </a:endParaRPr>
          </a:p>
        </p:txBody>
      </p:sp>
      <p:sp>
        <p:nvSpPr>
          <p:cNvPr id="2" name="TextBox 1" descr="tools">
            <a:extLst>
              <a:ext uri="{FF2B5EF4-FFF2-40B4-BE49-F238E27FC236}">
                <a16:creationId xmlns:a16="http://schemas.microsoft.com/office/drawing/2014/main" id="{D0BFFCEB-70B0-4213-9DBF-A9B95215DCFF}"/>
              </a:ext>
            </a:extLst>
          </p:cNvPr>
          <p:cNvSpPr txBox="1"/>
          <p:nvPr/>
        </p:nvSpPr>
        <p:spPr>
          <a:xfrm>
            <a:off x="9543289" y="2022787"/>
            <a:ext cx="2084696" cy="4022653"/>
          </a:xfrm>
          <a:prstGeom prst="rect">
            <a:avLst/>
          </a:prstGeom>
          <a:solidFill>
            <a:schemeClr val="bg1"/>
          </a:solidFill>
          <a:ln w="12700">
            <a:noFill/>
            <a:prstDash val="solid"/>
            <a:miter lim="800000"/>
          </a:ln>
          <a:effectLst>
            <a:outerShdw blurRad="127000" dist="38100" dir="5400000" algn="tl"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defTabSz="457200">
              <a:defRPr sz="1000" b="1">
                <a:solidFill>
                  <a:schemeClr val="accent1"/>
                </a:solidFill>
                <a:latin typeface="Segoe UI Semibold" panose="020B0502040204020203" pitchFamily="34" charset="0"/>
                <a:cs typeface="Segoe UI Semibold" panose="020B0502040204020203"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457112"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rgbClr val="0078D4"/>
              </a:solidFill>
              <a:effectLst/>
              <a:uLnTx/>
              <a:uFillTx/>
              <a:latin typeface="Segoe UI Semibold" panose="020B0502040204020203" pitchFamily="34" charset="0"/>
              <a:ea typeface="+mn-ea"/>
              <a:cs typeface="Segoe UI Semibold" panose="020B0502040204020203" pitchFamily="34" charset="0"/>
            </a:endParaRPr>
          </a:p>
        </p:txBody>
      </p:sp>
      <p:sp>
        <p:nvSpPr>
          <p:cNvPr id="10" name="TextBox 9" descr="azure">
            <a:extLst>
              <a:ext uri="{FF2B5EF4-FFF2-40B4-BE49-F238E27FC236}">
                <a16:creationId xmlns:a16="http://schemas.microsoft.com/office/drawing/2014/main" id="{B9E16309-3199-4B11-9E48-DA1306B22949}"/>
              </a:ext>
            </a:extLst>
          </p:cNvPr>
          <p:cNvSpPr txBox="1"/>
          <p:nvPr/>
        </p:nvSpPr>
        <p:spPr>
          <a:xfrm>
            <a:off x="3465810" y="1113133"/>
            <a:ext cx="2161513" cy="5244186"/>
          </a:xfrm>
          <a:prstGeom prst="rect">
            <a:avLst/>
          </a:prstGeom>
          <a:solidFill>
            <a:schemeClr val="bg1"/>
          </a:solidFill>
          <a:ln w="19050">
            <a:solidFill>
              <a:schemeClr val="tx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defTabSz="457200">
              <a:defRPr sz="1000" b="1">
                <a:solidFill>
                  <a:schemeClr val="accent1"/>
                </a:solidFill>
                <a:latin typeface="Segoe UI Semibold" panose="020B0502040204020203" pitchFamily="34" charset="0"/>
                <a:cs typeface="Segoe UI Semibold" panose="020B0502040204020203"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457112"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rgbClr val="0078D4"/>
              </a:solidFill>
              <a:effectLst/>
              <a:uLnTx/>
              <a:uFillTx/>
              <a:latin typeface="Segoe UI Semibold" panose="020B0502040204020203" pitchFamily="34" charset="0"/>
              <a:ea typeface="+mn-ea"/>
              <a:cs typeface="Segoe UI Semibold" panose="020B0502040204020203" pitchFamily="34" charset="0"/>
            </a:endParaRPr>
          </a:p>
        </p:txBody>
      </p:sp>
      <p:sp>
        <p:nvSpPr>
          <p:cNvPr id="11" name="Rectangle 10" descr="arm">
            <a:extLst>
              <a:ext uri="{FF2B5EF4-FFF2-40B4-BE49-F238E27FC236}">
                <a16:creationId xmlns:a16="http://schemas.microsoft.com/office/drawing/2014/main" id="{CFF5180B-2537-4789-90C2-7CCAEFD3F0F8}"/>
              </a:ext>
            </a:extLst>
          </p:cNvPr>
          <p:cNvSpPr/>
          <p:nvPr/>
        </p:nvSpPr>
        <p:spPr>
          <a:xfrm>
            <a:off x="3799385" y="1907093"/>
            <a:ext cx="1520279" cy="4015791"/>
          </a:xfrm>
          <a:prstGeom prst="rect">
            <a:avLst/>
          </a:prstGeom>
          <a:solidFill>
            <a:schemeClr val="bg1"/>
          </a:solidFill>
          <a:ln w="12700">
            <a:noFill/>
          </a:ln>
          <a:effectLst>
            <a:outerShdw blurRad="1524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22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Segoe UI"/>
              <a:ea typeface="+mn-ea"/>
              <a:cs typeface="+mn-cs"/>
            </a:endParaRPr>
          </a:p>
        </p:txBody>
      </p:sp>
      <p:sp>
        <p:nvSpPr>
          <p:cNvPr id="12" name="TextBox 11" descr="azure management">
            <a:extLst>
              <a:ext uri="{FF2B5EF4-FFF2-40B4-BE49-F238E27FC236}">
                <a16:creationId xmlns:a16="http://schemas.microsoft.com/office/drawing/2014/main" id="{7EFFA3C4-643C-4236-9400-7AA546992F95}"/>
              </a:ext>
            </a:extLst>
          </p:cNvPr>
          <p:cNvSpPr txBox="1"/>
          <p:nvPr/>
        </p:nvSpPr>
        <p:spPr>
          <a:xfrm>
            <a:off x="1180529" y="2022787"/>
            <a:ext cx="1346121" cy="2072738"/>
          </a:xfrm>
          <a:prstGeom prst="rect">
            <a:avLst/>
          </a:prstGeom>
          <a:solidFill>
            <a:schemeClr val="bg1"/>
          </a:solidFill>
          <a:ln w="12700">
            <a:noFill/>
            <a:prstDash val="solid"/>
            <a:miter lim="800000"/>
          </a:ln>
          <a:effectLst>
            <a:outerShdw blurRad="127000" dist="38100" dir="5400000" algn="tl"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defTabSz="457200">
              <a:defRPr sz="1000" b="1">
                <a:solidFill>
                  <a:schemeClr val="accent1"/>
                </a:solidFill>
                <a:latin typeface="Segoe UI Semibold" panose="020B0502040204020203" pitchFamily="34" charset="0"/>
                <a:cs typeface="Segoe UI Semibold" panose="020B0502040204020203"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457112"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rgbClr val="0078D4"/>
              </a:solidFill>
              <a:effectLst/>
              <a:uLnTx/>
              <a:uFillTx/>
              <a:latin typeface="Segoe UI Semibold" panose="020B0502040204020203" pitchFamily="34" charset="0"/>
              <a:ea typeface="+mn-ea"/>
              <a:cs typeface="Segoe UI Semibold" panose="020B0502040204020203" pitchFamily="34" charset="0"/>
            </a:endParaRPr>
          </a:p>
        </p:txBody>
      </p:sp>
      <p:sp>
        <p:nvSpPr>
          <p:cNvPr id="13" name="Rectangle 12">
            <a:extLst>
              <a:ext uri="{FF2B5EF4-FFF2-40B4-BE49-F238E27FC236}">
                <a16:creationId xmlns:a16="http://schemas.microsoft.com/office/drawing/2014/main" id="{2F3FA95E-6DFD-4AED-917E-360A95E095EF}"/>
              </a:ext>
            </a:extLst>
          </p:cNvPr>
          <p:cNvSpPr/>
          <p:nvPr/>
        </p:nvSpPr>
        <p:spPr>
          <a:xfrm>
            <a:off x="1123821" y="2130500"/>
            <a:ext cx="1451267" cy="469037"/>
          </a:xfrm>
          <a:prstGeom prst="rect">
            <a:avLst/>
          </a:prstGeom>
        </p:spPr>
        <p:txBody>
          <a:bodyPr wrap="square">
            <a:spAutoFit/>
          </a:bodyP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8D4"/>
                </a:solidFill>
                <a:effectLst/>
                <a:uLnTx/>
                <a:uFillTx/>
                <a:latin typeface="Segoe UI Semibold"/>
                <a:ea typeface="+mn-ea"/>
                <a:cs typeface="+mn-cs"/>
              </a:rPr>
              <a:t>Azure Management</a:t>
            </a:r>
          </a:p>
        </p:txBody>
      </p:sp>
      <p:sp>
        <p:nvSpPr>
          <p:cNvPr id="14" name="TextBox 13">
            <a:extLst>
              <a:ext uri="{FF2B5EF4-FFF2-40B4-BE49-F238E27FC236}">
                <a16:creationId xmlns:a16="http://schemas.microsoft.com/office/drawing/2014/main" id="{4BFCE3B9-CA21-4937-81FB-F063EB733D68}"/>
              </a:ext>
            </a:extLst>
          </p:cNvPr>
          <p:cNvSpPr txBox="1"/>
          <p:nvPr/>
        </p:nvSpPr>
        <p:spPr>
          <a:xfrm>
            <a:off x="1285718" y="2830373"/>
            <a:ext cx="1135743" cy="213597"/>
          </a:xfrm>
          <a:prstGeom prst="rect">
            <a:avLst/>
          </a:prstGeom>
          <a:solidFill>
            <a:schemeClr val="accent2"/>
          </a:solidFill>
          <a:ln>
            <a:noFill/>
          </a:ln>
          <a:effectLst>
            <a:outerShdw blurRad="127000" algn="tl" rotWithShape="0">
              <a:prstClr val="black">
                <a:alpha val="3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defPPr>
              <a:defRPr lang="en-US"/>
            </a:defPPr>
            <a:lvl1pPr algn="ctr" defTabSz="932597">
              <a:defRPr sz="816">
                <a:solidFill>
                  <a:schemeClr val="bg1"/>
                </a:solidFill>
                <a:latin typeface="Segoe UI"/>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Azure Portal</a:t>
            </a:r>
          </a:p>
        </p:txBody>
      </p:sp>
      <p:sp>
        <p:nvSpPr>
          <p:cNvPr id="15" name="TextBox 14">
            <a:extLst>
              <a:ext uri="{FF2B5EF4-FFF2-40B4-BE49-F238E27FC236}">
                <a16:creationId xmlns:a16="http://schemas.microsoft.com/office/drawing/2014/main" id="{349C9DFF-209B-47A8-854E-94DA100E4218}"/>
              </a:ext>
            </a:extLst>
          </p:cNvPr>
          <p:cNvSpPr txBox="1"/>
          <p:nvPr/>
        </p:nvSpPr>
        <p:spPr>
          <a:xfrm>
            <a:off x="1285718" y="3214462"/>
            <a:ext cx="1135743" cy="213597"/>
          </a:xfrm>
          <a:prstGeom prst="rect">
            <a:avLst/>
          </a:prstGeom>
          <a:solidFill>
            <a:schemeClr val="accent2"/>
          </a:solidFill>
          <a:ln>
            <a:noFill/>
          </a:ln>
          <a:effectLst>
            <a:outerShdw blurRad="127000" algn="tl" rotWithShape="0">
              <a:prstClr val="black">
                <a:alpha val="3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defPPr>
              <a:defRPr lang="en-US"/>
            </a:defPPr>
            <a:lvl1pPr algn="ctr" defTabSz="932597">
              <a:defRPr sz="816">
                <a:solidFill>
                  <a:schemeClr val="bg1"/>
                </a:solidFill>
                <a:latin typeface="Segoe UI"/>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Azure CLI</a:t>
            </a:r>
          </a:p>
        </p:txBody>
      </p:sp>
      <p:sp>
        <p:nvSpPr>
          <p:cNvPr id="16" name="TextBox 15">
            <a:extLst>
              <a:ext uri="{FF2B5EF4-FFF2-40B4-BE49-F238E27FC236}">
                <a16:creationId xmlns:a16="http://schemas.microsoft.com/office/drawing/2014/main" id="{E90EDBBA-292C-481C-AA7C-0AB6256AE538}"/>
              </a:ext>
            </a:extLst>
          </p:cNvPr>
          <p:cNvSpPr txBox="1"/>
          <p:nvPr/>
        </p:nvSpPr>
        <p:spPr>
          <a:xfrm>
            <a:off x="1285718" y="3598551"/>
            <a:ext cx="1135743" cy="213597"/>
          </a:xfrm>
          <a:prstGeom prst="rect">
            <a:avLst/>
          </a:prstGeom>
          <a:solidFill>
            <a:schemeClr val="accent2"/>
          </a:solidFill>
          <a:ln>
            <a:noFill/>
          </a:ln>
          <a:effectLst>
            <a:outerShdw blurRad="127000" algn="tl" rotWithShape="0">
              <a:prstClr val="black">
                <a:alpha val="3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defPPr>
              <a:defRPr lang="en-US"/>
            </a:defPPr>
            <a:lvl1pPr algn="ctr" defTabSz="932597">
              <a:defRPr sz="816">
                <a:solidFill>
                  <a:schemeClr val="bg1"/>
                </a:solidFill>
                <a:latin typeface="Segoe UI"/>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Azure SDK</a:t>
            </a:r>
          </a:p>
        </p:txBody>
      </p:sp>
      <p:sp>
        <p:nvSpPr>
          <p:cNvPr id="17" name="Rectangle 16">
            <a:extLst>
              <a:ext uri="{FF2B5EF4-FFF2-40B4-BE49-F238E27FC236}">
                <a16:creationId xmlns:a16="http://schemas.microsoft.com/office/drawing/2014/main" id="{F0766F0F-A3E2-4BC2-B7E3-710E1FDFD8F5}"/>
              </a:ext>
            </a:extLst>
          </p:cNvPr>
          <p:cNvSpPr/>
          <p:nvPr/>
        </p:nvSpPr>
        <p:spPr>
          <a:xfrm>
            <a:off x="153694" y="6104863"/>
            <a:ext cx="816871" cy="287339"/>
          </a:xfrm>
          <a:prstGeom prst="rect">
            <a:avLst/>
          </a:prstGeom>
          <a:no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l" defTabSz="91422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Segoe UI Semibold"/>
                <a:ea typeface="+mn-ea"/>
                <a:cs typeface="+mn-cs"/>
              </a:rPr>
              <a:t>Azure Arc:</a:t>
            </a:r>
            <a:endParaRPr kumimoji="0" lang="en-US" sz="800" b="0" i="0" u="none" strike="noStrike" kern="1200" cap="none" spc="0" normalizeH="0" baseline="0" noProof="0">
              <a:ln>
                <a:noFill/>
              </a:ln>
              <a:solidFill>
                <a:srgbClr val="70AD47"/>
              </a:solidFill>
              <a:effectLst/>
              <a:uLnTx/>
              <a:uFillTx/>
              <a:latin typeface="Segoe UI Semibold"/>
              <a:ea typeface="+mn-ea"/>
              <a:cs typeface="+mn-cs"/>
            </a:endParaRPr>
          </a:p>
        </p:txBody>
      </p:sp>
      <p:sp>
        <p:nvSpPr>
          <p:cNvPr id="18" name="Freeform 46" descr="azure cloud">
            <a:extLst>
              <a:ext uri="{FF2B5EF4-FFF2-40B4-BE49-F238E27FC236}">
                <a16:creationId xmlns:a16="http://schemas.microsoft.com/office/drawing/2014/main" id="{349688D2-4F11-4235-B5DC-6D7032B2C74D}"/>
              </a:ext>
            </a:extLst>
          </p:cNvPr>
          <p:cNvSpPr>
            <a:spLocks/>
          </p:cNvSpPr>
          <p:nvPr/>
        </p:nvSpPr>
        <p:spPr bwMode="auto">
          <a:xfrm>
            <a:off x="4347872" y="1215592"/>
            <a:ext cx="465099" cy="298645"/>
          </a:xfrm>
          <a:custGeom>
            <a:avLst/>
            <a:gdLst>
              <a:gd name="T0" fmla="*/ 984 w 1109"/>
              <a:gd name="T1" fmla="*/ 426 h 682"/>
              <a:gd name="T2" fmla="*/ 982 w 1109"/>
              <a:gd name="T3" fmla="*/ 426 h 682"/>
              <a:gd name="T4" fmla="*/ 998 w 1109"/>
              <a:gd name="T5" fmla="*/ 341 h 682"/>
              <a:gd name="T6" fmla="*/ 776 w 1109"/>
              <a:gd name="T7" fmla="*/ 113 h 682"/>
              <a:gd name="T8" fmla="*/ 702 w 1109"/>
              <a:gd name="T9" fmla="*/ 127 h 682"/>
              <a:gd name="T10" fmla="*/ 443 w 1109"/>
              <a:gd name="T11" fmla="*/ 0 h 682"/>
              <a:gd name="T12" fmla="*/ 110 w 1109"/>
              <a:gd name="T13" fmla="*/ 341 h 682"/>
              <a:gd name="T14" fmla="*/ 121 w 1109"/>
              <a:gd name="T15" fmla="*/ 426 h 682"/>
              <a:gd name="T16" fmla="*/ 0 w 1109"/>
              <a:gd name="T17" fmla="*/ 554 h 682"/>
              <a:gd name="T18" fmla="*/ 124 w 1109"/>
              <a:gd name="T19" fmla="*/ 682 h 682"/>
              <a:gd name="T20" fmla="*/ 984 w 1109"/>
              <a:gd name="T21" fmla="*/ 682 h 682"/>
              <a:gd name="T22" fmla="*/ 1109 w 1109"/>
              <a:gd name="T23" fmla="*/ 554 h 682"/>
              <a:gd name="T24" fmla="*/ 984 w 1109"/>
              <a:gd name="T25" fmla="*/ 426 h 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9" h="682">
                <a:moveTo>
                  <a:pt x="984" y="426"/>
                </a:moveTo>
                <a:cubicBezTo>
                  <a:pt x="982" y="426"/>
                  <a:pt x="982" y="426"/>
                  <a:pt x="982" y="426"/>
                </a:cubicBezTo>
                <a:cubicBezTo>
                  <a:pt x="992" y="400"/>
                  <a:pt x="998" y="371"/>
                  <a:pt x="998" y="341"/>
                </a:cubicBezTo>
                <a:cubicBezTo>
                  <a:pt x="998" y="215"/>
                  <a:pt x="899" y="113"/>
                  <a:pt x="776" y="113"/>
                </a:cubicBezTo>
                <a:cubicBezTo>
                  <a:pt x="750" y="113"/>
                  <a:pt x="725" y="118"/>
                  <a:pt x="702" y="127"/>
                </a:cubicBezTo>
                <a:cubicBezTo>
                  <a:pt x="641" y="49"/>
                  <a:pt x="548" y="0"/>
                  <a:pt x="443" y="0"/>
                </a:cubicBezTo>
                <a:cubicBezTo>
                  <a:pt x="259" y="0"/>
                  <a:pt x="110" y="152"/>
                  <a:pt x="110" y="341"/>
                </a:cubicBezTo>
                <a:cubicBezTo>
                  <a:pt x="110" y="370"/>
                  <a:pt x="115" y="399"/>
                  <a:pt x="121" y="426"/>
                </a:cubicBezTo>
                <a:cubicBezTo>
                  <a:pt x="54" y="428"/>
                  <a:pt x="0" y="484"/>
                  <a:pt x="0" y="554"/>
                </a:cubicBezTo>
                <a:cubicBezTo>
                  <a:pt x="0" y="625"/>
                  <a:pt x="55" y="682"/>
                  <a:pt x="124" y="682"/>
                </a:cubicBezTo>
                <a:cubicBezTo>
                  <a:pt x="984" y="682"/>
                  <a:pt x="984" y="682"/>
                  <a:pt x="984" y="682"/>
                </a:cubicBezTo>
                <a:cubicBezTo>
                  <a:pt x="1053" y="682"/>
                  <a:pt x="1109" y="625"/>
                  <a:pt x="1109" y="554"/>
                </a:cubicBezTo>
                <a:cubicBezTo>
                  <a:pt x="1109" y="483"/>
                  <a:pt x="1053" y="426"/>
                  <a:pt x="984" y="426"/>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19" name="Rectangle 18">
            <a:extLst>
              <a:ext uri="{FF2B5EF4-FFF2-40B4-BE49-F238E27FC236}">
                <a16:creationId xmlns:a16="http://schemas.microsoft.com/office/drawing/2014/main" id="{964782CD-74C7-48F5-B588-6630F3D5BCA0}"/>
              </a:ext>
            </a:extLst>
          </p:cNvPr>
          <p:cNvSpPr/>
          <p:nvPr/>
        </p:nvSpPr>
        <p:spPr>
          <a:xfrm>
            <a:off x="4283651" y="1561580"/>
            <a:ext cx="593540" cy="280678"/>
          </a:xfrm>
          <a:prstGeom prst="rect">
            <a:avLst/>
          </a:prstGeom>
        </p:spPr>
        <p:txBody>
          <a:bodyPr wrap="none">
            <a:spAutoFit/>
          </a:bodyP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8D4"/>
                </a:solidFill>
                <a:effectLst/>
                <a:uLnTx/>
                <a:uFillTx/>
                <a:latin typeface="Segoe UI Semibold"/>
                <a:ea typeface="+mn-ea"/>
                <a:cs typeface="+mn-cs"/>
              </a:rPr>
              <a:t>Azure</a:t>
            </a:r>
          </a:p>
        </p:txBody>
      </p:sp>
      <p:sp>
        <p:nvSpPr>
          <p:cNvPr id="20" name="Rectangle 19">
            <a:extLst>
              <a:ext uri="{FF2B5EF4-FFF2-40B4-BE49-F238E27FC236}">
                <a16:creationId xmlns:a16="http://schemas.microsoft.com/office/drawing/2014/main" id="{54373D56-4E1D-4D91-AE70-550CA6FB9AB3}"/>
              </a:ext>
            </a:extLst>
          </p:cNvPr>
          <p:cNvSpPr/>
          <p:nvPr/>
        </p:nvSpPr>
        <p:spPr>
          <a:xfrm>
            <a:off x="4101140" y="2956475"/>
            <a:ext cx="920755" cy="331993"/>
          </a:xfrm>
          <a:prstGeom prst="rect">
            <a:avLst/>
          </a:prstGeom>
          <a:solidFill>
            <a:schemeClr val="bg1"/>
          </a:solidFill>
          <a:ln>
            <a:noFill/>
          </a:ln>
          <a:effectLst>
            <a:outerShdw blurRad="127000" algn="tl"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Segoe UI"/>
                <a:ea typeface="+mn-ea"/>
                <a:cs typeface="+mn-cs"/>
              </a:rPr>
              <a:t>Identity</a:t>
            </a:r>
          </a:p>
        </p:txBody>
      </p:sp>
      <p:sp>
        <p:nvSpPr>
          <p:cNvPr id="21" name="Rectangle 20">
            <a:extLst>
              <a:ext uri="{FF2B5EF4-FFF2-40B4-BE49-F238E27FC236}">
                <a16:creationId xmlns:a16="http://schemas.microsoft.com/office/drawing/2014/main" id="{EF39FC1B-A6C9-48D7-8BBC-967AE30FB3C7}"/>
              </a:ext>
            </a:extLst>
          </p:cNvPr>
          <p:cNvSpPr/>
          <p:nvPr/>
        </p:nvSpPr>
        <p:spPr>
          <a:xfrm>
            <a:off x="4101140" y="3479673"/>
            <a:ext cx="920755" cy="331993"/>
          </a:xfrm>
          <a:prstGeom prst="rect">
            <a:avLst/>
          </a:prstGeom>
          <a:solidFill>
            <a:schemeClr val="bg1"/>
          </a:solidFill>
          <a:ln>
            <a:noFill/>
          </a:ln>
          <a:effectLst>
            <a:outerShdw blurRad="127000" algn="tl"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Segoe UI"/>
                <a:ea typeface="+mn-ea"/>
                <a:cs typeface="+mn-cs"/>
              </a:rPr>
              <a:t>RBAC</a:t>
            </a:r>
          </a:p>
        </p:txBody>
      </p:sp>
      <p:sp>
        <p:nvSpPr>
          <p:cNvPr id="22" name="Rectangle 21">
            <a:extLst>
              <a:ext uri="{FF2B5EF4-FFF2-40B4-BE49-F238E27FC236}">
                <a16:creationId xmlns:a16="http://schemas.microsoft.com/office/drawing/2014/main" id="{8FEC7E62-3EBB-40A1-8A0A-4AE4F8699893}"/>
              </a:ext>
            </a:extLst>
          </p:cNvPr>
          <p:cNvSpPr/>
          <p:nvPr/>
        </p:nvSpPr>
        <p:spPr>
          <a:xfrm>
            <a:off x="4101140" y="4002870"/>
            <a:ext cx="920755" cy="322348"/>
          </a:xfrm>
          <a:prstGeom prst="rect">
            <a:avLst/>
          </a:prstGeom>
          <a:solidFill>
            <a:schemeClr val="bg1"/>
          </a:solidFill>
          <a:ln>
            <a:noFill/>
          </a:ln>
          <a:effectLst>
            <a:outerShdw blurRad="127000" algn="tl"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Segoe UI"/>
                <a:ea typeface="+mn-ea"/>
                <a:cs typeface="+mn-cs"/>
              </a:rPr>
              <a:t>Policy</a:t>
            </a:r>
          </a:p>
        </p:txBody>
      </p:sp>
      <p:sp>
        <p:nvSpPr>
          <p:cNvPr id="24" name="Rectangle 23">
            <a:extLst>
              <a:ext uri="{FF2B5EF4-FFF2-40B4-BE49-F238E27FC236}">
                <a16:creationId xmlns:a16="http://schemas.microsoft.com/office/drawing/2014/main" id="{C41ED851-B830-4276-9264-57C4BE9901F9}"/>
              </a:ext>
            </a:extLst>
          </p:cNvPr>
          <p:cNvSpPr/>
          <p:nvPr/>
        </p:nvSpPr>
        <p:spPr>
          <a:xfrm>
            <a:off x="4101141" y="4559954"/>
            <a:ext cx="920754" cy="331993"/>
          </a:xfrm>
          <a:prstGeom prst="rect">
            <a:avLst/>
          </a:prstGeom>
          <a:solidFill>
            <a:schemeClr val="bg1"/>
          </a:solidFill>
          <a:ln>
            <a:noFill/>
          </a:ln>
          <a:effectLst>
            <a:outerShdw blurRad="127000" algn="tl"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Segoe UI"/>
                <a:ea typeface="+mn-ea"/>
                <a:cs typeface="+mn-cs"/>
              </a:rPr>
              <a:t>Groups</a:t>
            </a:r>
          </a:p>
        </p:txBody>
      </p:sp>
      <p:sp>
        <p:nvSpPr>
          <p:cNvPr id="25" name="Rectangle 24">
            <a:extLst>
              <a:ext uri="{FF2B5EF4-FFF2-40B4-BE49-F238E27FC236}">
                <a16:creationId xmlns:a16="http://schemas.microsoft.com/office/drawing/2014/main" id="{FE8A5151-D93E-40D2-BEEA-7B02011B973F}"/>
              </a:ext>
            </a:extLst>
          </p:cNvPr>
          <p:cNvSpPr/>
          <p:nvPr/>
        </p:nvSpPr>
        <p:spPr>
          <a:xfrm>
            <a:off x="4101139" y="5083152"/>
            <a:ext cx="920753" cy="331993"/>
          </a:xfrm>
          <a:prstGeom prst="rect">
            <a:avLst/>
          </a:prstGeom>
          <a:solidFill>
            <a:schemeClr val="bg1"/>
          </a:solidFill>
          <a:ln>
            <a:noFill/>
          </a:ln>
          <a:effectLst>
            <a:outerShdw blurRad="127000" algn="tl"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Segoe UI"/>
                <a:ea typeface="+mn-ea"/>
                <a:cs typeface="+mn-cs"/>
              </a:rPr>
              <a:t>Etc.</a:t>
            </a:r>
          </a:p>
        </p:txBody>
      </p:sp>
      <p:sp>
        <p:nvSpPr>
          <p:cNvPr id="26" name="Rectangle 25">
            <a:extLst>
              <a:ext uri="{FF2B5EF4-FFF2-40B4-BE49-F238E27FC236}">
                <a16:creationId xmlns:a16="http://schemas.microsoft.com/office/drawing/2014/main" id="{E191F516-CA43-4BC6-9137-25B1483A8B70}"/>
              </a:ext>
            </a:extLst>
          </p:cNvPr>
          <p:cNvSpPr/>
          <p:nvPr/>
        </p:nvSpPr>
        <p:spPr>
          <a:xfrm>
            <a:off x="3958819" y="2072957"/>
            <a:ext cx="1201435" cy="657395"/>
          </a:xfrm>
          <a:prstGeom prst="rect">
            <a:avLst/>
          </a:prstGeom>
        </p:spPr>
        <p:txBody>
          <a:bodyPr wrap="square">
            <a:spAutoFit/>
          </a:bodyP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Segoe UI Semibold"/>
                <a:ea typeface="+mn-ea"/>
                <a:cs typeface="+mn-cs"/>
              </a:rPr>
              <a:t>Azure Resource Manager</a:t>
            </a:r>
          </a:p>
        </p:txBody>
      </p:sp>
      <p:sp>
        <p:nvSpPr>
          <p:cNvPr id="27" name="Rectangle 26">
            <a:extLst>
              <a:ext uri="{FF2B5EF4-FFF2-40B4-BE49-F238E27FC236}">
                <a16:creationId xmlns:a16="http://schemas.microsoft.com/office/drawing/2014/main" id="{8E8751A7-DCDF-4E3B-A7EE-D79432577232}"/>
              </a:ext>
            </a:extLst>
          </p:cNvPr>
          <p:cNvSpPr/>
          <p:nvPr/>
        </p:nvSpPr>
        <p:spPr>
          <a:xfrm>
            <a:off x="5098669" y="3021646"/>
            <a:ext cx="839249" cy="331993"/>
          </a:xfrm>
          <a:prstGeom prst="rect">
            <a:avLst/>
          </a:prstGeom>
          <a:solidFill>
            <a:schemeClr val="accent2"/>
          </a:solidFill>
          <a:ln>
            <a:noFill/>
          </a:ln>
          <a:effectLst>
            <a:outerShdw blurRad="127000" algn="tl" rotWithShape="0">
              <a:prstClr val="black">
                <a:alpha val="3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Azure Arc data RP</a:t>
            </a:r>
          </a:p>
        </p:txBody>
      </p:sp>
      <p:sp>
        <p:nvSpPr>
          <p:cNvPr id="28" name="Rectangle 27">
            <a:extLst>
              <a:ext uri="{FF2B5EF4-FFF2-40B4-BE49-F238E27FC236}">
                <a16:creationId xmlns:a16="http://schemas.microsoft.com/office/drawing/2014/main" id="{6708BE40-54EC-4BE0-BA26-3204604C235B}"/>
              </a:ext>
            </a:extLst>
          </p:cNvPr>
          <p:cNvSpPr/>
          <p:nvPr/>
        </p:nvSpPr>
        <p:spPr>
          <a:xfrm>
            <a:off x="5098669" y="3637335"/>
            <a:ext cx="839249" cy="331993"/>
          </a:xfrm>
          <a:prstGeom prst="rect">
            <a:avLst/>
          </a:prstGeom>
          <a:solidFill>
            <a:schemeClr val="bg1"/>
          </a:solidFill>
          <a:ln>
            <a:noFill/>
          </a:ln>
          <a:effectLst>
            <a:outerShdw blurRad="127000" algn="tl"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lumMod val="95000"/>
                    <a:lumOff val="5000"/>
                  </a:prstClr>
                </a:solidFill>
                <a:effectLst/>
                <a:uLnTx/>
                <a:uFillTx/>
                <a:latin typeface="Segoe UI"/>
                <a:ea typeface="+mn-ea"/>
                <a:cs typeface="+mn-cs"/>
              </a:rPr>
              <a:t>Container registry</a:t>
            </a:r>
          </a:p>
        </p:txBody>
      </p:sp>
      <p:sp>
        <p:nvSpPr>
          <p:cNvPr id="29" name="Rectangle 28">
            <a:extLst>
              <a:ext uri="{FF2B5EF4-FFF2-40B4-BE49-F238E27FC236}">
                <a16:creationId xmlns:a16="http://schemas.microsoft.com/office/drawing/2014/main" id="{227DA081-CDD2-4F74-B8BB-5785F6CAD0EC}"/>
              </a:ext>
            </a:extLst>
          </p:cNvPr>
          <p:cNvSpPr/>
          <p:nvPr/>
        </p:nvSpPr>
        <p:spPr>
          <a:xfrm>
            <a:off x="5098669" y="4253026"/>
            <a:ext cx="839249" cy="331993"/>
          </a:xfrm>
          <a:prstGeom prst="rect">
            <a:avLst/>
          </a:prstGeom>
          <a:solidFill>
            <a:schemeClr val="accent2"/>
          </a:solidFill>
          <a:ln>
            <a:noFill/>
          </a:ln>
          <a:effectLst>
            <a:outerShdw blurRad="127000" algn="tl" rotWithShape="0">
              <a:prstClr val="black">
                <a:alpha val="3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Azure Arc K8s RP</a:t>
            </a:r>
          </a:p>
        </p:txBody>
      </p:sp>
      <p:sp>
        <p:nvSpPr>
          <p:cNvPr id="30" name="Rectangle 29">
            <a:extLst>
              <a:ext uri="{FF2B5EF4-FFF2-40B4-BE49-F238E27FC236}">
                <a16:creationId xmlns:a16="http://schemas.microsoft.com/office/drawing/2014/main" id="{16D38DB5-3232-4F59-B895-5ED52FC7A171}"/>
              </a:ext>
            </a:extLst>
          </p:cNvPr>
          <p:cNvSpPr/>
          <p:nvPr/>
        </p:nvSpPr>
        <p:spPr>
          <a:xfrm>
            <a:off x="5098669" y="4999194"/>
            <a:ext cx="839249" cy="331993"/>
          </a:xfrm>
          <a:prstGeom prst="rect">
            <a:avLst/>
          </a:prstGeom>
          <a:solidFill>
            <a:schemeClr val="accent2"/>
          </a:solidFill>
          <a:ln>
            <a:noFill/>
          </a:ln>
          <a:effectLst>
            <a:outerShdw blurRad="127000" algn="tl" rotWithShape="0">
              <a:prstClr val="black">
                <a:alpha val="3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Azure Arc server RP</a:t>
            </a:r>
          </a:p>
        </p:txBody>
      </p:sp>
      <p:sp>
        <p:nvSpPr>
          <p:cNvPr id="31" name="TextBox 30" descr="custom locations">
            <a:extLst>
              <a:ext uri="{FF2B5EF4-FFF2-40B4-BE49-F238E27FC236}">
                <a16:creationId xmlns:a16="http://schemas.microsoft.com/office/drawing/2014/main" id="{0412DD85-6F8F-4BB7-A5BC-E09164198705}"/>
              </a:ext>
            </a:extLst>
          </p:cNvPr>
          <p:cNvSpPr txBox="1"/>
          <p:nvPr/>
        </p:nvSpPr>
        <p:spPr>
          <a:xfrm>
            <a:off x="6459539" y="1113133"/>
            <a:ext cx="2740247" cy="5244027"/>
          </a:xfrm>
          <a:prstGeom prst="rect">
            <a:avLst/>
          </a:prstGeom>
          <a:solidFill>
            <a:schemeClr val="bg1"/>
          </a:solidFill>
          <a:ln w="19050">
            <a:solidFill>
              <a:schemeClr val="tx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defTabSz="457200">
              <a:defRPr sz="1000" b="1">
                <a:solidFill>
                  <a:schemeClr val="accent1"/>
                </a:solidFill>
                <a:latin typeface="Segoe UI Semibold" panose="020B0502040204020203" pitchFamily="34" charset="0"/>
                <a:cs typeface="Segoe UI Semibold" panose="020B0502040204020203"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457112"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rgbClr val="0078D4"/>
              </a:solidFill>
              <a:effectLst/>
              <a:uLnTx/>
              <a:uFillTx/>
              <a:latin typeface="Segoe UI Semibold" panose="020B0502040204020203" pitchFamily="34" charset="0"/>
              <a:ea typeface="+mn-ea"/>
              <a:cs typeface="Segoe UI Semibold" panose="020B0502040204020203" pitchFamily="34" charset="0"/>
            </a:endParaRPr>
          </a:p>
        </p:txBody>
      </p:sp>
      <p:sp>
        <p:nvSpPr>
          <p:cNvPr id="32" name="Rectangle 31" descr="azure data services">
            <a:extLst>
              <a:ext uri="{FF2B5EF4-FFF2-40B4-BE49-F238E27FC236}">
                <a16:creationId xmlns:a16="http://schemas.microsoft.com/office/drawing/2014/main" id="{3C7E2348-2809-4308-9C36-ED58EE99D6D4}"/>
              </a:ext>
            </a:extLst>
          </p:cNvPr>
          <p:cNvSpPr/>
          <p:nvPr/>
        </p:nvSpPr>
        <p:spPr>
          <a:xfrm>
            <a:off x="6792491" y="1906553"/>
            <a:ext cx="2149835" cy="975123"/>
          </a:xfrm>
          <a:prstGeom prst="rect">
            <a:avLst/>
          </a:prstGeom>
          <a:solidFill>
            <a:schemeClr val="bg1"/>
          </a:solidFill>
          <a:ln w="12700">
            <a:noFill/>
          </a:ln>
          <a:effectLst>
            <a:outerShdw blurRad="1524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22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Segoe UI"/>
              <a:ea typeface="+mn-ea"/>
              <a:cs typeface="+mn-cs"/>
            </a:endParaRPr>
          </a:p>
        </p:txBody>
      </p:sp>
      <p:sp>
        <p:nvSpPr>
          <p:cNvPr id="33" name="Rectangle 32">
            <a:extLst>
              <a:ext uri="{FF2B5EF4-FFF2-40B4-BE49-F238E27FC236}">
                <a16:creationId xmlns:a16="http://schemas.microsoft.com/office/drawing/2014/main" id="{2741FDD9-D5BA-40D4-9EC6-64EED80E4E1F}"/>
              </a:ext>
            </a:extLst>
          </p:cNvPr>
          <p:cNvSpPr/>
          <p:nvPr/>
        </p:nvSpPr>
        <p:spPr>
          <a:xfrm>
            <a:off x="7113683" y="1951882"/>
            <a:ext cx="1827971" cy="280678"/>
          </a:xfrm>
          <a:prstGeom prst="rect">
            <a:avLst/>
          </a:prstGeom>
        </p:spPr>
        <p:txBody>
          <a:bodyPr wrap="square">
            <a:sp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Segoe UI Semibold"/>
                <a:ea typeface="+mn-ea"/>
                <a:cs typeface="+mn-cs"/>
              </a:rPr>
              <a:t>Azure Data Services</a:t>
            </a:r>
          </a:p>
        </p:txBody>
      </p:sp>
      <p:sp>
        <p:nvSpPr>
          <p:cNvPr id="34" name="Rectangle 33">
            <a:extLst>
              <a:ext uri="{FF2B5EF4-FFF2-40B4-BE49-F238E27FC236}">
                <a16:creationId xmlns:a16="http://schemas.microsoft.com/office/drawing/2014/main" id="{D0D598F2-4A02-4B51-BFF5-1791D677F4FF}"/>
              </a:ext>
            </a:extLst>
          </p:cNvPr>
          <p:cNvSpPr/>
          <p:nvPr/>
        </p:nvSpPr>
        <p:spPr>
          <a:xfrm>
            <a:off x="7932469" y="2254609"/>
            <a:ext cx="1009858" cy="657265"/>
          </a:xfrm>
          <a:prstGeom prst="rect">
            <a:avLst/>
          </a:prstGeom>
        </p:spPr>
        <p:txBody>
          <a:bodyPr wrap="square">
            <a:sp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Segoe UI Semibold" panose="020B0502040204020203" pitchFamily="34" charset="0"/>
                <a:ea typeface="+mn-ea"/>
                <a:cs typeface="Segoe UI Semibold" panose="020B0502040204020203" pitchFamily="34" charset="0"/>
              </a:rPr>
              <a:t> </a:t>
            </a:r>
          </a:p>
          <a:p>
            <a:pPr marL="171417" marR="0" lvl="0" indent="-171417" algn="l" defTabSz="914225"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SQL</a:t>
            </a:r>
          </a:p>
          <a:p>
            <a:pPr marL="171417" marR="0" lvl="0" indent="-171417" algn="l" defTabSz="914225"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PostgreSQL</a:t>
            </a:r>
          </a:p>
          <a:p>
            <a:pPr marL="171417" marR="0" lvl="0" indent="-171417" algn="l" defTabSz="914225"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00" b="0" i="0" u="none" strike="noStrike" kern="1200" cap="none" spc="0" normalizeH="0" baseline="0" noProof="0">
              <a:ln>
                <a:noFill/>
              </a:ln>
              <a:solidFill>
                <a:prstClr val="black"/>
              </a:solidFill>
              <a:effectLst/>
              <a:uLnTx/>
              <a:uFillTx/>
              <a:latin typeface="Segoe UI"/>
              <a:ea typeface="+mn-ea"/>
              <a:cs typeface="+mn-cs"/>
            </a:endParaRPr>
          </a:p>
        </p:txBody>
      </p:sp>
      <p:sp>
        <p:nvSpPr>
          <p:cNvPr id="35" name="Rectangle 34">
            <a:extLst>
              <a:ext uri="{FF2B5EF4-FFF2-40B4-BE49-F238E27FC236}">
                <a16:creationId xmlns:a16="http://schemas.microsoft.com/office/drawing/2014/main" id="{B0CBCC90-C2E1-49E6-85BB-A3738BC9277F}"/>
              </a:ext>
            </a:extLst>
          </p:cNvPr>
          <p:cNvSpPr/>
          <p:nvPr/>
        </p:nvSpPr>
        <p:spPr>
          <a:xfrm>
            <a:off x="6791819" y="3018927"/>
            <a:ext cx="2149835" cy="314724"/>
          </a:xfrm>
          <a:prstGeom prst="rect">
            <a:avLst/>
          </a:prstGeom>
          <a:solidFill>
            <a:schemeClr val="accent2"/>
          </a:solidFill>
          <a:ln>
            <a:noFill/>
          </a:ln>
          <a:effectLst>
            <a:outerShdw blurRad="127000" algn="tl" rotWithShape="0">
              <a:prstClr val="black">
                <a:alpha val="3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Azure Arc data controller</a:t>
            </a:r>
          </a:p>
        </p:txBody>
      </p:sp>
      <p:sp>
        <p:nvSpPr>
          <p:cNvPr id="36" name="Rectangle 35" descr="Kubernetes">
            <a:extLst>
              <a:ext uri="{FF2B5EF4-FFF2-40B4-BE49-F238E27FC236}">
                <a16:creationId xmlns:a16="http://schemas.microsoft.com/office/drawing/2014/main" id="{F8B6E208-2A6A-4252-BE9F-3979433F9AA0}"/>
              </a:ext>
            </a:extLst>
          </p:cNvPr>
          <p:cNvSpPr/>
          <p:nvPr/>
        </p:nvSpPr>
        <p:spPr>
          <a:xfrm>
            <a:off x="6792491" y="3444315"/>
            <a:ext cx="2149835" cy="1323165"/>
          </a:xfrm>
          <a:prstGeom prst="rect">
            <a:avLst/>
          </a:prstGeom>
          <a:solidFill>
            <a:schemeClr val="bg1"/>
          </a:solidFill>
          <a:ln w="12700">
            <a:noFill/>
          </a:ln>
          <a:effectLst>
            <a:outerShdw blurRad="1524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22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Segoe UI"/>
              <a:ea typeface="+mn-ea"/>
              <a:cs typeface="+mn-cs"/>
            </a:endParaRPr>
          </a:p>
        </p:txBody>
      </p:sp>
      <p:sp>
        <p:nvSpPr>
          <p:cNvPr id="38" name="Rectangle 37">
            <a:extLst>
              <a:ext uri="{FF2B5EF4-FFF2-40B4-BE49-F238E27FC236}">
                <a16:creationId xmlns:a16="http://schemas.microsoft.com/office/drawing/2014/main" id="{EF41C1A9-952E-4F40-AC13-EA58E3E687D2}"/>
              </a:ext>
            </a:extLst>
          </p:cNvPr>
          <p:cNvSpPr/>
          <p:nvPr/>
        </p:nvSpPr>
        <p:spPr>
          <a:xfrm>
            <a:off x="6912019" y="3514725"/>
            <a:ext cx="1827971" cy="280678"/>
          </a:xfrm>
          <a:prstGeom prst="rect">
            <a:avLst/>
          </a:prstGeom>
        </p:spPr>
        <p:txBody>
          <a:bodyPr wrap="square">
            <a:sp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Segoe UI Semibold"/>
                <a:ea typeface="+mn-ea"/>
                <a:cs typeface="+mn-cs"/>
              </a:rPr>
              <a:t>Kubernetes</a:t>
            </a:r>
          </a:p>
        </p:txBody>
      </p:sp>
      <p:sp>
        <p:nvSpPr>
          <p:cNvPr id="40" name="Rectangle 39">
            <a:extLst>
              <a:ext uri="{FF2B5EF4-FFF2-40B4-BE49-F238E27FC236}">
                <a16:creationId xmlns:a16="http://schemas.microsoft.com/office/drawing/2014/main" id="{5CF0B2C2-3686-4715-BF2C-3FC64EEE8C09}"/>
              </a:ext>
            </a:extLst>
          </p:cNvPr>
          <p:cNvSpPr/>
          <p:nvPr/>
        </p:nvSpPr>
        <p:spPr>
          <a:xfrm>
            <a:off x="7968710" y="3809804"/>
            <a:ext cx="837422" cy="331510"/>
          </a:xfrm>
          <a:prstGeom prst="rect">
            <a:avLst/>
          </a:prstGeom>
          <a:solidFill>
            <a:schemeClr val="accent2"/>
          </a:solidFill>
          <a:ln>
            <a:noFill/>
          </a:ln>
          <a:effectLst>
            <a:outerShdw blurRad="127000" algn="tl" rotWithShape="0">
              <a:prstClr val="black">
                <a:alpha val="3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Azure PaaS Control</a:t>
            </a:r>
          </a:p>
        </p:txBody>
      </p:sp>
      <p:sp>
        <p:nvSpPr>
          <p:cNvPr id="42" name="Rectangle 41">
            <a:extLst>
              <a:ext uri="{FF2B5EF4-FFF2-40B4-BE49-F238E27FC236}">
                <a16:creationId xmlns:a16="http://schemas.microsoft.com/office/drawing/2014/main" id="{CC9E0960-3C6A-450B-80B0-6E77CAC61BCD}"/>
              </a:ext>
            </a:extLst>
          </p:cNvPr>
          <p:cNvSpPr/>
          <p:nvPr/>
        </p:nvSpPr>
        <p:spPr>
          <a:xfrm>
            <a:off x="7968710" y="4237618"/>
            <a:ext cx="837422" cy="331511"/>
          </a:xfrm>
          <a:prstGeom prst="rect">
            <a:avLst/>
          </a:prstGeom>
          <a:solidFill>
            <a:schemeClr val="bg1"/>
          </a:solidFill>
          <a:ln>
            <a:noFill/>
          </a:ln>
          <a:effectLst>
            <a:outerShdw blurRad="127000" algn="tl"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lumMod val="95000"/>
                    <a:lumOff val="5000"/>
                  </a:prstClr>
                </a:solidFill>
                <a:effectLst/>
                <a:uLnTx/>
                <a:uFillTx/>
                <a:latin typeface="Segoe UI"/>
                <a:ea typeface="+mn-ea"/>
                <a:cs typeface="+mn-cs"/>
              </a:rPr>
              <a:t>K8s API</a:t>
            </a:r>
          </a:p>
        </p:txBody>
      </p:sp>
      <p:sp>
        <p:nvSpPr>
          <p:cNvPr id="44" name="Rectangle 43">
            <a:extLst>
              <a:ext uri="{FF2B5EF4-FFF2-40B4-BE49-F238E27FC236}">
                <a16:creationId xmlns:a16="http://schemas.microsoft.com/office/drawing/2014/main" id="{69E43FCC-AC38-4E3B-9AC6-2EFD7863A9E3}"/>
              </a:ext>
            </a:extLst>
          </p:cNvPr>
          <p:cNvSpPr/>
          <p:nvPr/>
        </p:nvSpPr>
        <p:spPr>
          <a:xfrm>
            <a:off x="6995151" y="2306324"/>
            <a:ext cx="839249" cy="331993"/>
          </a:xfrm>
          <a:prstGeom prst="rect">
            <a:avLst/>
          </a:prstGeom>
          <a:solidFill>
            <a:schemeClr val="accent2"/>
          </a:solidFill>
          <a:ln>
            <a:noFill/>
          </a:ln>
          <a:effectLst>
            <a:outerShdw blurRad="127000" algn="tl" rotWithShape="0">
              <a:prstClr val="black">
                <a:alpha val="3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Azure Arc data agent</a:t>
            </a:r>
          </a:p>
        </p:txBody>
      </p:sp>
      <p:sp>
        <p:nvSpPr>
          <p:cNvPr id="46" name="Rectangle 45">
            <a:extLst>
              <a:ext uri="{FF2B5EF4-FFF2-40B4-BE49-F238E27FC236}">
                <a16:creationId xmlns:a16="http://schemas.microsoft.com/office/drawing/2014/main" id="{E51B96E6-787F-40C9-A08D-22F2D0A30360}"/>
              </a:ext>
            </a:extLst>
          </p:cNvPr>
          <p:cNvSpPr/>
          <p:nvPr/>
        </p:nvSpPr>
        <p:spPr>
          <a:xfrm>
            <a:off x="6995151" y="3812154"/>
            <a:ext cx="839249" cy="331993"/>
          </a:xfrm>
          <a:prstGeom prst="rect">
            <a:avLst/>
          </a:prstGeom>
          <a:solidFill>
            <a:schemeClr val="bg1"/>
          </a:solidFill>
          <a:ln>
            <a:noFill/>
          </a:ln>
          <a:effectLst>
            <a:outerShdw blurRad="127000" algn="tl"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lumMod val="95000"/>
                    <a:lumOff val="5000"/>
                  </a:prstClr>
                </a:solidFill>
                <a:effectLst/>
                <a:uLnTx/>
                <a:uFillTx/>
                <a:latin typeface="Segoe UI"/>
                <a:ea typeface="+mn-ea"/>
                <a:cs typeface="+mn-cs"/>
              </a:rPr>
              <a:t>GitOps Manager</a:t>
            </a:r>
          </a:p>
        </p:txBody>
      </p:sp>
      <p:sp>
        <p:nvSpPr>
          <p:cNvPr id="48" name="Rectangle 47">
            <a:extLst>
              <a:ext uri="{FF2B5EF4-FFF2-40B4-BE49-F238E27FC236}">
                <a16:creationId xmlns:a16="http://schemas.microsoft.com/office/drawing/2014/main" id="{444EB393-63BE-4B32-A868-3359C3AE804A}"/>
              </a:ext>
            </a:extLst>
          </p:cNvPr>
          <p:cNvSpPr/>
          <p:nvPr/>
        </p:nvSpPr>
        <p:spPr>
          <a:xfrm>
            <a:off x="6995151" y="4241588"/>
            <a:ext cx="839249" cy="331993"/>
          </a:xfrm>
          <a:prstGeom prst="rect">
            <a:avLst/>
          </a:prstGeom>
          <a:solidFill>
            <a:schemeClr val="accent2"/>
          </a:solidFill>
          <a:ln>
            <a:noFill/>
          </a:ln>
          <a:effectLst>
            <a:outerShdw blurRad="127000" algn="tl" rotWithShape="0">
              <a:prstClr val="black">
                <a:alpha val="3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Azure Arc K8s agent</a:t>
            </a:r>
          </a:p>
        </p:txBody>
      </p:sp>
      <p:sp>
        <p:nvSpPr>
          <p:cNvPr id="50" name="Rectangle 49" descr="servers">
            <a:extLst>
              <a:ext uri="{FF2B5EF4-FFF2-40B4-BE49-F238E27FC236}">
                <a16:creationId xmlns:a16="http://schemas.microsoft.com/office/drawing/2014/main" id="{942B43C4-C83F-4225-9DE2-2B77583718D4}"/>
              </a:ext>
            </a:extLst>
          </p:cNvPr>
          <p:cNvSpPr/>
          <p:nvPr/>
        </p:nvSpPr>
        <p:spPr>
          <a:xfrm>
            <a:off x="6792491" y="4920626"/>
            <a:ext cx="2149835" cy="1323165"/>
          </a:xfrm>
          <a:prstGeom prst="rect">
            <a:avLst/>
          </a:prstGeom>
          <a:solidFill>
            <a:schemeClr val="bg1"/>
          </a:solidFill>
          <a:ln w="12700">
            <a:noFill/>
          </a:ln>
          <a:effectLst>
            <a:outerShdw blurRad="1524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22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Segoe UI"/>
              <a:ea typeface="+mn-ea"/>
              <a:cs typeface="+mn-cs"/>
            </a:endParaRPr>
          </a:p>
        </p:txBody>
      </p:sp>
      <p:sp>
        <p:nvSpPr>
          <p:cNvPr id="52" name="Rectangle 51">
            <a:extLst>
              <a:ext uri="{FF2B5EF4-FFF2-40B4-BE49-F238E27FC236}">
                <a16:creationId xmlns:a16="http://schemas.microsoft.com/office/drawing/2014/main" id="{E44618EA-A8C3-452C-9A6B-1C48D6B93ABA}"/>
              </a:ext>
            </a:extLst>
          </p:cNvPr>
          <p:cNvSpPr/>
          <p:nvPr/>
        </p:nvSpPr>
        <p:spPr>
          <a:xfrm>
            <a:off x="6912019" y="4991035"/>
            <a:ext cx="1827971" cy="280678"/>
          </a:xfrm>
          <a:prstGeom prst="rect">
            <a:avLst/>
          </a:prstGeom>
        </p:spPr>
        <p:txBody>
          <a:bodyPr wrap="square">
            <a:sp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Segoe UI Semibold"/>
                <a:ea typeface="+mn-ea"/>
                <a:cs typeface="+mn-cs"/>
              </a:rPr>
              <a:t>Servers</a:t>
            </a:r>
          </a:p>
        </p:txBody>
      </p:sp>
      <p:sp>
        <p:nvSpPr>
          <p:cNvPr id="54" name="Rectangle 53">
            <a:extLst>
              <a:ext uri="{FF2B5EF4-FFF2-40B4-BE49-F238E27FC236}">
                <a16:creationId xmlns:a16="http://schemas.microsoft.com/office/drawing/2014/main" id="{B6A4822B-7DE7-452E-96D6-99B1DE5F867C}"/>
              </a:ext>
            </a:extLst>
          </p:cNvPr>
          <p:cNvSpPr/>
          <p:nvPr/>
        </p:nvSpPr>
        <p:spPr>
          <a:xfrm>
            <a:off x="7968710" y="5286115"/>
            <a:ext cx="837422" cy="331510"/>
          </a:xfrm>
          <a:prstGeom prst="rect">
            <a:avLst/>
          </a:prstGeom>
          <a:solidFill>
            <a:schemeClr val="bg1"/>
          </a:solidFill>
          <a:ln>
            <a:noFill/>
          </a:ln>
          <a:effectLst>
            <a:outerShdw blurRad="127000" algn="tl"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Segoe UI"/>
                <a:ea typeface="+mn-ea"/>
                <a:cs typeface="+mn-cs"/>
              </a:rPr>
              <a:t>Linux</a:t>
            </a:r>
          </a:p>
        </p:txBody>
      </p:sp>
      <p:sp>
        <p:nvSpPr>
          <p:cNvPr id="56" name="Rectangle 55">
            <a:extLst>
              <a:ext uri="{FF2B5EF4-FFF2-40B4-BE49-F238E27FC236}">
                <a16:creationId xmlns:a16="http://schemas.microsoft.com/office/drawing/2014/main" id="{5D5112B1-0EE0-4609-A900-FA510D115C77}"/>
              </a:ext>
            </a:extLst>
          </p:cNvPr>
          <p:cNvSpPr/>
          <p:nvPr/>
        </p:nvSpPr>
        <p:spPr>
          <a:xfrm>
            <a:off x="7968710" y="5713929"/>
            <a:ext cx="837422" cy="331511"/>
          </a:xfrm>
          <a:prstGeom prst="rect">
            <a:avLst/>
          </a:prstGeom>
          <a:solidFill>
            <a:schemeClr val="bg1"/>
          </a:solidFill>
          <a:ln>
            <a:noFill/>
          </a:ln>
          <a:effectLst>
            <a:outerShdw blurRad="127000" algn="tl"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Segoe UI"/>
                <a:ea typeface="+mn-ea"/>
                <a:cs typeface="+mn-cs"/>
              </a:rPr>
              <a:t>Windows Server</a:t>
            </a:r>
          </a:p>
        </p:txBody>
      </p:sp>
      <p:sp>
        <p:nvSpPr>
          <p:cNvPr id="58" name="Rectangle 57">
            <a:extLst>
              <a:ext uri="{FF2B5EF4-FFF2-40B4-BE49-F238E27FC236}">
                <a16:creationId xmlns:a16="http://schemas.microsoft.com/office/drawing/2014/main" id="{C9065C26-9667-4D4D-881A-90E4B5FB3EE2}"/>
              </a:ext>
            </a:extLst>
          </p:cNvPr>
          <p:cNvSpPr/>
          <p:nvPr/>
        </p:nvSpPr>
        <p:spPr>
          <a:xfrm>
            <a:off x="6995151" y="5288464"/>
            <a:ext cx="839249" cy="331993"/>
          </a:xfrm>
          <a:prstGeom prst="rect">
            <a:avLst/>
          </a:prstGeom>
          <a:solidFill>
            <a:schemeClr val="accent2"/>
          </a:solidFill>
          <a:ln>
            <a:noFill/>
          </a:ln>
          <a:effectLst>
            <a:outerShdw blurRad="127000" algn="tl" rotWithShape="0">
              <a:prstClr val="black">
                <a:alpha val="3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Azure Arc server agent</a:t>
            </a:r>
          </a:p>
        </p:txBody>
      </p:sp>
      <p:sp>
        <p:nvSpPr>
          <p:cNvPr id="60" name="Rectangle 59">
            <a:extLst>
              <a:ext uri="{FF2B5EF4-FFF2-40B4-BE49-F238E27FC236}">
                <a16:creationId xmlns:a16="http://schemas.microsoft.com/office/drawing/2014/main" id="{D6A84AEE-6700-47B9-899C-58B6B60D7D0D}"/>
              </a:ext>
            </a:extLst>
          </p:cNvPr>
          <p:cNvSpPr/>
          <p:nvPr/>
        </p:nvSpPr>
        <p:spPr>
          <a:xfrm>
            <a:off x="6995151" y="5717899"/>
            <a:ext cx="839249" cy="331993"/>
          </a:xfrm>
          <a:prstGeom prst="rect">
            <a:avLst/>
          </a:prstGeom>
          <a:solidFill>
            <a:schemeClr val="accent2"/>
          </a:solidFill>
          <a:ln>
            <a:noFill/>
          </a:ln>
          <a:effectLst>
            <a:outerShdw blurRad="127000" algn="tl" rotWithShape="0">
              <a:prstClr val="black">
                <a:alpha val="3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Azure Arc server agent</a:t>
            </a:r>
          </a:p>
        </p:txBody>
      </p:sp>
      <p:sp>
        <p:nvSpPr>
          <p:cNvPr id="62" name="Rectangle 61">
            <a:extLst>
              <a:ext uri="{FF2B5EF4-FFF2-40B4-BE49-F238E27FC236}">
                <a16:creationId xmlns:a16="http://schemas.microsoft.com/office/drawing/2014/main" id="{D66D3F04-C7B5-4ACA-BC71-B055ECED7FDF}"/>
              </a:ext>
            </a:extLst>
          </p:cNvPr>
          <p:cNvSpPr/>
          <p:nvPr/>
        </p:nvSpPr>
        <p:spPr>
          <a:xfrm>
            <a:off x="9730769" y="2120934"/>
            <a:ext cx="1640205" cy="469037"/>
          </a:xfrm>
          <a:prstGeom prst="rect">
            <a:avLst/>
          </a:prstGeom>
        </p:spPr>
        <p:txBody>
          <a:bodyPr wrap="square">
            <a:spAutoFit/>
          </a:bodyP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8D4"/>
                </a:solidFill>
                <a:effectLst/>
                <a:uLnTx/>
                <a:uFillTx/>
                <a:latin typeface="Segoe UI Semibold"/>
                <a:ea typeface="+mn-ea"/>
                <a:cs typeface="+mn-cs"/>
              </a:rPr>
              <a:t>Resource specific tools</a:t>
            </a:r>
          </a:p>
        </p:txBody>
      </p:sp>
      <p:sp>
        <p:nvSpPr>
          <p:cNvPr id="64" name="Rectangle 63">
            <a:extLst>
              <a:ext uri="{FF2B5EF4-FFF2-40B4-BE49-F238E27FC236}">
                <a16:creationId xmlns:a16="http://schemas.microsoft.com/office/drawing/2014/main" id="{B8068781-AE9F-4DB5-911B-E8A3ECB8F8DB}"/>
              </a:ext>
            </a:extLst>
          </p:cNvPr>
          <p:cNvSpPr/>
          <p:nvPr/>
        </p:nvSpPr>
        <p:spPr>
          <a:xfrm>
            <a:off x="9712378" y="2527137"/>
            <a:ext cx="1676990" cy="331993"/>
          </a:xfrm>
          <a:prstGeom prst="rect">
            <a:avLst/>
          </a:prstGeom>
          <a:solidFill>
            <a:schemeClr val="bg1"/>
          </a:solidFill>
          <a:ln>
            <a:noFill/>
          </a:ln>
          <a:effectLst>
            <a:outerShdw blurRad="127000" algn="tl"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8D4"/>
                </a:solidFill>
                <a:effectLst/>
                <a:uLnTx/>
                <a:uFillTx/>
                <a:latin typeface="Segoe UI Semibold"/>
                <a:ea typeface="+mn-ea"/>
                <a:cs typeface="+mn-cs"/>
              </a:rPr>
              <a:t>Azure Data Studio</a:t>
            </a:r>
          </a:p>
        </p:txBody>
      </p:sp>
      <p:sp>
        <p:nvSpPr>
          <p:cNvPr id="66" name="Rectangle 65" descr="K8 native tools">
            <a:extLst>
              <a:ext uri="{FF2B5EF4-FFF2-40B4-BE49-F238E27FC236}">
                <a16:creationId xmlns:a16="http://schemas.microsoft.com/office/drawing/2014/main" id="{13CEFB35-59CB-4626-8B45-3657619B33FD}"/>
              </a:ext>
            </a:extLst>
          </p:cNvPr>
          <p:cNvSpPr/>
          <p:nvPr/>
        </p:nvSpPr>
        <p:spPr>
          <a:xfrm>
            <a:off x="9712378" y="3274059"/>
            <a:ext cx="1676990" cy="1646568"/>
          </a:xfrm>
          <a:prstGeom prst="rect">
            <a:avLst/>
          </a:prstGeom>
          <a:solidFill>
            <a:schemeClr val="bg1"/>
          </a:solidFill>
          <a:ln>
            <a:noFill/>
          </a:ln>
          <a:effectLst>
            <a:outerShdw blurRad="127000" algn="tl"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225"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78D4"/>
              </a:solidFill>
              <a:effectLst/>
              <a:uLnTx/>
              <a:uFillTx/>
              <a:latin typeface="Segoe UI Semibold"/>
              <a:ea typeface="+mn-ea"/>
              <a:cs typeface="+mn-cs"/>
            </a:endParaRPr>
          </a:p>
        </p:txBody>
      </p:sp>
      <p:sp>
        <p:nvSpPr>
          <p:cNvPr id="68" name="Rectangle 67">
            <a:extLst>
              <a:ext uri="{FF2B5EF4-FFF2-40B4-BE49-F238E27FC236}">
                <a16:creationId xmlns:a16="http://schemas.microsoft.com/office/drawing/2014/main" id="{9C24C0B5-E497-4A72-A05A-3EC7D9E63D38}"/>
              </a:ext>
            </a:extLst>
          </p:cNvPr>
          <p:cNvSpPr/>
          <p:nvPr/>
        </p:nvSpPr>
        <p:spPr>
          <a:xfrm>
            <a:off x="9836560" y="3783149"/>
            <a:ext cx="1428623" cy="999363"/>
          </a:xfrm>
          <a:prstGeom prst="rect">
            <a:avLst/>
          </a:prstGeom>
        </p:spPr>
        <p:txBody>
          <a:bodyPr wrap="square">
            <a:spAutoFit/>
          </a:bodyPr>
          <a:lstStyle/>
          <a:p>
            <a:pPr marL="0" marR="0" lvl="0" indent="0" algn="ctr" defTabSz="914225" rtl="0" eaLnBrk="1" fontAlgn="auto" latinLnBrk="0" hangingPunct="1">
              <a:lnSpc>
                <a:spcPct val="100000"/>
              </a:lnSpc>
              <a:spcBef>
                <a:spcPts val="40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Cluster provisioning​</a:t>
            </a:r>
          </a:p>
          <a:p>
            <a:pPr marL="0" marR="0" lvl="0" indent="0" algn="ctr" defTabSz="914225" rtl="0" eaLnBrk="1" fontAlgn="auto" latinLnBrk="0" hangingPunct="1">
              <a:lnSpc>
                <a:spcPct val="100000"/>
              </a:lnSpc>
              <a:spcBef>
                <a:spcPts val="40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Cluster upgrade and patch management​</a:t>
            </a:r>
          </a:p>
          <a:p>
            <a:pPr marL="0" marR="0" lvl="0" indent="0" algn="ctr" defTabSz="914225" rtl="0" eaLnBrk="1" fontAlgn="auto" latinLnBrk="0" hangingPunct="1">
              <a:lnSpc>
                <a:spcPct val="100000"/>
              </a:lnSpc>
              <a:spcBef>
                <a:spcPts val="40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Cluster lifecycle management​</a:t>
            </a:r>
          </a:p>
          <a:p>
            <a:pPr marL="0" marR="0" lvl="0" indent="0" algn="ctr" defTabSz="914225" rtl="0" eaLnBrk="1" fontAlgn="auto" latinLnBrk="0" hangingPunct="1">
              <a:lnSpc>
                <a:spcPct val="100000"/>
              </a:lnSpc>
              <a:spcBef>
                <a:spcPts val="40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Cluster monitoring </a:t>
            </a:r>
          </a:p>
        </p:txBody>
      </p:sp>
      <p:sp>
        <p:nvSpPr>
          <p:cNvPr id="70" name="Rectangle 69">
            <a:extLst>
              <a:ext uri="{FF2B5EF4-FFF2-40B4-BE49-F238E27FC236}">
                <a16:creationId xmlns:a16="http://schemas.microsoft.com/office/drawing/2014/main" id="{9BACD0F8-3327-4DA4-8F5B-287FBB2E08AD}"/>
              </a:ext>
            </a:extLst>
          </p:cNvPr>
          <p:cNvSpPr/>
          <p:nvPr/>
        </p:nvSpPr>
        <p:spPr>
          <a:xfrm>
            <a:off x="9876167" y="3461960"/>
            <a:ext cx="1349409" cy="280678"/>
          </a:xfrm>
          <a:prstGeom prst="rect">
            <a:avLst/>
          </a:prstGeom>
        </p:spPr>
        <p:txBody>
          <a:bodyPr wrap="none" anchor="t">
            <a:spAutoFit/>
          </a:bodyP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8D4"/>
                </a:solidFill>
                <a:effectLst/>
                <a:uLnTx/>
                <a:uFillTx/>
                <a:latin typeface="Segoe UI Semibold"/>
                <a:ea typeface="+mn-ea"/>
                <a:cs typeface="+mn-cs"/>
              </a:rPr>
              <a:t>K8s Native Tools</a:t>
            </a:r>
          </a:p>
        </p:txBody>
      </p:sp>
      <p:sp>
        <p:nvSpPr>
          <p:cNvPr id="72" name="Rectangle 71">
            <a:extLst>
              <a:ext uri="{FF2B5EF4-FFF2-40B4-BE49-F238E27FC236}">
                <a16:creationId xmlns:a16="http://schemas.microsoft.com/office/drawing/2014/main" id="{CCCA899E-46FC-41AB-AE77-C4869C9D2769}"/>
              </a:ext>
            </a:extLst>
          </p:cNvPr>
          <p:cNvSpPr/>
          <p:nvPr/>
        </p:nvSpPr>
        <p:spPr>
          <a:xfrm>
            <a:off x="9703701" y="5250215"/>
            <a:ext cx="1676990" cy="331993"/>
          </a:xfrm>
          <a:prstGeom prst="rect">
            <a:avLst/>
          </a:prstGeom>
          <a:solidFill>
            <a:schemeClr val="bg1"/>
          </a:solidFill>
          <a:ln>
            <a:noFill/>
          </a:ln>
          <a:effectLst>
            <a:outerShdw blurRad="127000" algn="tl"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8D4"/>
                </a:solidFill>
                <a:effectLst/>
                <a:uLnTx/>
                <a:uFillTx/>
                <a:latin typeface="Segoe UI Semibold"/>
                <a:ea typeface="+mn-ea"/>
                <a:cs typeface="+mn-cs"/>
              </a:rPr>
              <a:t>Server Admin Tools</a:t>
            </a:r>
          </a:p>
        </p:txBody>
      </p:sp>
      <p:cxnSp>
        <p:nvCxnSpPr>
          <p:cNvPr id="74" name="Straight Arrow Connector 73" descr="flow">
            <a:extLst>
              <a:ext uri="{FF2B5EF4-FFF2-40B4-BE49-F238E27FC236}">
                <a16:creationId xmlns:a16="http://schemas.microsoft.com/office/drawing/2014/main" id="{2C08718E-4909-4AFC-AD50-6F8D59D3A51C}"/>
              </a:ext>
            </a:extLst>
          </p:cNvPr>
          <p:cNvCxnSpPr>
            <a:cxnSpLocks/>
          </p:cNvCxnSpPr>
          <p:nvPr/>
        </p:nvCxnSpPr>
        <p:spPr>
          <a:xfrm>
            <a:off x="2526650" y="3288468"/>
            <a:ext cx="924029" cy="0"/>
          </a:xfrm>
          <a:prstGeom prst="straightConnector1">
            <a:avLst/>
          </a:prstGeom>
          <a:ln w="1905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6" name="Elbow Connector 33" descr="connector">
            <a:extLst>
              <a:ext uri="{FF2B5EF4-FFF2-40B4-BE49-F238E27FC236}">
                <a16:creationId xmlns:a16="http://schemas.microsoft.com/office/drawing/2014/main" id="{88F73859-F8BE-490C-9032-0A17DCAAD2E7}"/>
              </a:ext>
            </a:extLst>
          </p:cNvPr>
          <p:cNvCxnSpPr>
            <a:cxnSpLocks/>
          </p:cNvCxnSpPr>
          <p:nvPr/>
        </p:nvCxnSpPr>
        <p:spPr>
          <a:xfrm flipV="1">
            <a:off x="5790755" y="2409401"/>
            <a:ext cx="1204396" cy="587819"/>
          </a:xfrm>
          <a:prstGeom prst="bentConnector3">
            <a:avLst>
              <a:gd name="adj1" fmla="val 415"/>
            </a:avLst>
          </a:prstGeom>
          <a:ln w="1905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F4EE2C6F-BD58-4173-97F6-74F3D88E80AD}"/>
              </a:ext>
              <a:ext uri="{C183D7F6-B498-43B3-948B-1728B52AA6E4}">
                <adec:decorative xmlns:adec="http://schemas.microsoft.com/office/drawing/2017/decorative" val="1"/>
              </a:ext>
            </a:extLst>
          </p:cNvPr>
          <p:cNvCxnSpPr>
            <a:cxnSpLocks/>
          </p:cNvCxnSpPr>
          <p:nvPr/>
        </p:nvCxnSpPr>
        <p:spPr>
          <a:xfrm>
            <a:off x="7439484" y="2638317"/>
            <a:ext cx="0" cy="379045"/>
          </a:xfrm>
          <a:prstGeom prst="straightConnector1">
            <a:avLst/>
          </a:prstGeom>
          <a:ln w="1905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0" name="Elbow Connector 46">
            <a:extLst>
              <a:ext uri="{FF2B5EF4-FFF2-40B4-BE49-F238E27FC236}">
                <a16:creationId xmlns:a16="http://schemas.microsoft.com/office/drawing/2014/main" id="{C7582123-A6E3-4636-8F92-67505A591EAB}"/>
              </a:ext>
              <a:ext uri="{C183D7F6-B498-43B3-948B-1728B52AA6E4}">
                <adec:decorative xmlns:adec="http://schemas.microsoft.com/office/drawing/2017/decorative" val="1"/>
              </a:ext>
            </a:extLst>
          </p:cNvPr>
          <p:cNvCxnSpPr>
            <a:cxnSpLocks/>
          </p:cNvCxnSpPr>
          <p:nvPr/>
        </p:nvCxnSpPr>
        <p:spPr>
          <a:xfrm rot="10800000" flipV="1">
            <a:off x="5920578" y="2547176"/>
            <a:ext cx="1065798" cy="1126447"/>
          </a:xfrm>
          <a:prstGeom prst="bentConnector3">
            <a:avLst>
              <a:gd name="adj1" fmla="val 65683"/>
            </a:avLst>
          </a:prstGeom>
          <a:ln w="1905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2" name="Elbow Connector 164">
            <a:extLst>
              <a:ext uri="{FF2B5EF4-FFF2-40B4-BE49-F238E27FC236}">
                <a16:creationId xmlns:a16="http://schemas.microsoft.com/office/drawing/2014/main" id="{F833F8FD-583F-47C1-A80E-8C46DBD68B70}"/>
              </a:ext>
              <a:ext uri="{C183D7F6-B498-43B3-948B-1728B52AA6E4}">
                <adec:decorative xmlns:adec="http://schemas.microsoft.com/office/drawing/2017/decorative" val="1"/>
              </a:ext>
            </a:extLst>
          </p:cNvPr>
          <p:cNvCxnSpPr>
            <a:cxnSpLocks/>
            <a:stCxn id="28" idx="3"/>
          </p:cNvCxnSpPr>
          <p:nvPr/>
        </p:nvCxnSpPr>
        <p:spPr>
          <a:xfrm>
            <a:off x="5937919" y="3803334"/>
            <a:ext cx="1048456" cy="545974"/>
          </a:xfrm>
          <a:prstGeom prst="bentConnector3">
            <a:avLst>
              <a:gd name="adj1" fmla="val 50000"/>
            </a:avLst>
          </a:prstGeom>
          <a:ln w="1905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C76D6F18-4335-411C-A616-FFF0255EEF0A}"/>
              </a:ext>
              <a:ext uri="{C183D7F6-B498-43B3-948B-1728B52AA6E4}">
                <adec:decorative xmlns:adec="http://schemas.microsoft.com/office/drawing/2017/decorative" val="1"/>
              </a:ext>
            </a:extLst>
          </p:cNvPr>
          <p:cNvCxnSpPr>
            <a:cxnSpLocks/>
          </p:cNvCxnSpPr>
          <p:nvPr/>
        </p:nvCxnSpPr>
        <p:spPr>
          <a:xfrm>
            <a:off x="5938127" y="4470450"/>
            <a:ext cx="1047051" cy="0"/>
          </a:xfrm>
          <a:prstGeom prst="straightConnector1">
            <a:avLst/>
          </a:prstGeom>
          <a:ln w="1905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6" name="Elbow Connector 169">
            <a:extLst>
              <a:ext uri="{FF2B5EF4-FFF2-40B4-BE49-F238E27FC236}">
                <a16:creationId xmlns:a16="http://schemas.microsoft.com/office/drawing/2014/main" id="{28A0130D-50E8-45D9-80A6-30DBE6312973}"/>
              </a:ext>
              <a:ext uri="{C183D7F6-B498-43B3-948B-1728B52AA6E4}">
                <adec:decorative xmlns:adec="http://schemas.microsoft.com/office/drawing/2017/decorative" val="1"/>
              </a:ext>
            </a:extLst>
          </p:cNvPr>
          <p:cNvCxnSpPr>
            <a:cxnSpLocks/>
          </p:cNvCxnSpPr>
          <p:nvPr/>
        </p:nvCxnSpPr>
        <p:spPr>
          <a:xfrm>
            <a:off x="5937919" y="5047606"/>
            <a:ext cx="1047260" cy="348492"/>
          </a:xfrm>
          <a:prstGeom prst="bentConnector3">
            <a:avLst>
              <a:gd name="adj1" fmla="val 33525"/>
            </a:avLst>
          </a:prstGeom>
          <a:ln w="1905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8" name="Elbow Connector 172">
            <a:extLst>
              <a:ext uri="{FF2B5EF4-FFF2-40B4-BE49-F238E27FC236}">
                <a16:creationId xmlns:a16="http://schemas.microsoft.com/office/drawing/2014/main" id="{6FBC6917-2A13-47BD-91B4-E3B23FBB0BBB}"/>
              </a:ext>
              <a:ext uri="{C183D7F6-B498-43B3-948B-1728B52AA6E4}">
                <adec:decorative xmlns:adec="http://schemas.microsoft.com/office/drawing/2017/decorative" val="1"/>
              </a:ext>
            </a:extLst>
          </p:cNvPr>
          <p:cNvCxnSpPr>
            <a:cxnSpLocks/>
          </p:cNvCxnSpPr>
          <p:nvPr/>
        </p:nvCxnSpPr>
        <p:spPr>
          <a:xfrm>
            <a:off x="5937919" y="5207419"/>
            <a:ext cx="1047260" cy="700923"/>
          </a:xfrm>
          <a:prstGeom prst="bentConnector3">
            <a:avLst>
              <a:gd name="adj1" fmla="val 20139"/>
            </a:avLst>
          </a:prstGeom>
          <a:ln w="1905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70BFAA6B-285C-4F3F-9878-CFD53DAEA6C0}"/>
              </a:ext>
              <a:ext uri="{C183D7F6-B498-43B3-948B-1728B52AA6E4}">
                <adec:decorative xmlns:adec="http://schemas.microsoft.com/office/drawing/2017/decorative" val="1"/>
              </a:ext>
            </a:extLst>
          </p:cNvPr>
          <p:cNvCxnSpPr>
            <a:cxnSpLocks/>
          </p:cNvCxnSpPr>
          <p:nvPr/>
        </p:nvCxnSpPr>
        <p:spPr>
          <a:xfrm>
            <a:off x="8820759" y="5381020"/>
            <a:ext cx="877444" cy="0"/>
          </a:xfrm>
          <a:prstGeom prst="straightConnector1">
            <a:avLst/>
          </a:prstGeom>
          <a:ln w="1905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2" name="Elbow Connector 178">
            <a:extLst>
              <a:ext uri="{FF2B5EF4-FFF2-40B4-BE49-F238E27FC236}">
                <a16:creationId xmlns:a16="http://schemas.microsoft.com/office/drawing/2014/main" id="{A58EB1DB-CAC0-4AD6-BA50-C0C003065660}"/>
              </a:ext>
              <a:ext uri="{C183D7F6-B498-43B3-948B-1728B52AA6E4}">
                <adec:decorative xmlns:adec="http://schemas.microsoft.com/office/drawing/2017/decorative" val="1"/>
              </a:ext>
            </a:extLst>
          </p:cNvPr>
          <p:cNvCxnSpPr>
            <a:cxnSpLocks/>
          </p:cNvCxnSpPr>
          <p:nvPr/>
        </p:nvCxnSpPr>
        <p:spPr>
          <a:xfrm rot="10800000" flipV="1">
            <a:off x="8828145" y="5514413"/>
            <a:ext cx="870610" cy="404360"/>
          </a:xfrm>
          <a:prstGeom prst="bentConnector3">
            <a:avLst>
              <a:gd name="adj1" fmla="val 50000"/>
            </a:avLst>
          </a:prstGeom>
          <a:ln w="1905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FFBE1AB7-0859-4165-884F-8AC1EF8899B1}"/>
              </a:ext>
              <a:ext uri="{C183D7F6-B498-43B3-948B-1728B52AA6E4}">
                <adec:decorative xmlns:adec="http://schemas.microsoft.com/office/drawing/2017/decorative" val="1"/>
              </a:ext>
            </a:extLst>
          </p:cNvPr>
          <p:cNvCxnSpPr>
            <a:cxnSpLocks/>
          </p:cNvCxnSpPr>
          <p:nvPr/>
        </p:nvCxnSpPr>
        <p:spPr>
          <a:xfrm>
            <a:off x="8064723" y="3346002"/>
            <a:ext cx="0" cy="457332"/>
          </a:xfrm>
          <a:prstGeom prst="straightConnector1">
            <a:avLst/>
          </a:prstGeom>
          <a:ln w="1905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272D102F-0F85-4043-8CCA-525E84B2D04C}"/>
              </a:ext>
              <a:ext uri="{C183D7F6-B498-43B3-948B-1728B52AA6E4}">
                <adec:decorative xmlns:adec="http://schemas.microsoft.com/office/drawing/2017/decorative" val="1"/>
              </a:ext>
            </a:extLst>
          </p:cNvPr>
          <p:cNvCxnSpPr>
            <a:cxnSpLocks/>
          </p:cNvCxnSpPr>
          <p:nvPr/>
        </p:nvCxnSpPr>
        <p:spPr>
          <a:xfrm>
            <a:off x="8820759" y="4403355"/>
            <a:ext cx="877444" cy="0"/>
          </a:xfrm>
          <a:prstGeom prst="straightConnector1">
            <a:avLst/>
          </a:prstGeom>
          <a:ln w="1905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5A8477F2-64DA-4052-B7FA-D0D11D1F187D}"/>
              </a:ext>
              <a:ext uri="{C183D7F6-B498-43B3-948B-1728B52AA6E4}">
                <adec:decorative xmlns:adec="http://schemas.microsoft.com/office/drawing/2017/decorative" val="1"/>
              </a:ext>
            </a:extLst>
          </p:cNvPr>
          <p:cNvCxnSpPr>
            <a:cxnSpLocks/>
          </p:cNvCxnSpPr>
          <p:nvPr/>
        </p:nvCxnSpPr>
        <p:spPr>
          <a:xfrm>
            <a:off x="8820759" y="2627674"/>
            <a:ext cx="877444" cy="0"/>
          </a:xfrm>
          <a:prstGeom prst="straightConnector1">
            <a:avLst/>
          </a:prstGeom>
          <a:ln w="1905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0" name="Rectangle 99">
            <a:extLst>
              <a:ext uri="{FF2B5EF4-FFF2-40B4-BE49-F238E27FC236}">
                <a16:creationId xmlns:a16="http://schemas.microsoft.com/office/drawing/2014/main" id="{5C108952-2B0D-4364-8579-E497E6760458}"/>
              </a:ext>
              <a:ext uri="{C183D7F6-B498-43B3-948B-1728B52AA6E4}">
                <adec:decorative xmlns:adec="http://schemas.microsoft.com/office/drawing/2017/decorative" val="1"/>
              </a:ext>
            </a:extLst>
          </p:cNvPr>
          <p:cNvSpPr/>
          <p:nvPr/>
        </p:nvSpPr>
        <p:spPr>
          <a:xfrm>
            <a:off x="914503" y="6139746"/>
            <a:ext cx="349791" cy="217572"/>
          </a:xfrm>
          <a:prstGeom prst="rect">
            <a:avLst/>
          </a:prstGeom>
          <a:solidFill>
            <a:schemeClr val="accent2"/>
          </a:solidFill>
          <a:ln>
            <a:noFill/>
          </a:ln>
          <a:effectLst>
            <a:outerShdw blurRad="127000" algn="tl" rotWithShape="0">
              <a:prstClr val="black">
                <a:alpha val="3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Segoe UI"/>
              <a:ea typeface="+mn-ea"/>
              <a:cs typeface="+mn-cs"/>
            </a:endParaRPr>
          </a:p>
        </p:txBody>
      </p:sp>
      <p:sp>
        <p:nvSpPr>
          <p:cNvPr id="102" name="Rectangle 101">
            <a:extLst>
              <a:ext uri="{FF2B5EF4-FFF2-40B4-BE49-F238E27FC236}">
                <a16:creationId xmlns:a16="http://schemas.microsoft.com/office/drawing/2014/main" id="{67B684D5-DAAB-4354-92AE-EB7AD4409781}"/>
              </a:ext>
            </a:extLst>
          </p:cNvPr>
          <p:cNvSpPr/>
          <p:nvPr/>
        </p:nvSpPr>
        <p:spPr>
          <a:xfrm>
            <a:off x="7167961" y="1561579"/>
            <a:ext cx="1387624" cy="276999"/>
          </a:xfrm>
          <a:prstGeom prst="rect">
            <a:avLst/>
          </a:prstGeom>
        </p:spPr>
        <p:txBody>
          <a:bodyPr wrap="none">
            <a:spAutoFit/>
          </a:bodyP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8D4"/>
                </a:solidFill>
                <a:effectLst/>
                <a:uLnTx/>
                <a:uFillTx/>
                <a:latin typeface="Segoe UI Semibold"/>
                <a:ea typeface="+mn-ea"/>
                <a:cs typeface="+mn-cs"/>
              </a:rPr>
              <a:t>Custom locations</a:t>
            </a:r>
          </a:p>
        </p:txBody>
      </p:sp>
    </p:spTree>
    <p:extLst>
      <p:ext uri="{BB962C8B-B14F-4D97-AF65-F5344CB8AC3E}">
        <p14:creationId xmlns:p14="http://schemas.microsoft.com/office/powerpoint/2010/main" val="1807967703"/>
      </p:ext>
    </p:extLst>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3A7C1-7D17-4FB4-802B-8507969C1EB4}"/>
              </a:ext>
            </a:extLst>
          </p:cNvPr>
          <p:cNvSpPr>
            <a:spLocks noGrp="1"/>
          </p:cNvSpPr>
          <p:nvPr>
            <p:ph type="title"/>
          </p:nvPr>
        </p:nvSpPr>
        <p:spPr/>
        <p:txBody>
          <a:bodyPr/>
          <a:lstStyle/>
          <a:p>
            <a:r>
              <a:rPr lang="en-US"/>
              <a:t>Azure Arc Key Benefits</a:t>
            </a:r>
          </a:p>
        </p:txBody>
      </p:sp>
      <p:sp>
        <p:nvSpPr>
          <p:cNvPr id="3" name="Content Placeholder 2">
            <a:extLst>
              <a:ext uri="{FF2B5EF4-FFF2-40B4-BE49-F238E27FC236}">
                <a16:creationId xmlns:a16="http://schemas.microsoft.com/office/drawing/2014/main" id="{4D9D0AC8-D1E8-4B85-9876-6C947B4982C3}"/>
              </a:ext>
            </a:extLst>
          </p:cNvPr>
          <p:cNvSpPr>
            <a:spLocks noGrp="1"/>
          </p:cNvSpPr>
          <p:nvPr>
            <p:ph idx="1"/>
          </p:nvPr>
        </p:nvSpPr>
        <p:spPr>
          <a:xfrm>
            <a:off x="586740" y="1256466"/>
            <a:ext cx="11018520" cy="5005986"/>
          </a:xfrm>
        </p:spPr>
        <p:txBody>
          <a:bodyPr/>
          <a:lstStyle/>
          <a:p>
            <a:pPr marL="342900" indent="-342900" algn="l" rtl="0" fontAlgn="base">
              <a:lnSpc>
                <a:spcPct val="150000"/>
              </a:lnSpc>
              <a:buFont typeface="Arial" panose="020B0604020202020204" pitchFamily="34" charset="0"/>
              <a:buChar char="•"/>
            </a:pPr>
            <a:r>
              <a:rPr lang="en-US" b="0" i="0" u="none" strike="noStrike" dirty="0">
                <a:solidFill>
                  <a:srgbClr val="000000"/>
                </a:solidFill>
                <a:effectLst/>
                <a:latin typeface="Segoe UI" panose="020B0502040204020203" pitchFamily="34" charset="0"/>
              </a:rPr>
              <a:t>Organize all resources using - Azure management groups, subscriptions, resource groups, and tags.</a:t>
            </a:r>
            <a:r>
              <a:rPr lang="en-US" b="0" i="0" dirty="0">
                <a:solidFill>
                  <a:srgbClr val="000000"/>
                </a:solidFill>
                <a:effectLst/>
                <a:latin typeface="Segoe UI" panose="020B0502040204020203" pitchFamily="34" charset="0"/>
              </a:rPr>
              <a:t>​</a:t>
            </a:r>
            <a:endParaRPr lang="en-US" b="0" i="0" dirty="0">
              <a:solidFill>
                <a:srgbClr val="000000"/>
              </a:solidFill>
              <a:effectLst/>
              <a:latin typeface="Arial" panose="020B0604020202020204" pitchFamily="34" charset="0"/>
            </a:endParaRPr>
          </a:p>
          <a:p>
            <a:pPr marL="342900" indent="-342900" algn="l" rtl="0" fontAlgn="base">
              <a:lnSpc>
                <a:spcPct val="150000"/>
              </a:lnSpc>
              <a:buFont typeface="Arial" panose="020B0604020202020204" pitchFamily="34" charset="0"/>
              <a:buChar char="•"/>
            </a:pPr>
            <a:r>
              <a:rPr lang="en-US" b="0" i="0" u="none" strike="noStrike" dirty="0">
                <a:solidFill>
                  <a:srgbClr val="000000"/>
                </a:solidFill>
                <a:effectLst/>
                <a:latin typeface="Segoe UI" panose="020B0502040204020203" pitchFamily="34" charset="0"/>
              </a:rPr>
              <a:t>Consolidated view via - Azure portal, CLI, PowerShell, and REST API.</a:t>
            </a:r>
            <a:r>
              <a:rPr lang="en-US" b="0" i="0" dirty="0">
                <a:solidFill>
                  <a:srgbClr val="000000"/>
                </a:solidFill>
                <a:effectLst/>
                <a:latin typeface="Segoe UI" panose="020B0502040204020203" pitchFamily="34" charset="0"/>
              </a:rPr>
              <a:t>​</a:t>
            </a:r>
            <a:endParaRPr lang="en-US" b="0" i="0" dirty="0">
              <a:solidFill>
                <a:srgbClr val="000000"/>
              </a:solidFill>
              <a:effectLst/>
              <a:latin typeface="Arial" panose="020B0604020202020204" pitchFamily="34" charset="0"/>
            </a:endParaRPr>
          </a:p>
          <a:p>
            <a:pPr marL="342900" indent="-342900" algn="l" rtl="0" fontAlgn="base">
              <a:lnSpc>
                <a:spcPct val="150000"/>
              </a:lnSpc>
              <a:buFont typeface="Arial" panose="020B0604020202020204" pitchFamily="34" charset="0"/>
              <a:buChar char="•"/>
            </a:pPr>
            <a:r>
              <a:rPr lang="en-US" b="0" i="0" u="none" strike="noStrike" dirty="0">
                <a:solidFill>
                  <a:srgbClr val="000000"/>
                </a:solidFill>
                <a:effectLst/>
                <a:latin typeface="Segoe UI" panose="020B0502040204020203" pitchFamily="34" charset="0"/>
              </a:rPr>
              <a:t>Policies</a:t>
            </a:r>
            <a:r>
              <a:rPr lang="en-US" b="0" i="0" dirty="0">
                <a:solidFill>
                  <a:srgbClr val="000000"/>
                </a:solidFill>
                <a:effectLst/>
                <a:latin typeface="Segoe UI" panose="020B0502040204020203" pitchFamily="34" charset="0"/>
              </a:rPr>
              <a:t>​</a:t>
            </a:r>
            <a:endParaRPr lang="en-US" b="0" i="0" dirty="0">
              <a:solidFill>
                <a:srgbClr val="000000"/>
              </a:solidFill>
              <a:effectLst/>
              <a:latin typeface="Arial" panose="020B0604020202020204" pitchFamily="34" charset="0"/>
            </a:endParaRPr>
          </a:p>
          <a:p>
            <a:pPr marL="342900" indent="-342900" algn="l" rtl="0" fontAlgn="base">
              <a:lnSpc>
                <a:spcPct val="150000"/>
              </a:lnSpc>
              <a:buFont typeface="Arial" panose="020B0604020202020204" pitchFamily="34" charset="0"/>
              <a:buChar char="•"/>
            </a:pPr>
            <a:r>
              <a:rPr lang="en-US" b="0" i="0" u="none" strike="noStrike" dirty="0">
                <a:solidFill>
                  <a:srgbClr val="000000"/>
                </a:solidFill>
                <a:effectLst/>
                <a:latin typeface="Segoe UI" panose="020B0502040204020203" pitchFamily="34" charset="0"/>
              </a:rPr>
              <a:t>Update Management</a:t>
            </a:r>
            <a:r>
              <a:rPr lang="en-US" b="0" i="0" dirty="0">
                <a:solidFill>
                  <a:srgbClr val="000000"/>
                </a:solidFill>
                <a:effectLst/>
                <a:latin typeface="Segoe UI" panose="020B0502040204020203" pitchFamily="34" charset="0"/>
              </a:rPr>
              <a:t>​</a:t>
            </a:r>
            <a:endParaRPr lang="en-US" b="0" i="0" dirty="0">
              <a:solidFill>
                <a:srgbClr val="000000"/>
              </a:solidFill>
              <a:effectLst/>
              <a:latin typeface="Arial" panose="020B0604020202020204" pitchFamily="34" charset="0"/>
            </a:endParaRPr>
          </a:p>
          <a:p>
            <a:pPr marL="342900" indent="-342900" algn="l" rtl="0" fontAlgn="base">
              <a:lnSpc>
                <a:spcPct val="150000"/>
              </a:lnSpc>
              <a:buFont typeface="Arial" panose="020B0604020202020204" pitchFamily="34" charset="0"/>
              <a:buChar char="•"/>
            </a:pPr>
            <a:r>
              <a:rPr lang="en-US" b="0" i="0" u="none" strike="noStrike" dirty="0">
                <a:solidFill>
                  <a:srgbClr val="000000"/>
                </a:solidFill>
                <a:effectLst/>
                <a:latin typeface="Segoe UI" panose="020B0502040204020203" pitchFamily="34" charset="0"/>
              </a:rPr>
              <a:t>Inventory</a:t>
            </a:r>
            <a:r>
              <a:rPr lang="en-US" b="0" i="0" dirty="0">
                <a:solidFill>
                  <a:srgbClr val="000000"/>
                </a:solidFill>
                <a:effectLst/>
                <a:latin typeface="Segoe UI" panose="020B0502040204020203" pitchFamily="34" charset="0"/>
              </a:rPr>
              <a:t>​</a:t>
            </a:r>
            <a:endParaRPr lang="en-US" b="0" i="0" dirty="0">
              <a:solidFill>
                <a:srgbClr val="000000"/>
              </a:solidFill>
              <a:effectLst/>
              <a:latin typeface="Arial" panose="020B0604020202020204" pitchFamily="34" charset="0"/>
            </a:endParaRPr>
          </a:p>
          <a:p>
            <a:pPr marL="342900" indent="-342900" algn="l" rtl="0" fontAlgn="base">
              <a:lnSpc>
                <a:spcPct val="150000"/>
              </a:lnSpc>
              <a:buFont typeface="Arial" panose="020B0604020202020204" pitchFamily="34" charset="0"/>
              <a:buChar char="•"/>
            </a:pPr>
            <a:r>
              <a:rPr lang="en-US" b="0" i="0" u="none" strike="noStrike" dirty="0">
                <a:solidFill>
                  <a:srgbClr val="000000"/>
                </a:solidFill>
                <a:effectLst/>
                <a:latin typeface="Segoe UI" panose="020B0502040204020203" pitchFamily="34" charset="0"/>
              </a:rPr>
              <a:t>Change Tracking</a:t>
            </a:r>
            <a:r>
              <a:rPr lang="en-US" b="0" i="0" dirty="0">
                <a:solidFill>
                  <a:srgbClr val="000000"/>
                </a:solidFill>
                <a:effectLst/>
                <a:latin typeface="Segoe UI" panose="020B0502040204020203" pitchFamily="34" charset="0"/>
              </a:rPr>
              <a:t>​</a:t>
            </a:r>
            <a:endParaRPr lang="en-US" b="0" i="0" dirty="0">
              <a:solidFill>
                <a:srgbClr val="000000"/>
              </a:solidFill>
              <a:effectLst/>
              <a:latin typeface="Arial" panose="020B0604020202020204" pitchFamily="34" charset="0"/>
            </a:endParaRPr>
          </a:p>
          <a:p>
            <a:pPr marL="342900" indent="-342900" algn="l" rtl="0" fontAlgn="base">
              <a:lnSpc>
                <a:spcPct val="150000"/>
              </a:lnSpc>
              <a:buFont typeface="Arial" panose="020B0604020202020204" pitchFamily="34" charset="0"/>
              <a:buChar char="•"/>
            </a:pPr>
            <a:r>
              <a:rPr lang="en-US" b="0" i="0" u="none" strike="noStrike" dirty="0">
                <a:solidFill>
                  <a:srgbClr val="000000"/>
                </a:solidFill>
                <a:effectLst/>
                <a:latin typeface="Segoe UI" panose="020B0502040204020203" pitchFamily="34" charset="0"/>
              </a:rPr>
              <a:t>Delegation of permissions using Role Based Access Control (RBAC).</a:t>
            </a:r>
            <a:r>
              <a:rPr lang="en-US" b="0" i="0" dirty="0">
                <a:solidFill>
                  <a:srgbClr val="000000"/>
                </a:solidFill>
                <a:effectLst/>
                <a:latin typeface="Segoe UI" panose="020B0502040204020203" pitchFamily="34" charset="0"/>
              </a:rPr>
              <a:t>​</a:t>
            </a:r>
            <a:endParaRPr lang="en-US" b="0" i="0" dirty="0">
              <a:solidFill>
                <a:srgbClr val="000000"/>
              </a:solidFill>
              <a:effectLst/>
              <a:latin typeface="Arial" panose="020B0604020202020204" pitchFamily="34" charset="0"/>
            </a:endParaRPr>
          </a:p>
          <a:p>
            <a:pPr marL="342900" indent="-342900" algn="l" rtl="0" fontAlgn="base">
              <a:lnSpc>
                <a:spcPct val="150000"/>
              </a:lnSpc>
              <a:buFont typeface="Arial" panose="020B0604020202020204" pitchFamily="34" charset="0"/>
              <a:buChar char="•"/>
            </a:pPr>
            <a:r>
              <a:rPr lang="en-US" b="0" i="0" u="none" strike="noStrike" dirty="0">
                <a:solidFill>
                  <a:srgbClr val="000000"/>
                </a:solidFill>
                <a:effectLst/>
                <a:latin typeface="Segoe UI" panose="020B0502040204020203" pitchFamily="34" charset="0"/>
              </a:rPr>
              <a:t>Extend Azure Monitor to on-premises and other clouds.</a:t>
            </a:r>
            <a:r>
              <a:rPr lang="en-US" b="0" i="0" dirty="0">
                <a:solidFill>
                  <a:srgbClr val="000000"/>
                </a:solidFill>
                <a:effectLst/>
                <a:latin typeface="Segoe UI" panose="020B0502040204020203" pitchFamily="34" charset="0"/>
              </a:rPr>
              <a:t>​</a:t>
            </a:r>
            <a:endParaRPr lang="en-US" b="0" i="0"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32608458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A conceptual architecture diagram of an Azure landing zone.">
            <a:extLst>
              <a:ext uri="{FF2B5EF4-FFF2-40B4-BE49-F238E27FC236}">
                <a16:creationId xmlns:a16="http://schemas.microsoft.com/office/drawing/2014/main" id="{E4B245C5-5A51-0362-C1E1-F3119B58B4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0912" y="194893"/>
            <a:ext cx="8547924" cy="646821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26B07E4-2FEB-D4D6-E3E9-5E7FC470C263}"/>
              </a:ext>
            </a:extLst>
          </p:cNvPr>
          <p:cNvSpPr txBox="1"/>
          <p:nvPr/>
        </p:nvSpPr>
        <p:spPr>
          <a:xfrm>
            <a:off x="122026" y="6230136"/>
            <a:ext cx="998478" cy="627864"/>
          </a:xfrm>
          <a:prstGeom prst="rect">
            <a:avLst/>
          </a:prstGeom>
          <a:noFill/>
        </p:spPr>
        <p:txBody>
          <a:bodyPr wrap="none" lIns="182880" tIns="146304" rIns="182880" bIns="146304" rtlCol="0">
            <a:spAutoFit/>
          </a:bodyPr>
          <a:lstStyle/>
          <a:p>
            <a:pPr>
              <a:lnSpc>
                <a:spcPct val="90000"/>
              </a:lnSpc>
              <a:spcAft>
                <a:spcPts val="600"/>
              </a:spcAft>
            </a:pPr>
            <a:r>
              <a:rPr lang="en-HK" sz="2400" dirty="0">
                <a:gradFill>
                  <a:gsLst>
                    <a:gs pos="2917">
                      <a:schemeClr val="tx1"/>
                    </a:gs>
                    <a:gs pos="30000">
                      <a:schemeClr val="tx1"/>
                    </a:gs>
                  </a:gsLst>
                  <a:lin ang="5400000" scaled="0"/>
                </a:gradFill>
                <a:hlinkClick r:id="rId3" action="ppaction://hlinksldjump"/>
              </a:rPr>
              <a:t>back</a:t>
            </a:r>
            <a:endParaRPr lang="en-HK" sz="2400" dirty="0">
              <a:gradFill>
                <a:gsLst>
                  <a:gs pos="2917">
                    <a:schemeClr val="tx1"/>
                  </a:gs>
                  <a:gs pos="30000">
                    <a:schemeClr val="tx1"/>
                  </a:gs>
                </a:gsLst>
                <a:lin ang="5400000" scaled="0"/>
              </a:gradFill>
            </a:endParaRPr>
          </a:p>
        </p:txBody>
      </p:sp>
    </p:spTree>
    <p:extLst>
      <p:ext uri="{BB962C8B-B14F-4D97-AF65-F5344CB8AC3E}">
        <p14:creationId xmlns:p14="http://schemas.microsoft.com/office/powerpoint/2010/main" val="1116172989"/>
      </p:ext>
    </p:extLst>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26B07E4-2FEB-D4D6-E3E9-5E7FC470C263}"/>
              </a:ext>
            </a:extLst>
          </p:cNvPr>
          <p:cNvSpPr txBox="1"/>
          <p:nvPr/>
        </p:nvSpPr>
        <p:spPr>
          <a:xfrm>
            <a:off x="122026" y="6230136"/>
            <a:ext cx="998478" cy="627864"/>
          </a:xfrm>
          <a:prstGeom prst="rect">
            <a:avLst/>
          </a:prstGeom>
          <a:noFill/>
        </p:spPr>
        <p:txBody>
          <a:bodyPr wrap="none" lIns="182880" tIns="146304" rIns="182880" bIns="146304" rtlCol="0">
            <a:spAutoFit/>
          </a:bodyPr>
          <a:lstStyle/>
          <a:p>
            <a:pPr>
              <a:lnSpc>
                <a:spcPct val="90000"/>
              </a:lnSpc>
              <a:spcAft>
                <a:spcPts val="600"/>
              </a:spcAft>
            </a:pPr>
            <a:r>
              <a:rPr lang="en-HK" sz="2400" dirty="0">
                <a:gradFill>
                  <a:gsLst>
                    <a:gs pos="2917">
                      <a:schemeClr val="tx1"/>
                    </a:gs>
                    <a:gs pos="30000">
                      <a:schemeClr val="tx1"/>
                    </a:gs>
                  </a:gsLst>
                  <a:lin ang="5400000" scaled="0"/>
                </a:gradFill>
                <a:hlinkClick r:id="rId2" action="ppaction://hlinksldjump"/>
              </a:rPr>
              <a:t>back</a:t>
            </a:r>
            <a:endParaRPr lang="en-HK" sz="2400" dirty="0">
              <a:gradFill>
                <a:gsLst>
                  <a:gs pos="2917">
                    <a:schemeClr val="tx1"/>
                  </a:gs>
                  <a:gs pos="30000">
                    <a:schemeClr val="tx1"/>
                  </a:gs>
                </a:gsLst>
                <a:lin ang="5400000" scaled="0"/>
              </a:gradFill>
            </a:endParaRPr>
          </a:p>
        </p:txBody>
      </p:sp>
      <p:pic>
        <p:nvPicPr>
          <p:cNvPr id="6" name="Picture 5">
            <a:extLst>
              <a:ext uri="{FF2B5EF4-FFF2-40B4-BE49-F238E27FC236}">
                <a16:creationId xmlns:a16="http://schemas.microsoft.com/office/drawing/2014/main" id="{D1A416F3-887D-5043-2378-1DEA7FBDC208}"/>
              </a:ext>
            </a:extLst>
          </p:cNvPr>
          <p:cNvPicPr>
            <a:picLocks noChangeAspect="1"/>
          </p:cNvPicPr>
          <p:nvPr/>
        </p:nvPicPr>
        <p:blipFill>
          <a:blip r:embed="rId3"/>
          <a:stretch>
            <a:fillRect/>
          </a:stretch>
        </p:blipFill>
        <p:spPr>
          <a:xfrm>
            <a:off x="621265" y="1269202"/>
            <a:ext cx="5270356" cy="4602188"/>
          </a:xfrm>
          <a:prstGeom prst="rect">
            <a:avLst/>
          </a:prstGeom>
        </p:spPr>
      </p:pic>
      <p:pic>
        <p:nvPicPr>
          <p:cNvPr id="7" name="Picture 6">
            <a:extLst>
              <a:ext uri="{FF2B5EF4-FFF2-40B4-BE49-F238E27FC236}">
                <a16:creationId xmlns:a16="http://schemas.microsoft.com/office/drawing/2014/main" id="{8F806EB9-4D87-3C6A-2E93-B830EE54DEFD}"/>
              </a:ext>
            </a:extLst>
          </p:cNvPr>
          <p:cNvPicPr>
            <a:picLocks noChangeAspect="1"/>
          </p:cNvPicPr>
          <p:nvPr/>
        </p:nvPicPr>
        <p:blipFill>
          <a:blip r:embed="rId4"/>
          <a:stretch>
            <a:fillRect/>
          </a:stretch>
        </p:blipFill>
        <p:spPr>
          <a:xfrm>
            <a:off x="6400800" y="1944785"/>
            <a:ext cx="5467766" cy="4802378"/>
          </a:xfrm>
          <a:prstGeom prst="rect">
            <a:avLst/>
          </a:prstGeom>
        </p:spPr>
      </p:pic>
      <p:pic>
        <p:nvPicPr>
          <p:cNvPr id="8" name="Picture 7">
            <a:extLst>
              <a:ext uri="{FF2B5EF4-FFF2-40B4-BE49-F238E27FC236}">
                <a16:creationId xmlns:a16="http://schemas.microsoft.com/office/drawing/2014/main" id="{50547651-AE53-6BCC-BD30-CFFB6B1255D8}"/>
              </a:ext>
            </a:extLst>
          </p:cNvPr>
          <p:cNvPicPr>
            <a:picLocks noChangeAspect="1"/>
          </p:cNvPicPr>
          <p:nvPr/>
        </p:nvPicPr>
        <p:blipFill>
          <a:blip r:embed="rId5"/>
          <a:stretch>
            <a:fillRect/>
          </a:stretch>
        </p:blipFill>
        <p:spPr>
          <a:xfrm>
            <a:off x="6194333" y="110837"/>
            <a:ext cx="5176838" cy="1463671"/>
          </a:xfrm>
          <a:prstGeom prst="rect">
            <a:avLst/>
          </a:prstGeom>
        </p:spPr>
      </p:pic>
    </p:spTree>
    <p:extLst>
      <p:ext uri="{BB962C8B-B14F-4D97-AF65-F5344CB8AC3E}">
        <p14:creationId xmlns:p14="http://schemas.microsoft.com/office/powerpoint/2010/main" val="1703265632"/>
      </p:ext>
    </p:extLst>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F7597DF-CD53-51D3-4DD2-3236F5B32C93}"/>
              </a:ext>
            </a:extLst>
          </p:cNvPr>
          <p:cNvPicPr>
            <a:picLocks noChangeAspect="1"/>
          </p:cNvPicPr>
          <p:nvPr/>
        </p:nvPicPr>
        <p:blipFill>
          <a:blip r:embed="rId2"/>
          <a:stretch>
            <a:fillRect/>
          </a:stretch>
        </p:blipFill>
        <p:spPr>
          <a:xfrm>
            <a:off x="2531640" y="230963"/>
            <a:ext cx="8128644" cy="6396073"/>
          </a:xfrm>
          <a:prstGeom prst="rect">
            <a:avLst/>
          </a:prstGeom>
        </p:spPr>
      </p:pic>
      <p:sp>
        <p:nvSpPr>
          <p:cNvPr id="5" name="TextBox 4">
            <a:extLst>
              <a:ext uri="{FF2B5EF4-FFF2-40B4-BE49-F238E27FC236}">
                <a16:creationId xmlns:a16="http://schemas.microsoft.com/office/drawing/2014/main" id="{AFD6C794-012B-ADE6-6AF2-101CF730C0D4}"/>
              </a:ext>
            </a:extLst>
          </p:cNvPr>
          <p:cNvSpPr txBox="1"/>
          <p:nvPr/>
        </p:nvSpPr>
        <p:spPr>
          <a:xfrm>
            <a:off x="122026" y="6230136"/>
            <a:ext cx="998478" cy="627864"/>
          </a:xfrm>
          <a:prstGeom prst="rect">
            <a:avLst/>
          </a:prstGeom>
          <a:noFill/>
        </p:spPr>
        <p:txBody>
          <a:bodyPr wrap="none" lIns="182880" tIns="146304" rIns="182880" bIns="146304" rtlCol="0">
            <a:spAutoFit/>
          </a:bodyPr>
          <a:lstStyle/>
          <a:p>
            <a:pPr>
              <a:lnSpc>
                <a:spcPct val="90000"/>
              </a:lnSpc>
              <a:spcAft>
                <a:spcPts val="600"/>
              </a:spcAft>
            </a:pPr>
            <a:r>
              <a:rPr lang="en-HK" sz="2400" dirty="0">
                <a:gradFill>
                  <a:gsLst>
                    <a:gs pos="2917">
                      <a:schemeClr val="tx1"/>
                    </a:gs>
                    <a:gs pos="30000">
                      <a:schemeClr val="tx1"/>
                    </a:gs>
                  </a:gsLst>
                  <a:lin ang="5400000" scaled="0"/>
                </a:gradFill>
                <a:hlinkClick r:id="rId3" action="ppaction://hlinksldjump"/>
              </a:rPr>
              <a:t>back</a:t>
            </a:r>
            <a:endParaRPr lang="en-HK" sz="2400" dirty="0">
              <a:gradFill>
                <a:gsLst>
                  <a:gs pos="2917">
                    <a:schemeClr val="tx1"/>
                  </a:gs>
                  <a:gs pos="30000">
                    <a:schemeClr val="tx1"/>
                  </a:gs>
                </a:gsLst>
                <a:lin ang="5400000" scaled="0"/>
              </a:gradFill>
            </a:endParaRPr>
          </a:p>
        </p:txBody>
      </p:sp>
    </p:spTree>
    <p:extLst>
      <p:ext uri="{BB962C8B-B14F-4D97-AF65-F5344CB8AC3E}">
        <p14:creationId xmlns:p14="http://schemas.microsoft.com/office/powerpoint/2010/main" val="1454010961"/>
      </p:ext>
    </p:extLst>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1C36376-1E51-964E-88DD-5A20F30E07A6}"/>
              </a:ext>
            </a:extLst>
          </p:cNvPr>
          <p:cNvPicPr>
            <a:picLocks noChangeAspect="1"/>
          </p:cNvPicPr>
          <p:nvPr/>
        </p:nvPicPr>
        <p:blipFill>
          <a:blip r:embed="rId2"/>
          <a:stretch>
            <a:fillRect/>
          </a:stretch>
        </p:blipFill>
        <p:spPr>
          <a:xfrm>
            <a:off x="1120504" y="0"/>
            <a:ext cx="9950992" cy="6858000"/>
          </a:xfrm>
          <a:prstGeom prst="rect">
            <a:avLst/>
          </a:prstGeom>
        </p:spPr>
      </p:pic>
      <p:sp>
        <p:nvSpPr>
          <p:cNvPr id="6" name="TextBox 5">
            <a:extLst>
              <a:ext uri="{FF2B5EF4-FFF2-40B4-BE49-F238E27FC236}">
                <a16:creationId xmlns:a16="http://schemas.microsoft.com/office/drawing/2014/main" id="{D66334AD-BDD6-403E-DAD1-3B84FFD65A9E}"/>
              </a:ext>
            </a:extLst>
          </p:cNvPr>
          <p:cNvSpPr txBox="1"/>
          <p:nvPr/>
        </p:nvSpPr>
        <p:spPr>
          <a:xfrm>
            <a:off x="122026" y="6230136"/>
            <a:ext cx="998478" cy="627864"/>
          </a:xfrm>
          <a:prstGeom prst="rect">
            <a:avLst/>
          </a:prstGeom>
          <a:noFill/>
        </p:spPr>
        <p:txBody>
          <a:bodyPr wrap="none" lIns="182880" tIns="146304" rIns="182880" bIns="146304" rtlCol="0">
            <a:spAutoFit/>
          </a:bodyPr>
          <a:lstStyle/>
          <a:p>
            <a:pPr>
              <a:lnSpc>
                <a:spcPct val="90000"/>
              </a:lnSpc>
              <a:spcAft>
                <a:spcPts val="600"/>
              </a:spcAft>
            </a:pPr>
            <a:r>
              <a:rPr lang="en-HK" sz="2400" dirty="0">
                <a:gradFill>
                  <a:gsLst>
                    <a:gs pos="2917">
                      <a:schemeClr val="tx1"/>
                    </a:gs>
                    <a:gs pos="30000">
                      <a:schemeClr val="tx1"/>
                    </a:gs>
                  </a:gsLst>
                  <a:lin ang="5400000" scaled="0"/>
                </a:gradFill>
                <a:hlinkClick r:id="rId3" action="ppaction://hlinksldjump"/>
              </a:rPr>
              <a:t>back</a:t>
            </a:r>
            <a:endParaRPr lang="en-HK" sz="2400" dirty="0">
              <a:gradFill>
                <a:gsLst>
                  <a:gs pos="2917">
                    <a:schemeClr val="tx1"/>
                  </a:gs>
                  <a:gs pos="30000">
                    <a:schemeClr val="tx1"/>
                  </a:gs>
                </a:gsLst>
                <a:lin ang="5400000" scaled="0"/>
              </a:gradFill>
            </a:endParaRPr>
          </a:p>
        </p:txBody>
      </p:sp>
    </p:spTree>
    <p:extLst>
      <p:ext uri="{BB962C8B-B14F-4D97-AF65-F5344CB8AC3E}">
        <p14:creationId xmlns:p14="http://schemas.microsoft.com/office/powerpoint/2010/main" val="3404521429"/>
      </p:ext>
    </p:extLst>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4FF6189-ABAB-2579-419B-ACD28B97A7DC}"/>
              </a:ext>
            </a:extLst>
          </p:cNvPr>
          <p:cNvSpPr txBox="1"/>
          <p:nvPr/>
        </p:nvSpPr>
        <p:spPr>
          <a:xfrm>
            <a:off x="122026" y="6230136"/>
            <a:ext cx="998478" cy="627864"/>
          </a:xfrm>
          <a:prstGeom prst="rect">
            <a:avLst/>
          </a:prstGeom>
          <a:noFill/>
        </p:spPr>
        <p:txBody>
          <a:bodyPr wrap="none" lIns="182880" tIns="146304" rIns="182880" bIns="146304" rtlCol="0">
            <a:spAutoFit/>
          </a:bodyPr>
          <a:lstStyle/>
          <a:p>
            <a:pPr>
              <a:lnSpc>
                <a:spcPct val="90000"/>
              </a:lnSpc>
              <a:spcAft>
                <a:spcPts val="600"/>
              </a:spcAft>
            </a:pPr>
            <a:r>
              <a:rPr lang="en-HK" sz="2400" dirty="0">
                <a:gradFill>
                  <a:gsLst>
                    <a:gs pos="2917">
                      <a:schemeClr val="tx1"/>
                    </a:gs>
                    <a:gs pos="30000">
                      <a:schemeClr val="tx1"/>
                    </a:gs>
                  </a:gsLst>
                  <a:lin ang="5400000" scaled="0"/>
                </a:gradFill>
                <a:hlinkClick r:id="rId2" action="ppaction://hlinksldjump"/>
              </a:rPr>
              <a:t>back</a:t>
            </a:r>
            <a:endParaRPr lang="en-HK" sz="2400" dirty="0">
              <a:gradFill>
                <a:gsLst>
                  <a:gs pos="2917">
                    <a:schemeClr val="tx1"/>
                  </a:gs>
                  <a:gs pos="30000">
                    <a:schemeClr val="tx1"/>
                  </a:gs>
                </a:gsLst>
                <a:lin ang="5400000" scaled="0"/>
              </a:gradFill>
            </a:endParaRPr>
          </a:p>
        </p:txBody>
      </p:sp>
      <p:pic>
        <p:nvPicPr>
          <p:cNvPr id="6" name="Picture 5">
            <a:extLst>
              <a:ext uri="{FF2B5EF4-FFF2-40B4-BE49-F238E27FC236}">
                <a16:creationId xmlns:a16="http://schemas.microsoft.com/office/drawing/2014/main" id="{BEC2E044-2771-45E3-24C9-A3DD69CB90FA}"/>
              </a:ext>
            </a:extLst>
          </p:cNvPr>
          <p:cNvPicPr>
            <a:picLocks noChangeAspect="1"/>
          </p:cNvPicPr>
          <p:nvPr/>
        </p:nvPicPr>
        <p:blipFill>
          <a:blip r:embed="rId3"/>
          <a:stretch>
            <a:fillRect/>
          </a:stretch>
        </p:blipFill>
        <p:spPr>
          <a:xfrm>
            <a:off x="1637607" y="0"/>
            <a:ext cx="9443258" cy="6858000"/>
          </a:xfrm>
          <a:prstGeom prst="rect">
            <a:avLst/>
          </a:prstGeom>
        </p:spPr>
      </p:pic>
    </p:spTree>
    <p:extLst>
      <p:ext uri="{BB962C8B-B14F-4D97-AF65-F5344CB8AC3E}">
        <p14:creationId xmlns:p14="http://schemas.microsoft.com/office/powerpoint/2010/main" val="3296801227"/>
      </p:ext>
    </p:extLst>
  </p:cSld>
  <p:clrMapOvr>
    <a:masterClrMapping/>
  </p:clrMapOvr>
  <p:transition spd="med">
    <p:fade/>
  </p:transition>
</p:sld>
</file>

<file path=ppt/theme/theme1.xml><?xml version="1.0" encoding="utf-8"?>
<a:theme xmlns:a="http://schemas.openxmlformats.org/drawingml/2006/main" name="WHITE TEMPLATE">
  <a:themeElements>
    <a:clrScheme name="ST_Illustration_White_Blue">
      <a:dk1>
        <a:srgbClr val="1A1A1A"/>
      </a:dk1>
      <a:lt1>
        <a:srgbClr val="FFFFFF"/>
      </a:lt1>
      <a:dk2>
        <a:srgbClr val="0D0D0D"/>
      </a:dk2>
      <a:lt2>
        <a:srgbClr val="D2D2D2"/>
      </a:lt2>
      <a:accent1>
        <a:srgbClr val="0078D4"/>
      </a:accent1>
      <a:accent2>
        <a:srgbClr val="002050"/>
      </a:accent2>
      <a:accent3>
        <a:srgbClr val="107C10"/>
      </a:accent3>
      <a:accent4>
        <a:srgbClr val="D73B01"/>
      </a:accent4>
      <a:accent5>
        <a:srgbClr val="737373"/>
      </a:accent5>
      <a:accent6>
        <a:srgbClr val="E6E6E6"/>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16-9_Illustration_2018_Cloud_011.potx" id="{762B47AA-A827-4F63-8EDD-1F6B4767BB62}" vid="{53DB83EF-4F78-4F48-A301-01610C79C1EF}"/>
    </a:ext>
  </a:extLst>
</a:theme>
</file>

<file path=ppt/theme/theme2.xml><?xml version="1.0" encoding="utf-8"?>
<a:theme xmlns:a="http://schemas.openxmlformats.org/drawingml/2006/main" name="Microsoft Power Platform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3.xml><?xml version="1.0" encoding="utf-8"?>
<a:theme xmlns:a="http://schemas.openxmlformats.org/drawingml/2006/main" name="Microsoft Power Platform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5B7356A06F744439C0CE932EEB009F5" ma:contentTypeVersion="6" ma:contentTypeDescription="Create a new document." ma:contentTypeScope="" ma:versionID="d10da16756ea923870ae2deb524579bc">
  <xsd:schema xmlns:xsd="http://www.w3.org/2001/XMLSchema" xmlns:xs="http://www.w3.org/2001/XMLSchema" xmlns:p="http://schemas.microsoft.com/office/2006/metadata/properties" xmlns:ns2="6656ffad-92b0-4efb-bc78-5d5af2c7fd93" xmlns:ns3="e7cc3f53-dbdf-4ffb-90f1-33d3d1806439" targetNamespace="http://schemas.microsoft.com/office/2006/metadata/properties" ma:root="true" ma:fieldsID="b6b9ea322e60814eb61348a7c2360d68" ns2:_="" ns3:_="">
    <xsd:import namespace="6656ffad-92b0-4efb-bc78-5d5af2c7fd93"/>
    <xsd:import namespace="e7cc3f53-dbdf-4ffb-90f1-33d3d180643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656ffad-92b0-4efb-bc78-5d5af2c7fd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7cc3f53-dbdf-4ffb-90f1-33d3d180643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4064600-4854-4CD3-88DC-4DD71F11CFFE}">
  <ds:schemaRefs>
    <ds:schemaRef ds:uri="http://schemas.microsoft.com/sharepoint/v3/contenttype/forms"/>
  </ds:schemaRefs>
</ds:datastoreItem>
</file>

<file path=customXml/itemProps2.xml><?xml version="1.0" encoding="utf-8"?>
<ds:datastoreItem xmlns:ds="http://schemas.openxmlformats.org/officeDocument/2006/customXml" ds:itemID="{0441A27A-878C-426A-BE1F-FD6C109B7049}">
  <ds:schemaRefs>
    <ds:schemaRef ds:uri="http://schemas.openxmlformats.org/package/2006/metadata/core-properties"/>
    <ds:schemaRef ds:uri="http://purl.org/dc/dcmitype/"/>
    <ds:schemaRef ds:uri="http://schemas.microsoft.com/office/infopath/2007/PartnerControls"/>
    <ds:schemaRef ds:uri="http://schemas.microsoft.com/office/2006/metadata/properties"/>
    <ds:schemaRef ds:uri="http://schemas.microsoft.com/office/2006/documentManagement/types"/>
    <ds:schemaRef ds:uri="http://purl.org/dc/elements/1.1/"/>
    <ds:schemaRef ds:uri="http://purl.org/dc/terms/"/>
    <ds:schemaRef ds:uri="e7cc3f53-dbdf-4ffb-90f1-33d3d1806439"/>
    <ds:schemaRef ds:uri="6656ffad-92b0-4efb-bc78-5d5af2c7fd93"/>
    <ds:schemaRef ds:uri="http://www.w3.org/XML/1998/namespace"/>
  </ds:schemaRefs>
</ds:datastoreItem>
</file>

<file path=customXml/itemProps3.xml><?xml version="1.0" encoding="utf-8"?>
<ds:datastoreItem xmlns:ds="http://schemas.openxmlformats.org/officeDocument/2006/customXml" ds:itemID="{80EC5D45-9261-4D8E-BB6F-6EDCCD3351C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656ffad-92b0-4efb-bc78-5d5af2c7fd93"/>
    <ds:schemaRef ds:uri="e7cc3f53-dbdf-4ffb-90f1-33d3d180643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72f988bf-86f1-41af-91ab-2d7cd011db47}" enabled="0" method="" siteId="{72f988bf-86f1-41af-91ab-2d7cd011db47}" removed="1"/>
</clbl:labelList>
</file>

<file path=docProps/app.xml><?xml version="1.0" encoding="utf-8"?>
<Properties xmlns="http://schemas.openxmlformats.org/officeDocument/2006/extended-properties" xmlns:vt="http://schemas.openxmlformats.org/officeDocument/2006/docPropsVTypes">
  <TotalTime>0</TotalTime>
  <Words>2427</Words>
  <Application>Microsoft Office PowerPoint</Application>
  <PresentationFormat>Widescreen</PresentationFormat>
  <Paragraphs>347</Paragraphs>
  <Slides>27</Slides>
  <Notes>18</Notes>
  <HiddenSlides>0</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27</vt:i4>
      </vt:variant>
    </vt:vector>
  </HeadingPairs>
  <TitlesOfParts>
    <vt:vector size="43" baseType="lpstr">
      <vt:lpstr>-apple-system</vt:lpstr>
      <vt:lpstr>微软雅黑</vt:lpstr>
      <vt:lpstr>Segoe UI </vt:lpstr>
      <vt:lpstr>Segoe UI Semibold (Headings)</vt:lpstr>
      <vt:lpstr>Arial</vt:lpstr>
      <vt:lpstr>Calibri</vt:lpstr>
      <vt:lpstr>Consolas</vt:lpstr>
      <vt:lpstr>Segoe UI</vt:lpstr>
      <vt:lpstr>Segoe UI Light</vt:lpstr>
      <vt:lpstr>Segoe UI Semibold</vt:lpstr>
      <vt:lpstr>Segoe UI Semilight</vt:lpstr>
      <vt:lpstr>Symbol</vt:lpstr>
      <vt:lpstr>Wingdings</vt:lpstr>
      <vt:lpstr>WHITE TEMPLATE</vt:lpstr>
      <vt:lpstr>Microsoft Power Platform Template</vt:lpstr>
      <vt:lpstr>Microsoft Power Platform Template</vt:lpstr>
      <vt:lpstr>Module 01:  Cloud Adoption &amp; Migration Planning</vt:lpstr>
      <vt:lpstr>Module Outline</vt:lpstr>
      <vt:lpstr>Module 01 - Outline</vt:lpstr>
      <vt:lpstr>High level Azure Services</vt:lpstr>
      <vt:lpstr>Explore Azure Marketplace</vt:lpstr>
      <vt:lpstr>Tools for interacting with Azure</vt:lpstr>
      <vt:lpstr>Cloud Adoption Framework</vt:lpstr>
      <vt:lpstr>Review the Cloud Adoption Framework </vt:lpstr>
      <vt:lpstr>Planning</vt:lpstr>
      <vt:lpstr>Focus on migration efforts</vt:lpstr>
      <vt:lpstr>Azure Landing Zone (*)</vt:lpstr>
      <vt:lpstr>Cloud Migration Tools</vt:lpstr>
      <vt:lpstr>Migration Stages</vt:lpstr>
      <vt:lpstr>Determine your migration strategy</vt:lpstr>
      <vt:lpstr>Identify migration tools</vt:lpstr>
      <vt:lpstr>Discussion</vt:lpstr>
      <vt:lpstr>Multi-Cloud Strategy by Azure Arc</vt:lpstr>
      <vt:lpstr>Why?</vt:lpstr>
      <vt:lpstr>Azure Arc Overview</vt:lpstr>
      <vt:lpstr>Azure Arc – Enabled Infrastructure and Enabled Services</vt:lpstr>
      <vt:lpstr>The main components of Azure Arc </vt:lpstr>
      <vt:lpstr>Azure Arc Key Benefits</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AZ-900T0x Module 01:  Cloud concepts</dc:title>
  <dc:creator/>
  <cp:lastModifiedBy/>
  <cp:revision>11</cp:revision>
  <dcterms:created xsi:type="dcterms:W3CDTF">2020-08-24T20:48:51Z</dcterms:created>
  <dcterms:modified xsi:type="dcterms:W3CDTF">2022-07-10T09:02:32Z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0x010100A5B7356A06F744439C0CE932EEB009F5</vt:lpwstr>
  </property>
</Properties>
</file>