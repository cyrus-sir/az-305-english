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63" r:id="rId1"/>
  </p:sldMasterIdLst>
  <p:notesMasterIdLst>
    <p:notesMasterId r:id="rId22"/>
  </p:notesMasterIdLst>
  <p:sldIdLst>
    <p:sldId id="262" r:id="rId2"/>
    <p:sldId id="1930" r:id="rId3"/>
    <p:sldId id="1801" r:id="rId4"/>
    <p:sldId id="1787" r:id="rId5"/>
    <p:sldId id="1804" r:id="rId6"/>
    <p:sldId id="1803" r:id="rId7"/>
    <p:sldId id="1800" r:id="rId8"/>
    <p:sldId id="1747" r:id="rId9"/>
    <p:sldId id="1789" r:id="rId10"/>
    <p:sldId id="1805" r:id="rId11"/>
    <p:sldId id="2257" r:id="rId12"/>
    <p:sldId id="1806" r:id="rId13"/>
    <p:sldId id="2246" r:id="rId14"/>
    <p:sldId id="1791" r:id="rId15"/>
    <p:sldId id="2247" r:id="rId16"/>
    <p:sldId id="1790" r:id="rId17"/>
    <p:sldId id="2255" r:id="rId18"/>
    <p:sldId id="2258" r:id="rId19"/>
    <p:sldId id="1792" r:id="rId20"/>
    <p:sldId id="1891" r:id="rId21"/>
  </p:sldIdLst>
  <p:sldSz cx="12192000" cy="6858000"/>
  <p:notesSz cx="6858000" cy="9144000"/>
  <p:defaultTex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846" autoAdjust="0"/>
    <p:restoredTop sz="70743" autoAdjust="0"/>
  </p:normalViewPr>
  <p:slideViewPr>
    <p:cSldViewPr snapToGrid="0">
      <p:cViewPr varScale="1">
        <p:scale>
          <a:sx n="64" d="100"/>
          <a:sy n="64" d="100"/>
        </p:scale>
        <p:origin x="1260"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microsoft.com/office/2018/10/relationships/authors" Targe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FA2EA35-1365-4E6B-BAF1-55EB702AF360}" type="datetimeFigureOut">
              <a:rPr lang="en-US" smtClean="0"/>
              <a:t>7/12/2022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9ED9CA1-4A12-4327-B19F-AF8FAAE8140B}" type="slidenum">
              <a:rPr lang="en-US" smtClean="0"/>
              <a:t>‹#›</a:t>
            </a:fld>
            <a:endParaRPr lang="en-US"/>
          </a:p>
        </p:txBody>
      </p:sp>
    </p:spTree>
    <p:extLst>
      <p:ext uri="{BB962C8B-B14F-4D97-AF65-F5344CB8AC3E}">
        <p14:creationId xmlns:p14="http://schemas.microsoft.com/office/powerpoint/2010/main" val="31973579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900" b="1" i="0" u="none" strike="noStrike" kern="1200" dirty="0">
                <a:solidFill>
                  <a:schemeClr val="tx1"/>
                </a:solidFill>
                <a:effectLst/>
                <a:latin typeface="Segoe UI Light" pitchFamily="34" charset="0"/>
                <a:ea typeface="+mn-ea"/>
                <a:cs typeface="+mn-cs"/>
              </a:rPr>
              <a:t>Learn and SkillPipe content order note: </a:t>
            </a:r>
          </a:p>
          <a:p>
            <a:pPr marL="171450" indent="-171450">
              <a:buFont typeface="Arial" panose="020B0604020202020204" pitchFamily="34" charset="0"/>
              <a:buChar char="•"/>
            </a:pPr>
            <a:r>
              <a:rPr lang="en-US" sz="900" b="0" i="0" u="none" strike="noStrike" kern="1200" dirty="0">
                <a:solidFill>
                  <a:schemeClr val="tx1"/>
                </a:solidFill>
                <a:effectLst/>
                <a:latin typeface="Segoe UI Light" pitchFamily="34" charset="0"/>
                <a:ea typeface="+mn-ea"/>
                <a:cs typeface="+mn-cs"/>
              </a:rPr>
              <a:t>Slides 3-5 </a:t>
            </a:r>
          </a:p>
          <a:p>
            <a:pPr marL="0" indent="0">
              <a:buFont typeface="Arial" panose="020B0604020202020204" pitchFamily="34" charset="0"/>
              <a:buNone/>
            </a:pPr>
            <a:r>
              <a:rPr lang="en-US" sz="900" b="0" i="0" u="none" strike="noStrike" kern="1200" dirty="0">
                <a:solidFill>
                  <a:schemeClr val="tx1"/>
                </a:solidFill>
                <a:effectLst/>
                <a:latin typeface="Segoe UI Light" pitchFamily="34" charset="0"/>
                <a:ea typeface="+mn-ea"/>
                <a:cs typeface="+mn-cs"/>
              </a:rPr>
              <a:t>https://docs.microsoft.com/en-us/learn/modules/azure-architecture-fundamentals/introduction</a:t>
            </a:r>
          </a:p>
          <a:p>
            <a:pPr marL="0" indent="0">
              <a:buFont typeface="Arial" panose="020B0604020202020204" pitchFamily="34" charset="0"/>
              <a:buNone/>
            </a:pPr>
            <a:r>
              <a:rPr lang="en-US" dirty="0"/>
              <a:t>https://docs.microsoft.com/en-us/learn/modules/azure-architecture-fundamentals/overview</a:t>
            </a:r>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72E0C910-0166-48E0-B8EF-5071277A02A8}" type="datetime8">
              <a:rPr lang="en-US" smtClean="0"/>
              <a:t>7/12/2022 9:33 PM</a:t>
            </a:fld>
            <a:endParaRPr lang="en-US"/>
          </a:p>
        </p:txBody>
      </p:sp>
      <p:sp>
        <p:nvSpPr>
          <p:cNvPr id="7" name="Slide Number Placeholder 6"/>
          <p:cNvSpPr>
            <a:spLocks noGrp="1"/>
          </p:cNvSpPr>
          <p:nvPr>
            <p:ph type="sldNum" sz="quarter" idx="13"/>
          </p:nvPr>
        </p:nvSpPr>
        <p:spPr/>
        <p:txBody>
          <a:bodyPr/>
          <a:lstStyle/>
          <a:p>
            <a:fld id="{B4008EB6-D09E-4580-8CD6-DDB14511944F}" type="slidenum">
              <a:rPr lang="en-US" smtClean="0"/>
              <a:pPr/>
              <a:t>2</a:t>
            </a:fld>
            <a:endParaRPr lang="en-US"/>
          </a:p>
        </p:txBody>
      </p:sp>
    </p:spTree>
    <p:extLst>
      <p:ext uri="{BB962C8B-B14F-4D97-AF65-F5344CB8AC3E}">
        <p14:creationId xmlns:p14="http://schemas.microsoft.com/office/powerpoint/2010/main" val="16010896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b="0" dirty="0">
                <a:solidFill>
                  <a:srgbClr val="000000"/>
                </a:solidFill>
                <a:effectLst/>
                <a:latin typeface="Consolas" panose="020B0609020204030204" pitchFamily="49" charset="0"/>
              </a:rPr>
              <a:t>Azure Queue storage</a:t>
            </a:r>
            <a:r>
              <a:rPr lang="en-US" sz="1100" b="0" dirty="0">
                <a:solidFill>
                  <a:srgbClr val="A31515"/>
                </a:solidFill>
                <a:effectLst/>
                <a:latin typeface="Consolas" panose="020B0609020204030204" pitchFamily="49" charset="0"/>
              </a:rPr>
              <a:t> - https://docs.microsoft.com/azure/storage/queues/storage-queues-introduction</a:t>
            </a:r>
            <a:endParaRPr lang="en-US" sz="1100" b="0" dirty="0">
              <a:solidFill>
                <a:srgbClr val="000000"/>
              </a:solidFill>
              <a:effectLst/>
              <a:latin typeface="Consolas" panose="020B0609020204030204" pitchFamily="49" charset="0"/>
            </a:endParaRPr>
          </a:p>
          <a:p>
            <a:endParaRPr lang="en-US" sz="880" dirty="0">
              <a:latin typeface="Segoe UI Light" panose="020B0502040204020203" pitchFamily="34" charset="0"/>
              <a:cs typeface="Segoe UI Light" panose="020B0502040204020203" pitchFamily="34" charset="0"/>
            </a:endParaRPr>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a:t>
            </a:r>
          </a:p>
        </p:txBody>
      </p:sp>
      <p:sp>
        <p:nvSpPr>
          <p:cNvPr id="6" name="Slide Number Placeholder 5"/>
          <p:cNvSpPr>
            <a:spLocks noGrp="1"/>
          </p:cNvSpPr>
          <p:nvPr>
            <p:ph type="sldNum" sz="quarter" idx="5"/>
          </p:nvPr>
        </p:nvSpPr>
        <p:spPr/>
        <p:txBody>
          <a:bodyPr/>
          <a:lstStyle/>
          <a:p>
            <a:fld id="{B4008EB6-D09E-4580-8CD6-DDB14511944F}" type="slidenum">
              <a:rPr lang="en-US" smtClean="0"/>
              <a:pPr/>
              <a:t>4</a:t>
            </a:fld>
            <a:endParaRPr lang="en-US"/>
          </a:p>
        </p:txBody>
      </p:sp>
    </p:spTree>
    <p:extLst>
      <p:ext uri="{BB962C8B-B14F-4D97-AF65-F5344CB8AC3E}">
        <p14:creationId xmlns:p14="http://schemas.microsoft.com/office/powerpoint/2010/main" val="106808744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latin typeface="Segoe UI Light" panose="020B0502040204020203" pitchFamily="34" charset="0"/>
                <a:cs typeface="Segoe UI Light" panose="020B0502040204020203" pitchFamily="34" charset="0"/>
              </a:rPr>
              <a:t>Azure Service Bus queues - https://docs.microsoft.com/azure/service-bus-messaging/service-bus-queues-topics-subscriptions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dirty="0">
                <a:solidFill>
                  <a:srgbClr val="000000"/>
                </a:solidFill>
                <a:effectLst/>
                <a:latin typeface="Consolas" panose="020B0609020204030204" pitchFamily="49" charset="0"/>
              </a:rPr>
              <a:t>Azure Service Bus topics</a:t>
            </a:r>
            <a:r>
              <a:rPr lang="en-US" sz="1800" b="0" dirty="0">
                <a:solidFill>
                  <a:srgbClr val="A31515"/>
                </a:solidFill>
                <a:effectLst/>
                <a:latin typeface="Consolas" panose="020B0609020204030204" pitchFamily="49" charset="0"/>
              </a:rPr>
              <a:t> - https://docs.microsoft.com/azure/service-bus-messaging/service-bus-queues-topics-subscriptions</a:t>
            </a:r>
            <a:endParaRPr lang="en-US" sz="1800" b="0" dirty="0">
              <a:solidFill>
                <a:srgbClr val="000000"/>
              </a:solidFill>
              <a:effectLst/>
              <a:latin typeface="Consolas" panose="020B0609020204030204" pitchFamily="49" charset="0"/>
            </a:endParaRPr>
          </a:p>
          <a:p>
            <a:endParaRPr lang="en-US" dirty="0"/>
          </a:p>
          <a:p>
            <a:r>
              <a:rPr lang="en-US" dirty="0"/>
              <a:t>Examples: Sports reporting passing information to multiple agencies.</a:t>
            </a:r>
          </a:p>
        </p:txBody>
      </p:sp>
      <p:sp>
        <p:nvSpPr>
          <p:cNvPr id="4" name="Slide Number Placeholder 3"/>
          <p:cNvSpPr>
            <a:spLocks noGrp="1"/>
          </p:cNvSpPr>
          <p:nvPr>
            <p:ph type="sldNum" sz="quarter" idx="5"/>
          </p:nvPr>
        </p:nvSpPr>
        <p:spPr/>
        <p:txBody>
          <a:bodyPr/>
          <a:lstStyle/>
          <a:p>
            <a:fld id="{79ED9CA1-4A12-4327-B19F-AF8FAAE8140B}" type="slidenum">
              <a:rPr lang="en-US" smtClean="0"/>
              <a:t>5</a:t>
            </a:fld>
            <a:endParaRPr lang="en-US"/>
          </a:p>
        </p:txBody>
      </p:sp>
    </p:spTree>
    <p:extLst>
      <p:ext uri="{BB962C8B-B14F-4D97-AF65-F5344CB8AC3E}">
        <p14:creationId xmlns:p14="http://schemas.microsoft.com/office/powerpoint/2010/main" val="226407732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solidFill>
                  <a:srgbClr val="171717"/>
                </a:solidFill>
                <a:effectLst/>
                <a:latin typeface="Segoe UI" panose="020B0502040204020203" pitchFamily="34" charset="0"/>
              </a:rPr>
              <a:t>Storage queues and Service Bus queues - compared and contrasted - https://docs.microsoft.com/azure/service-bus-messaging/service-bus-azure-and-service-bus-queues-compared-contrasted#foundational-capabilities</a:t>
            </a:r>
          </a:p>
          <a:p>
            <a:r>
              <a:rPr lang="en-US" sz="1200" dirty="0">
                <a:latin typeface="Segoe UI Light" panose="020B0502040204020203" pitchFamily="34" charset="0"/>
                <a:cs typeface="Segoe UI Light" panose="020B0502040204020203" pitchFamily="34" charset="0"/>
              </a:rPr>
              <a:t>Overview of transaction processing in Azure Service Bus - https://docs.microsoft.com/azure/service-bus-messaging/service-bus-transactions</a:t>
            </a:r>
          </a:p>
          <a:p>
            <a:endParaRPr lang="en-US" sz="1200" dirty="0">
              <a:latin typeface="Segoe UI Light" panose="020B0502040204020203" pitchFamily="34" charset="0"/>
              <a:cs typeface="Segoe UI Light" panose="020B0502040204020203" pitchFamily="34" charset="0"/>
            </a:endParaRPr>
          </a:p>
          <a:p>
            <a:r>
              <a:rPr lang="en-US" sz="1200" dirty="0">
                <a:latin typeface="Segoe UI Light" panose="020B0502040204020203" pitchFamily="34" charset="0"/>
                <a:cs typeface="Segoe UI Light" panose="020B0502040204020203" pitchFamily="34" charset="0"/>
              </a:rPr>
              <a:t>TTL – time to live</a:t>
            </a:r>
          </a:p>
          <a:p>
            <a:endParaRPr lang="en-US" sz="1200" dirty="0">
              <a:latin typeface="Segoe UI Light" panose="020B0502040204020203" pitchFamily="34" charset="0"/>
              <a:cs typeface="Segoe UI Light" panose="020B0502040204020203" pitchFamily="34" charset="0"/>
            </a:endParaRPr>
          </a:p>
          <a:p>
            <a:endParaRPr lang="en-US" dirty="0"/>
          </a:p>
        </p:txBody>
      </p:sp>
      <p:sp>
        <p:nvSpPr>
          <p:cNvPr id="4" name="Slide Number Placeholder 3"/>
          <p:cNvSpPr>
            <a:spLocks noGrp="1"/>
          </p:cNvSpPr>
          <p:nvPr>
            <p:ph type="sldNum" sz="quarter" idx="5"/>
          </p:nvPr>
        </p:nvSpPr>
        <p:spPr/>
        <p:txBody>
          <a:bodyPr/>
          <a:lstStyle/>
          <a:p>
            <a:fld id="{79ED9CA1-4A12-4327-B19F-AF8FAAE8140B}" type="slidenum">
              <a:rPr lang="en-US" smtClean="0"/>
              <a:t>6</a:t>
            </a:fld>
            <a:endParaRPr lang="en-US"/>
          </a:p>
        </p:txBody>
      </p:sp>
    </p:spTree>
    <p:extLst>
      <p:ext uri="{BB962C8B-B14F-4D97-AF65-F5344CB8AC3E}">
        <p14:creationId xmlns:p14="http://schemas.microsoft.com/office/powerpoint/2010/main" val="177951448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2 Learn units that are covered under this one divider: Event Hub and Event-driven. There is no student content for IoT Hub which is not on the exam, but included for completeness. </a:t>
            </a:r>
          </a:p>
        </p:txBody>
      </p:sp>
      <p:sp>
        <p:nvSpPr>
          <p:cNvPr id="4" name="Slide Number Placeholder 3"/>
          <p:cNvSpPr>
            <a:spLocks noGrp="1"/>
          </p:cNvSpPr>
          <p:nvPr>
            <p:ph type="sldNum" sz="quarter" idx="5"/>
          </p:nvPr>
        </p:nvSpPr>
        <p:spPr/>
        <p:txBody>
          <a:bodyPr/>
          <a:lstStyle/>
          <a:p>
            <a:fld id="{79ED9CA1-4A12-4327-B19F-AF8FAAE8140B}" type="slidenum">
              <a:rPr lang="en-US" smtClean="0"/>
              <a:t>7</a:t>
            </a:fld>
            <a:endParaRPr lang="en-US"/>
          </a:p>
        </p:txBody>
      </p:sp>
    </p:spTree>
    <p:extLst>
      <p:ext uri="{BB962C8B-B14F-4D97-AF65-F5344CB8AC3E}">
        <p14:creationId xmlns:p14="http://schemas.microsoft.com/office/powerpoint/2010/main" val="60918361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sz="1100" b="0" i="0" dirty="0">
                <a:solidFill>
                  <a:srgbClr val="171717"/>
                </a:solidFill>
                <a:effectLst/>
                <a:latin typeface="Segoe UI" panose="020B0502040204020203" pitchFamily="34" charset="0"/>
              </a:rPr>
              <a:t>Azure Event Hubs — A big data streaming platform and event ingestion service - https://docs.microsoft.com/azure/event-hubs/event-hubs-about</a:t>
            </a:r>
          </a:p>
          <a:p>
            <a:pPr algn="l"/>
            <a:r>
              <a:rPr lang="en-US" sz="1600" dirty="0"/>
              <a:t>Use event hub from Apache Kafka app - </a:t>
            </a:r>
            <a:r>
              <a:rPr lang="en-US" sz="1100" b="0" i="0" dirty="0">
                <a:solidFill>
                  <a:srgbClr val="171717"/>
                </a:solidFill>
                <a:effectLst/>
                <a:latin typeface="Segoe UI" panose="020B0502040204020203" pitchFamily="34" charset="0"/>
              </a:rPr>
              <a:t>https://docs.microsoft.com/azure/event-hubs/event-hubs-for-kafka-ecosystem-overview </a:t>
            </a:r>
          </a:p>
          <a:p>
            <a:pPr algn="l"/>
            <a:r>
              <a:rPr lang="en-US" sz="1100" b="0" i="0" dirty="0">
                <a:solidFill>
                  <a:srgbClr val="171717"/>
                </a:solidFill>
                <a:effectLst/>
                <a:latin typeface="Segoe UI" panose="020B0502040204020203" pitchFamily="34" charset="0"/>
              </a:rPr>
              <a:t>Online retailer uses cloud database to deliver world-class shopping experiences - https://customers.microsoft.com/story/asos-retail-and-consumer-goods-azure</a:t>
            </a:r>
          </a:p>
          <a:p>
            <a:pPr marL="0" marR="0">
              <a:lnSpc>
                <a:spcPct val="107000"/>
              </a:lnSpc>
              <a:spcBef>
                <a:spcPts val="200"/>
              </a:spcBef>
              <a:spcAft>
                <a:spcPts val="0"/>
              </a:spcAft>
            </a:pPr>
            <a:endParaRPr lang="en-US" sz="880" b="1" dirty="0">
              <a:effectLst/>
              <a:latin typeface="Segoe UI Light" panose="020B0502040204020203" pitchFamily="34" charset="0"/>
              <a:ea typeface="Times New Roman" panose="02020603050405020304" pitchFamily="18" charset="0"/>
              <a:cs typeface="Segoe UI Light" panose="020B0502040204020203" pitchFamily="34" charset="0"/>
            </a:endParaRPr>
          </a:p>
          <a:p>
            <a:pPr marL="0" marR="0">
              <a:lnSpc>
                <a:spcPct val="107000"/>
              </a:lnSpc>
              <a:spcBef>
                <a:spcPts val="200"/>
              </a:spcBef>
              <a:spcAft>
                <a:spcPts val="0"/>
              </a:spcAft>
            </a:pPr>
            <a:r>
              <a:rPr lang="en-US" sz="880" b="0" dirty="0">
                <a:effectLst/>
                <a:latin typeface="Segoe UI Light" panose="020B0502040204020203" pitchFamily="34" charset="0"/>
                <a:ea typeface="Times New Roman" panose="02020603050405020304" pitchFamily="18" charset="0"/>
                <a:cs typeface="Segoe UI Light" panose="020B0502040204020203" pitchFamily="34" charset="0"/>
              </a:rPr>
              <a:t>Discussion</a:t>
            </a:r>
            <a:r>
              <a:rPr lang="en-US" sz="880" b="1" dirty="0">
                <a:effectLst/>
                <a:latin typeface="Segoe UI Light" panose="020B0502040204020203" pitchFamily="34" charset="0"/>
                <a:ea typeface="Times New Roman" panose="02020603050405020304" pitchFamily="18" charset="0"/>
                <a:cs typeface="Segoe UI Light" panose="020B0502040204020203" pitchFamily="34" charset="0"/>
              </a:rPr>
              <a:t>: </a:t>
            </a:r>
            <a:r>
              <a:rPr lang="en-US" sz="1100" b="0" i="0" dirty="0">
                <a:solidFill>
                  <a:srgbClr val="171717"/>
                </a:solidFill>
                <a:effectLst/>
                <a:latin typeface="Segoe UI" panose="020B0502040204020203" pitchFamily="34" charset="0"/>
              </a:rPr>
              <a:t>What is the main consideration for the ‘pull’ model provided by Event Hubs?</a:t>
            </a:r>
            <a:r>
              <a:rPr lang="en-US" sz="880" b="1" i="0" dirty="0">
                <a:solidFill>
                  <a:srgbClr val="171717"/>
                </a:solidFill>
                <a:effectLst/>
                <a:latin typeface="Segoe UI Light" panose="020B0502040204020203" pitchFamily="34" charset="0"/>
                <a:cs typeface="Segoe UI Light" panose="020B0502040204020203" pitchFamily="34" charset="0"/>
              </a:rPr>
              <a:t> </a:t>
            </a:r>
            <a:r>
              <a:rPr lang="en-US" sz="880" b="0" i="0" dirty="0">
                <a:solidFill>
                  <a:srgbClr val="171717"/>
                </a:solidFill>
                <a:effectLst/>
                <a:latin typeface="Segoe UI Light" panose="020B0502040204020203" pitchFamily="34" charset="0"/>
                <a:cs typeface="Segoe UI Light" panose="020B0502040204020203" pitchFamily="34" charset="0"/>
              </a:rPr>
              <a:t>Pull models make it the responsibility of the consumer(s) to ensure data are processed before they expire. This provides flexibility but also can mean that messages are lost in exceptional circumstances.</a:t>
            </a:r>
            <a:endParaRPr lang="en-US" sz="880" b="0" dirty="0">
              <a:effectLst/>
              <a:latin typeface="Segoe UI Light" panose="020B0502040204020203" pitchFamily="34" charset="0"/>
              <a:ea typeface="Times New Roman" panose="02020603050405020304" pitchFamily="18" charset="0"/>
              <a:cs typeface="Segoe UI Light" panose="020B0502040204020203" pitchFamily="34" charset="0"/>
            </a:endParaRPr>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a:t>
            </a:r>
          </a:p>
        </p:txBody>
      </p:sp>
      <p:sp>
        <p:nvSpPr>
          <p:cNvPr id="6" name="Slide Number Placeholder 5"/>
          <p:cNvSpPr>
            <a:spLocks noGrp="1"/>
          </p:cNvSpPr>
          <p:nvPr>
            <p:ph type="sldNum" sz="quarter" idx="5"/>
          </p:nvPr>
        </p:nvSpPr>
        <p:spPr/>
        <p:txBody>
          <a:bodyPr/>
          <a:lstStyle/>
          <a:p>
            <a:fld id="{B4008EB6-D09E-4580-8CD6-DDB14511944F}" type="slidenum">
              <a:rPr lang="en-US" smtClean="0"/>
              <a:pPr/>
              <a:t>8</a:t>
            </a:fld>
            <a:endParaRPr lang="en-US"/>
          </a:p>
        </p:txBody>
      </p:sp>
    </p:spTree>
    <p:extLst>
      <p:ext uri="{BB962C8B-B14F-4D97-AF65-F5344CB8AC3E}">
        <p14:creationId xmlns:p14="http://schemas.microsoft.com/office/powerpoint/2010/main" val="69600919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b="0" dirty="0">
                <a:solidFill>
                  <a:srgbClr val="000000"/>
                </a:solidFill>
                <a:effectLst/>
                <a:latin typeface="Consolas" panose="020B0609020204030204" pitchFamily="49" charset="0"/>
              </a:rPr>
              <a:t>Azure Event Grid - </a:t>
            </a:r>
            <a:r>
              <a:rPr lang="en-US" sz="1100" b="0" dirty="0">
                <a:solidFill>
                  <a:srgbClr val="A31515"/>
                </a:solidFill>
                <a:effectLst/>
                <a:latin typeface="Consolas" panose="020B0609020204030204" pitchFamily="49" charset="0"/>
              </a:rPr>
              <a:t>https://docs.microsoft.com/azure/event-grid/overview</a:t>
            </a:r>
            <a:endParaRPr lang="en-US" sz="1100" b="0" dirty="0">
              <a:solidFill>
                <a:srgbClr val="000000"/>
              </a:solidFill>
              <a:effectLst/>
              <a:latin typeface="Consolas" panose="020B0609020204030204" pitchFamily="49" charset="0"/>
            </a:endParaRPr>
          </a:p>
          <a:p>
            <a:pPr marL="0" marR="0">
              <a:spcBef>
                <a:spcPts val="900"/>
              </a:spcBef>
              <a:spcAft>
                <a:spcPts val="900"/>
              </a:spcAft>
            </a:pPr>
            <a:endParaRPr lang="en-US" sz="880" dirty="0">
              <a:effectLst/>
              <a:latin typeface="Segoe UI Light" panose="020B0502040204020203" pitchFamily="34" charset="0"/>
              <a:ea typeface="Calibri" panose="020F0502020204030204" pitchFamily="34" charset="0"/>
              <a:cs typeface="Segoe UI Light" panose="020B0502040204020203" pitchFamily="34" charset="0"/>
            </a:endParaRPr>
          </a:p>
          <a:p>
            <a:pPr algn="l"/>
            <a:r>
              <a:rPr lang="en-US" sz="1100" b="0" i="0" dirty="0">
                <a:solidFill>
                  <a:srgbClr val="171717"/>
                </a:solidFill>
                <a:effectLst/>
                <a:latin typeface="Segoe UI" panose="020B0502040204020203" pitchFamily="34" charset="0"/>
              </a:rPr>
              <a:t>Serverless application architectures </a:t>
            </a:r>
            <a:r>
              <a:rPr lang="en-US" sz="1100" b="1" i="0" dirty="0">
                <a:solidFill>
                  <a:srgbClr val="171717"/>
                </a:solidFill>
                <a:effectLst/>
                <a:latin typeface="Segoe UI" panose="020B0502040204020203" pitchFamily="34" charset="0"/>
              </a:rPr>
              <a:t>- </a:t>
            </a:r>
            <a:r>
              <a:rPr lang="en-US" sz="1600" b="0" i="0" dirty="0">
                <a:solidFill>
                  <a:srgbClr val="171717"/>
                </a:solidFill>
                <a:effectLst/>
                <a:latin typeface="Segoe UI" panose="020B0502040204020203" pitchFamily="34" charset="0"/>
              </a:rPr>
              <a:t>Event Grid connects data sources and event handlers. For example, use Event Grid to trigger a serverless function that analyzes images when added to a blob storage container.</a:t>
            </a:r>
          </a:p>
          <a:p>
            <a:pPr algn="l"/>
            <a:endParaRPr lang="en-US" sz="1100" b="1" i="0" dirty="0">
              <a:solidFill>
                <a:srgbClr val="171717"/>
              </a:solidFill>
              <a:effectLst/>
              <a:latin typeface="Segoe UI" panose="020B0502040204020203" pitchFamily="34" charset="0"/>
            </a:endParaRPr>
          </a:p>
          <a:p>
            <a:r>
              <a:rPr lang="en-US" sz="1100" dirty="0"/>
              <a:t>Ops automation - </a:t>
            </a:r>
            <a:r>
              <a:rPr lang="en-US" sz="1600" b="0" i="0" dirty="0">
                <a:solidFill>
                  <a:srgbClr val="171717"/>
                </a:solidFill>
                <a:effectLst/>
                <a:latin typeface="Segoe UI" panose="020B0502040204020203" pitchFamily="34" charset="0"/>
              </a:rPr>
              <a:t>Event Grid allows you to speed automation and simplify policy enforcement. For example, use Event Grid to notify Azure Automation when a virtual machine or database in Azure SQL is created. Use the events to automatically check that service configurations are compliant, put metadata into operations tools, tag virtual machines, or file work items.</a:t>
            </a:r>
            <a:br>
              <a:rPr lang="en-US" sz="1100" dirty="0"/>
            </a:br>
            <a:endParaRPr lang="en-US" sz="1100" dirty="0"/>
          </a:p>
          <a:p>
            <a:br>
              <a:rPr lang="en-US" sz="1100" dirty="0"/>
            </a:br>
            <a:endParaRPr lang="en-US" sz="880" dirty="0">
              <a:effectLst/>
              <a:latin typeface="Segoe UI Light" panose="020B0502040204020203" pitchFamily="34" charset="0"/>
              <a:ea typeface="Calibri" panose="020F0502020204030204" pitchFamily="34" charset="0"/>
              <a:cs typeface="Segoe UI Light" panose="020B0502040204020203" pitchFamily="34" charset="0"/>
            </a:endParaRPr>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a:t>
            </a:r>
          </a:p>
        </p:txBody>
      </p:sp>
      <p:sp>
        <p:nvSpPr>
          <p:cNvPr id="6" name="Slide Number Placeholder 5"/>
          <p:cNvSpPr>
            <a:spLocks noGrp="1"/>
          </p:cNvSpPr>
          <p:nvPr>
            <p:ph type="sldNum" sz="quarter" idx="5"/>
          </p:nvPr>
        </p:nvSpPr>
        <p:spPr/>
        <p:txBody>
          <a:bodyPr/>
          <a:lstStyle/>
          <a:p>
            <a:fld id="{B4008EB6-D09E-4580-8CD6-DDB14511944F}" type="slidenum">
              <a:rPr lang="en-US" smtClean="0"/>
              <a:pPr/>
              <a:t>9</a:t>
            </a:fld>
            <a:endParaRPr lang="en-US"/>
          </a:p>
        </p:txBody>
      </p:sp>
    </p:spTree>
    <p:extLst>
      <p:ext uri="{BB962C8B-B14F-4D97-AF65-F5344CB8AC3E}">
        <p14:creationId xmlns:p14="http://schemas.microsoft.com/office/powerpoint/2010/main" val="161846707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effectLst/>
                <a:latin typeface="Segoe UI" panose="020B0502040204020203" pitchFamily="34" charset="0"/>
              </a:rPr>
              <a:t>Diagram shows example but table is a summary of options.  Treat as separate topics.</a:t>
            </a:r>
          </a:p>
          <a:p>
            <a:endParaRPr lang="en-US" b="0" i="0" dirty="0">
              <a:effectLst/>
              <a:latin typeface="Segoe UI" panose="020B0502040204020203" pitchFamily="34" charset="0"/>
            </a:endParaRPr>
          </a:p>
          <a:p>
            <a:r>
              <a:rPr lang="en-US" b="0" i="0" dirty="0">
                <a:effectLst/>
                <a:latin typeface="Segoe UI" panose="020B0502040204020203" pitchFamily="34" charset="0"/>
              </a:rPr>
              <a:t>In some cases, you use the services side by side to fulfill distinct roles. For example, an e-commerce site can use Service Bus to process the order, Event Hubs to capture site telemetry, and Event Grid to respond to events like an item was shipped. In other cases, you link them together to form an event and data pipeline. You use Event Grid to respond to events in the other services. </a:t>
            </a:r>
          </a:p>
          <a:p>
            <a:endParaRPr lang="en-US" b="0" i="0" dirty="0">
              <a:effectLst/>
              <a:latin typeface="Segoe UI" panose="020B0502040204020203" pitchFamily="34" charset="0"/>
            </a:endParaRPr>
          </a:p>
        </p:txBody>
      </p:sp>
      <p:sp>
        <p:nvSpPr>
          <p:cNvPr id="4" name="Slide Number Placeholder 3"/>
          <p:cNvSpPr>
            <a:spLocks noGrp="1"/>
          </p:cNvSpPr>
          <p:nvPr>
            <p:ph type="sldNum" sz="quarter" idx="5"/>
          </p:nvPr>
        </p:nvSpPr>
        <p:spPr/>
        <p:txBody>
          <a:bodyPr/>
          <a:lstStyle/>
          <a:p>
            <a:fld id="{79ED9CA1-4A12-4327-B19F-AF8FAAE8140B}" type="slidenum">
              <a:rPr lang="en-US" smtClean="0"/>
              <a:t>10</a:t>
            </a:fld>
            <a:endParaRPr lang="en-US"/>
          </a:p>
        </p:txBody>
      </p:sp>
    </p:spTree>
    <p:extLst>
      <p:ext uri="{BB962C8B-B14F-4D97-AF65-F5344CB8AC3E}">
        <p14:creationId xmlns:p14="http://schemas.microsoft.com/office/powerpoint/2010/main" val="251248018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two Learn units under this banner: Redis and API management. </a:t>
            </a:r>
          </a:p>
        </p:txBody>
      </p:sp>
      <p:sp>
        <p:nvSpPr>
          <p:cNvPr id="4" name="Slide Number Placeholder 3"/>
          <p:cNvSpPr>
            <a:spLocks noGrp="1"/>
          </p:cNvSpPr>
          <p:nvPr>
            <p:ph type="sldNum" sz="quarter" idx="5"/>
          </p:nvPr>
        </p:nvSpPr>
        <p:spPr/>
        <p:txBody>
          <a:bodyPr/>
          <a:lstStyle/>
          <a:p>
            <a:fld id="{79ED9CA1-4A12-4327-B19F-AF8FAAE8140B}" type="slidenum">
              <a:rPr lang="en-US" smtClean="0"/>
              <a:t>12</a:t>
            </a:fld>
            <a:endParaRPr lang="en-US"/>
          </a:p>
        </p:txBody>
      </p:sp>
    </p:spTree>
    <p:extLst>
      <p:ext uri="{BB962C8B-B14F-4D97-AF65-F5344CB8AC3E}">
        <p14:creationId xmlns:p14="http://schemas.microsoft.com/office/powerpoint/2010/main" val="308486380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Azure Cache for Redis - https://docs.microsoft.com/azure/azure-cache-for-redis/cache-overview</a:t>
            </a:r>
          </a:p>
          <a:p>
            <a:r>
              <a:rPr lang="en-US" dirty="0"/>
              <a:t>What is Azure Cache Redis - https://docs.microsoft.com/learn/modules/intro-to-azure-cache-for-redis/2-what-is-azure-cache-for-redis</a:t>
            </a:r>
          </a:p>
        </p:txBody>
      </p:sp>
      <p:sp>
        <p:nvSpPr>
          <p:cNvPr id="4" name="Slide Number Placeholder 3"/>
          <p:cNvSpPr>
            <a:spLocks noGrp="1"/>
          </p:cNvSpPr>
          <p:nvPr>
            <p:ph type="sldNum" sz="quarter" idx="5"/>
          </p:nvPr>
        </p:nvSpPr>
        <p:spPr/>
        <p:txBody>
          <a:bodyPr/>
          <a:lstStyle/>
          <a:p>
            <a:fld id="{79ED9CA1-4A12-4327-B19F-AF8FAAE8140B}" type="slidenum">
              <a:rPr lang="en-US" smtClean="0"/>
              <a:t>13</a:t>
            </a:fld>
            <a:endParaRPr lang="en-US"/>
          </a:p>
        </p:txBody>
      </p:sp>
    </p:spTree>
    <p:extLst>
      <p:ext uri="{BB962C8B-B14F-4D97-AF65-F5344CB8AC3E}">
        <p14:creationId xmlns:p14="http://schemas.microsoft.com/office/powerpoint/2010/main" val="160548072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7000"/>
              </a:lnSpc>
              <a:spcBef>
                <a:spcPts val="200"/>
              </a:spcBef>
              <a:spcAft>
                <a:spcPts val="0"/>
              </a:spcAft>
              <a:buClrTx/>
              <a:buSzTx/>
              <a:buFontTx/>
              <a:buNone/>
              <a:tabLst/>
              <a:defRPr/>
            </a:pPr>
            <a:r>
              <a:rPr lang="en-US" sz="1100" b="0" dirty="0">
                <a:solidFill>
                  <a:srgbClr val="000000"/>
                </a:solidFill>
                <a:effectLst/>
                <a:latin typeface="Consolas" panose="020B0609020204030204" pitchFamily="49" charset="0"/>
              </a:rPr>
              <a:t>Azure API Management - </a:t>
            </a:r>
            <a:r>
              <a:rPr lang="en-US" sz="1100" b="0" dirty="0">
                <a:solidFill>
                  <a:srgbClr val="A31515"/>
                </a:solidFill>
                <a:effectLst/>
                <a:latin typeface="Consolas" panose="020B0609020204030204" pitchFamily="49" charset="0"/>
              </a:rPr>
              <a:t>https://docs.microsoft.com/azure/api-management/api-management-key-concepts</a:t>
            </a:r>
            <a:endParaRPr lang="en-US" sz="1100" b="0" dirty="0">
              <a:solidFill>
                <a:srgbClr val="000000"/>
              </a:solidFill>
              <a:effectLst/>
              <a:latin typeface="Consolas" panose="020B0609020204030204" pitchFamily="49" charset="0"/>
            </a:endParaRPr>
          </a:p>
          <a:p>
            <a:pPr marL="0" marR="0">
              <a:lnSpc>
                <a:spcPct val="107000"/>
              </a:lnSpc>
              <a:spcBef>
                <a:spcPts val="200"/>
              </a:spcBef>
              <a:spcAft>
                <a:spcPts val="0"/>
              </a:spcAft>
            </a:pPr>
            <a:endParaRPr lang="en-US" sz="880" b="1" dirty="0">
              <a:effectLst/>
              <a:latin typeface="Segoe UI Light" panose="020B0502040204020203" pitchFamily="34" charset="0"/>
              <a:ea typeface="Times New Roman" panose="02020603050405020304" pitchFamily="18" charset="0"/>
              <a:cs typeface="Segoe UI Light" panose="020B0502040204020203" pitchFamily="34" charset="0"/>
            </a:endParaRPr>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a:t>
            </a:r>
          </a:p>
        </p:txBody>
      </p:sp>
      <p:sp>
        <p:nvSpPr>
          <p:cNvPr id="6" name="Slide Number Placeholder 5"/>
          <p:cNvSpPr>
            <a:spLocks noGrp="1"/>
          </p:cNvSpPr>
          <p:nvPr>
            <p:ph type="sldNum" sz="quarter" idx="5"/>
          </p:nvPr>
        </p:nvSpPr>
        <p:spPr/>
        <p:txBody>
          <a:bodyPr/>
          <a:lstStyle/>
          <a:p>
            <a:fld id="{B4008EB6-D09E-4580-8CD6-DDB14511944F}" type="slidenum">
              <a:rPr lang="en-US" smtClean="0"/>
              <a:pPr/>
              <a:t>14</a:t>
            </a:fld>
            <a:endParaRPr lang="en-US"/>
          </a:p>
        </p:txBody>
      </p:sp>
    </p:spTree>
    <p:extLst>
      <p:ext uri="{BB962C8B-B14F-4D97-AF65-F5344CB8AC3E}">
        <p14:creationId xmlns:p14="http://schemas.microsoft.com/office/powerpoint/2010/main" val="29673382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2 Learn units under this banner: Automated Deployment and App Configuration. </a:t>
            </a:r>
          </a:p>
        </p:txBody>
      </p:sp>
      <p:sp>
        <p:nvSpPr>
          <p:cNvPr id="4" name="Slide Number Placeholder 3"/>
          <p:cNvSpPr>
            <a:spLocks noGrp="1"/>
          </p:cNvSpPr>
          <p:nvPr>
            <p:ph type="sldNum" sz="quarter" idx="5"/>
          </p:nvPr>
        </p:nvSpPr>
        <p:spPr/>
        <p:txBody>
          <a:bodyPr/>
          <a:lstStyle/>
          <a:p>
            <a:fld id="{79ED9CA1-4A12-4327-B19F-AF8FAAE8140B}" type="slidenum">
              <a:rPr lang="en-US" smtClean="0"/>
              <a:t>15</a:t>
            </a:fld>
            <a:endParaRPr lang="en-US"/>
          </a:p>
        </p:txBody>
      </p:sp>
    </p:spTree>
    <p:extLst>
      <p:ext uri="{BB962C8B-B14F-4D97-AF65-F5344CB8AC3E}">
        <p14:creationId xmlns:p14="http://schemas.microsoft.com/office/powerpoint/2010/main" val="391979281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900"/>
              </a:spcBef>
              <a:spcAft>
                <a:spcPts val="900"/>
              </a:spcAft>
              <a:buClrTx/>
              <a:buSzTx/>
              <a:buFontTx/>
              <a:buNone/>
              <a:tabLst/>
              <a:defRPr/>
            </a:pPr>
            <a:r>
              <a:rPr lang="en-US" sz="1100" b="0" dirty="0">
                <a:solidFill>
                  <a:srgbClr val="000000"/>
                </a:solidFill>
                <a:effectLst/>
                <a:latin typeface="Consolas" panose="020B0609020204030204" pitchFamily="49" charset="0"/>
              </a:rPr>
              <a:t>What is Infrastructure as Code? https://docs.microsoft.</a:t>
            </a:r>
            <a:r>
              <a:rPr lang="en-US" sz="1100" b="0">
                <a:solidFill>
                  <a:srgbClr val="000000"/>
                </a:solidFill>
                <a:effectLst/>
                <a:latin typeface="Consolas" panose="020B0609020204030204" pitchFamily="49" charset="0"/>
              </a:rPr>
              <a:t>com/devops</a:t>
            </a:r>
            <a:r>
              <a:rPr lang="en-US" sz="1100" b="0" dirty="0">
                <a:solidFill>
                  <a:srgbClr val="000000"/>
                </a:solidFill>
                <a:effectLst/>
                <a:latin typeface="Consolas" panose="020B0609020204030204" pitchFamily="49" charset="0"/>
              </a:rPr>
              <a:t>/deliver/what-is-infrastructure-as-code</a:t>
            </a:r>
          </a:p>
          <a:p>
            <a:pPr marL="0" marR="0" lvl="0" indent="0" algn="l" defTabSz="914400" rtl="0" eaLnBrk="1" fontAlgn="auto" latinLnBrk="0" hangingPunct="1">
              <a:lnSpc>
                <a:spcPct val="100000"/>
              </a:lnSpc>
              <a:spcBef>
                <a:spcPts val="900"/>
              </a:spcBef>
              <a:spcAft>
                <a:spcPts val="900"/>
              </a:spcAft>
              <a:buClrTx/>
              <a:buSzTx/>
              <a:buFontTx/>
              <a:buNone/>
              <a:tabLst/>
              <a:defRPr/>
            </a:pPr>
            <a:endParaRPr lang="en-US" sz="1100" b="0" dirty="0">
              <a:solidFill>
                <a:srgbClr val="000000"/>
              </a:solidFill>
              <a:effectLst/>
              <a:latin typeface="Consolas" panose="020B0609020204030204" pitchFamily="49" charset="0"/>
            </a:endParaRPr>
          </a:p>
          <a:p>
            <a:pPr marL="0" marR="0" lvl="0" indent="0" algn="l" defTabSz="914400" rtl="0" eaLnBrk="1" fontAlgn="auto" latinLnBrk="0" hangingPunct="1">
              <a:lnSpc>
                <a:spcPct val="100000"/>
              </a:lnSpc>
              <a:spcBef>
                <a:spcPts val="900"/>
              </a:spcBef>
              <a:spcAft>
                <a:spcPts val="900"/>
              </a:spcAft>
              <a:buClrTx/>
              <a:buSzTx/>
              <a:buFontTx/>
              <a:buNone/>
              <a:tabLst/>
              <a:defRPr/>
            </a:pPr>
            <a:r>
              <a:rPr lang="en-US" sz="1100" b="0" dirty="0">
                <a:solidFill>
                  <a:srgbClr val="000000"/>
                </a:solidFill>
                <a:effectLst/>
                <a:latin typeface="Consolas" panose="020B0609020204030204" pitchFamily="49" charset="0"/>
              </a:rPr>
              <a:t>Use this slide to introduce </a:t>
            </a:r>
            <a:r>
              <a:rPr lang="en-US" sz="1100" b="0" dirty="0" err="1">
                <a:solidFill>
                  <a:srgbClr val="000000"/>
                </a:solidFill>
                <a:effectLst/>
                <a:latin typeface="Consolas" panose="020B0609020204030204" pitchFamily="49" charset="0"/>
              </a:rPr>
              <a:t>IaC</a:t>
            </a:r>
            <a:r>
              <a:rPr lang="en-US" sz="1100" b="0" dirty="0">
                <a:solidFill>
                  <a:srgbClr val="000000"/>
                </a:solidFill>
                <a:effectLst/>
                <a:latin typeface="Consolas" panose="020B0609020204030204" pitchFamily="49" charset="0"/>
              </a:rPr>
              <a:t> and why it is important. The next slide covers the tooling that can be used. </a:t>
            </a:r>
          </a:p>
          <a:p>
            <a:pPr marL="0" marR="0">
              <a:spcBef>
                <a:spcPts val="900"/>
              </a:spcBef>
              <a:spcAft>
                <a:spcPts val="900"/>
              </a:spcAft>
            </a:pPr>
            <a:endParaRPr lang="en-US" sz="880" dirty="0">
              <a:effectLst/>
              <a:latin typeface="Segoe UI Light" panose="020B0502040204020203" pitchFamily="34" charset="0"/>
              <a:ea typeface="Calibri" panose="020F0502020204030204" pitchFamily="34" charset="0"/>
              <a:cs typeface="Segoe UI Light" panose="020B0502040204020203" pitchFamily="34" charset="0"/>
            </a:endParaRPr>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a:t>
            </a:r>
          </a:p>
        </p:txBody>
      </p:sp>
      <p:sp>
        <p:nvSpPr>
          <p:cNvPr id="6" name="Slide Number Placeholder 5"/>
          <p:cNvSpPr>
            <a:spLocks noGrp="1"/>
          </p:cNvSpPr>
          <p:nvPr>
            <p:ph type="sldNum" sz="quarter" idx="5"/>
          </p:nvPr>
        </p:nvSpPr>
        <p:spPr/>
        <p:txBody>
          <a:bodyPr/>
          <a:lstStyle/>
          <a:p>
            <a:fld id="{B4008EB6-D09E-4580-8CD6-DDB14511944F}" type="slidenum">
              <a:rPr lang="en-US" smtClean="0"/>
              <a:pPr/>
              <a:t>16</a:t>
            </a:fld>
            <a:endParaRPr lang="en-US"/>
          </a:p>
        </p:txBody>
      </p:sp>
    </p:spTree>
    <p:extLst>
      <p:ext uri="{BB962C8B-B14F-4D97-AF65-F5344CB8AC3E}">
        <p14:creationId xmlns:p14="http://schemas.microsoft.com/office/powerpoint/2010/main" val="185052436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900"/>
              </a:spcBef>
              <a:spcAft>
                <a:spcPts val="900"/>
              </a:spcAft>
              <a:buClrTx/>
              <a:buSzTx/>
              <a:buFontTx/>
              <a:buNone/>
              <a:tabLst/>
              <a:defRPr/>
            </a:pPr>
            <a:r>
              <a:rPr lang="en-US" sz="1100" b="0" dirty="0">
                <a:solidFill>
                  <a:srgbClr val="000000"/>
                </a:solidFill>
                <a:effectLst/>
                <a:latin typeface="Consolas" panose="020B0609020204030204" pitchFamily="49" charset="0"/>
              </a:rPr>
              <a:t>Student content does not cover all the options shown on the slide.</a:t>
            </a:r>
          </a:p>
          <a:p>
            <a:pPr marL="0" marR="0" lvl="0" indent="0" algn="l" defTabSz="914400" rtl="0" eaLnBrk="1" fontAlgn="auto" latinLnBrk="0" hangingPunct="1">
              <a:lnSpc>
                <a:spcPct val="100000"/>
              </a:lnSpc>
              <a:spcBef>
                <a:spcPts val="900"/>
              </a:spcBef>
              <a:spcAft>
                <a:spcPts val="900"/>
              </a:spcAft>
              <a:buClrTx/>
              <a:buSzTx/>
              <a:buFontTx/>
              <a:buNone/>
              <a:tabLst/>
              <a:defRPr/>
            </a:pPr>
            <a:endParaRPr lang="en-US" sz="1100" b="0" dirty="0">
              <a:solidFill>
                <a:srgbClr val="000000"/>
              </a:solidFill>
              <a:effectLst/>
              <a:latin typeface="Consolas" panose="020B0609020204030204" pitchFamily="49" charset="0"/>
            </a:endParaRPr>
          </a:p>
          <a:p>
            <a:pPr marL="0" marR="0" lvl="0" indent="0" algn="l" defTabSz="914400" rtl="0" eaLnBrk="1" fontAlgn="auto" latinLnBrk="0" hangingPunct="1">
              <a:lnSpc>
                <a:spcPct val="100000"/>
              </a:lnSpc>
              <a:spcBef>
                <a:spcPts val="900"/>
              </a:spcBef>
              <a:spcAft>
                <a:spcPts val="900"/>
              </a:spcAft>
              <a:buClrTx/>
              <a:buSzTx/>
              <a:buFontTx/>
              <a:buNone/>
              <a:tabLst/>
              <a:defRPr/>
            </a:pPr>
            <a:r>
              <a:rPr lang="en-US" sz="1100" b="0" dirty="0">
                <a:solidFill>
                  <a:srgbClr val="000000"/>
                </a:solidFill>
                <a:effectLst/>
                <a:latin typeface="Consolas" panose="020B0609020204030204" pitchFamily="49" charset="0"/>
              </a:rPr>
              <a:t>Azure Resource Manager (ARM) templates</a:t>
            </a:r>
            <a:r>
              <a:rPr lang="en-US" sz="1100" b="0" dirty="0">
                <a:solidFill>
                  <a:srgbClr val="A31515"/>
                </a:solidFill>
                <a:effectLst/>
                <a:latin typeface="Consolas" panose="020B0609020204030204" pitchFamily="49" charset="0"/>
              </a:rPr>
              <a:t> - https://docs.microsoft.com/azure/azure-resource-manager/templates/overview</a:t>
            </a:r>
            <a:endParaRPr lang="en-US" sz="1100" b="0" dirty="0">
              <a:solidFill>
                <a:srgbClr val="000000"/>
              </a:solidFill>
              <a:effectLst/>
              <a:latin typeface="Consolas" panose="020B0609020204030204" pitchFamily="49" charset="0"/>
            </a:endParaRPr>
          </a:p>
          <a:p>
            <a:pPr marL="0" marR="0" lvl="0" indent="0" algn="l" defTabSz="914400" rtl="0" eaLnBrk="1" fontAlgn="auto" latinLnBrk="0" hangingPunct="1">
              <a:lnSpc>
                <a:spcPct val="100000"/>
              </a:lnSpc>
              <a:spcBef>
                <a:spcPts val="900"/>
              </a:spcBef>
              <a:spcAft>
                <a:spcPts val="900"/>
              </a:spcAft>
              <a:buClrTx/>
              <a:buSzTx/>
              <a:buFontTx/>
              <a:buNone/>
              <a:tabLst/>
              <a:defRPr/>
            </a:pPr>
            <a:r>
              <a:rPr lang="en-US" sz="1100" b="0" dirty="0">
                <a:solidFill>
                  <a:srgbClr val="000000"/>
                </a:solidFill>
                <a:effectLst/>
                <a:latin typeface="Consolas" panose="020B0609020204030204" pitchFamily="49" charset="0"/>
              </a:rPr>
              <a:t>Bicep</a:t>
            </a:r>
            <a:r>
              <a:rPr lang="en-US" sz="1100" b="0" dirty="0">
                <a:solidFill>
                  <a:srgbClr val="A31515"/>
                </a:solidFill>
                <a:effectLst/>
                <a:latin typeface="Consolas" panose="020B0609020204030204" pitchFamily="49" charset="0"/>
              </a:rPr>
              <a:t> - https://docs.microsoft.com/azure/azure-resource-manager/bicep/overview</a:t>
            </a:r>
          </a:p>
          <a:p>
            <a:pPr marL="0" marR="0" lvl="0" indent="0" algn="l" defTabSz="914400" rtl="0" eaLnBrk="1" fontAlgn="auto" latinLnBrk="0" hangingPunct="1">
              <a:lnSpc>
                <a:spcPct val="100000"/>
              </a:lnSpc>
              <a:spcBef>
                <a:spcPts val="900"/>
              </a:spcBef>
              <a:spcAft>
                <a:spcPts val="900"/>
              </a:spcAft>
              <a:buClrTx/>
              <a:buSzTx/>
              <a:buFontTx/>
              <a:buNone/>
              <a:tabLst/>
              <a:defRPr/>
            </a:pPr>
            <a:r>
              <a:rPr lang="en-US" sz="1100" b="0" dirty="0">
                <a:solidFill>
                  <a:srgbClr val="A31515"/>
                </a:solidFill>
                <a:effectLst/>
                <a:latin typeface="Consolas" panose="020B0609020204030204" pitchFamily="49" charset="0"/>
              </a:rPr>
              <a:t>Automation deployment - https://docs.microsoft.com/azure/virtual-machines/infrastructure-automation</a:t>
            </a:r>
            <a:endParaRPr lang="en-US" sz="1100" b="0" dirty="0">
              <a:solidFill>
                <a:srgbClr val="000000"/>
              </a:solidFill>
              <a:effectLst/>
              <a:latin typeface="Consolas" panose="020B0609020204030204" pitchFamily="49" charset="0"/>
            </a:endParaRPr>
          </a:p>
          <a:p>
            <a:pPr marL="0" marR="0">
              <a:spcBef>
                <a:spcPts val="900"/>
              </a:spcBef>
              <a:spcAft>
                <a:spcPts val="900"/>
              </a:spcAft>
            </a:pPr>
            <a:r>
              <a:rPr lang="en-US" sz="880" dirty="0">
                <a:effectLst/>
                <a:latin typeface="Segoe UI Light" panose="020B0502040204020203" pitchFamily="34" charset="0"/>
                <a:ea typeface="Calibri" panose="020F0502020204030204" pitchFamily="34" charset="0"/>
                <a:cs typeface="Segoe UI Light" panose="020B0502040204020203" pitchFamily="34" charset="0"/>
              </a:rPr>
              <a:t>Azure DevOps documentation - https://docs.microsoft.com/azure/devops</a:t>
            </a:r>
          </a:p>
          <a:p>
            <a:pPr marL="0" marR="0">
              <a:spcBef>
                <a:spcPts val="900"/>
              </a:spcBef>
              <a:spcAft>
                <a:spcPts val="900"/>
              </a:spcAft>
            </a:pPr>
            <a:r>
              <a:rPr lang="en-US" sz="880" dirty="0">
                <a:effectLst/>
                <a:latin typeface="Segoe UI Light" panose="020B0502040204020203" pitchFamily="34" charset="0"/>
                <a:ea typeface="Calibri" panose="020F0502020204030204" pitchFamily="34" charset="0"/>
                <a:cs typeface="Segoe UI Light" panose="020B0502040204020203" pitchFamily="34" charset="0"/>
              </a:rPr>
              <a:t>GitHub Actions - https://docs.github.com/actions</a:t>
            </a:r>
          </a:p>
          <a:p>
            <a:pPr marL="0" marR="0">
              <a:spcBef>
                <a:spcPts val="900"/>
              </a:spcBef>
              <a:spcAft>
                <a:spcPts val="900"/>
              </a:spcAft>
            </a:pPr>
            <a:r>
              <a:rPr lang="en-US" sz="880" dirty="0">
                <a:effectLst/>
                <a:latin typeface="Segoe UI Light" panose="020B0502040204020203" pitchFamily="34" charset="0"/>
                <a:ea typeface="Calibri" panose="020F0502020204030204" pitchFamily="34" charset="0"/>
                <a:cs typeface="Segoe UI Light" panose="020B0502040204020203" pitchFamily="34" charset="0"/>
              </a:rPr>
              <a:t>Terraform by </a:t>
            </a:r>
            <a:r>
              <a:rPr lang="en-US" sz="880" dirty="0" err="1">
                <a:effectLst/>
                <a:latin typeface="Segoe UI Light" panose="020B0502040204020203" pitchFamily="34" charset="0"/>
                <a:ea typeface="Calibri" panose="020F0502020204030204" pitchFamily="34" charset="0"/>
                <a:cs typeface="Segoe UI Light" panose="020B0502040204020203" pitchFamily="34" charset="0"/>
              </a:rPr>
              <a:t>Hashicorp</a:t>
            </a:r>
            <a:r>
              <a:rPr lang="en-US" sz="880" dirty="0">
                <a:effectLst/>
                <a:latin typeface="Segoe UI Light" panose="020B0502040204020203" pitchFamily="34" charset="0"/>
                <a:ea typeface="Calibri" panose="020F0502020204030204" pitchFamily="34" charset="0"/>
                <a:cs typeface="Segoe UI Light" panose="020B0502040204020203" pitchFamily="34" charset="0"/>
              </a:rPr>
              <a:t> - https://www.terraform.io/</a:t>
            </a:r>
          </a:p>
          <a:p>
            <a:pPr marL="0" marR="0">
              <a:spcBef>
                <a:spcPts val="900"/>
              </a:spcBef>
              <a:spcAft>
                <a:spcPts val="900"/>
              </a:spcAft>
            </a:pPr>
            <a:r>
              <a:rPr lang="en-US" sz="880" dirty="0">
                <a:effectLst/>
                <a:latin typeface="Segoe UI Light" panose="020B0502040204020203" pitchFamily="34" charset="0"/>
                <a:ea typeface="Calibri" panose="020F0502020204030204" pitchFamily="34" charset="0"/>
                <a:cs typeface="Segoe UI Light" panose="020B0502040204020203" pitchFamily="34" charset="0"/>
              </a:rPr>
              <a:t>Jenkins - https://www.jenkins.io/</a:t>
            </a:r>
          </a:p>
          <a:p>
            <a:pPr marL="0" marR="0">
              <a:spcBef>
                <a:spcPts val="900"/>
              </a:spcBef>
              <a:spcAft>
                <a:spcPts val="900"/>
              </a:spcAft>
            </a:pPr>
            <a:endParaRPr lang="en-US" sz="880" dirty="0">
              <a:effectLst/>
              <a:latin typeface="Segoe UI Light" panose="020B0502040204020203" pitchFamily="34" charset="0"/>
              <a:ea typeface="Calibri" panose="020F0502020204030204" pitchFamily="34" charset="0"/>
              <a:cs typeface="Segoe UI Light" panose="020B0502040204020203" pitchFamily="34" charset="0"/>
            </a:endParaRPr>
          </a:p>
          <a:p>
            <a:pPr marL="0" marR="0">
              <a:spcBef>
                <a:spcPts val="900"/>
              </a:spcBef>
              <a:spcAft>
                <a:spcPts val="900"/>
              </a:spcAft>
            </a:pPr>
            <a:r>
              <a:rPr lang="en-US" sz="880" dirty="0">
                <a:effectLst/>
                <a:latin typeface="Segoe UI Light" panose="020B0502040204020203" pitchFamily="34" charset="0"/>
                <a:ea typeface="Calibri" panose="020F0502020204030204" pitchFamily="34" charset="0"/>
                <a:cs typeface="Segoe UI Light" panose="020B0502040204020203" pitchFamily="34" charset="0"/>
              </a:rPr>
              <a:t>Could also mention:</a:t>
            </a:r>
          </a:p>
          <a:p>
            <a:pPr marL="0" marR="0">
              <a:spcBef>
                <a:spcPts val="900"/>
              </a:spcBef>
              <a:spcAft>
                <a:spcPts val="900"/>
              </a:spcAft>
            </a:pPr>
            <a:r>
              <a:rPr lang="en-US" sz="880" dirty="0">
                <a:effectLst/>
                <a:latin typeface="Segoe UI Light" panose="020B0502040204020203" pitchFamily="34" charset="0"/>
                <a:ea typeface="Calibri" panose="020F0502020204030204" pitchFamily="34" charset="0"/>
                <a:cs typeface="Segoe UI Light" panose="020B0502040204020203" pitchFamily="34" charset="0"/>
              </a:rPr>
              <a:t>Python with </a:t>
            </a:r>
            <a:r>
              <a:rPr lang="en-US" sz="880" dirty="0" err="1">
                <a:effectLst/>
                <a:latin typeface="Segoe UI Light" panose="020B0502040204020203" pitchFamily="34" charset="0"/>
                <a:ea typeface="Calibri" panose="020F0502020204030204" pitchFamily="34" charset="0"/>
                <a:cs typeface="Segoe UI Light" panose="020B0502040204020203" pitchFamily="34" charset="0"/>
              </a:rPr>
              <a:t>Pulumi</a:t>
            </a:r>
            <a:r>
              <a:rPr lang="en-US" sz="880" dirty="0">
                <a:effectLst/>
                <a:latin typeface="Segoe UI Light" panose="020B0502040204020203" pitchFamily="34" charset="0"/>
                <a:ea typeface="Calibri" panose="020F0502020204030204" pitchFamily="34" charset="0"/>
                <a:cs typeface="Segoe UI Light" panose="020B0502040204020203" pitchFamily="34" charset="0"/>
              </a:rPr>
              <a:t> - https://devblogs.microsoft.com/devops/infrastructure-as-code-azure-python-wpulumi/</a:t>
            </a:r>
          </a:p>
          <a:p>
            <a:pPr marL="0" marR="0">
              <a:spcBef>
                <a:spcPts val="900"/>
              </a:spcBef>
              <a:spcAft>
                <a:spcPts val="900"/>
              </a:spcAft>
            </a:pPr>
            <a:r>
              <a:rPr lang="en-US" sz="880" dirty="0">
                <a:effectLst/>
                <a:latin typeface="Segoe UI Light" panose="020B0502040204020203" pitchFamily="34" charset="0"/>
                <a:ea typeface="Calibri" panose="020F0502020204030204" pitchFamily="34" charset="0"/>
                <a:cs typeface="Segoe UI Light" panose="020B0502040204020203" pitchFamily="34" charset="0"/>
              </a:rPr>
              <a:t>Chef Automate - https://docs.chef.io/azure_marketplace/</a:t>
            </a:r>
          </a:p>
          <a:p>
            <a:pPr marL="0" marR="0">
              <a:spcBef>
                <a:spcPts val="900"/>
              </a:spcBef>
              <a:spcAft>
                <a:spcPts val="900"/>
              </a:spcAft>
            </a:pPr>
            <a:r>
              <a:rPr lang="en-US" sz="880" dirty="0">
                <a:effectLst/>
                <a:latin typeface="Segoe UI Light" panose="020B0502040204020203" pitchFamily="34" charset="0"/>
                <a:ea typeface="Calibri" panose="020F0502020204030204" pitchFamily="34" charset="0"/>
                <a:cs typeface="Segoe UI Light" panose="020B0502040204020203" pitchFamily="34" charset="0"/>
              </a:rPr>
              <a:t>Ansible - https://docs.microsoft.com/azure/developer/ansible/overview</a:t>
            </a:r>
          </a:p>
          <a:p>
            <a:pPr marL="0" marR="0">
              <a:spcBef>
                <a:spcPts val="900"/>
              </a:spcBef>
              <a:spcAft>
                <a:spcPts val="900"/>
              </a:spcAft>
            </a:pPr>
            <a:endParaRPr lang="en-US" sz="880" dirty="0">
              <a:effectLst/>
              <a:latin typeface="Segoe UI Light" panose="020B0502040204020203" pitchFamily="34" charset="0"/>
              <a:ea typeface="Calibri" panose="020F0502020204030204" pitchFamily="34" charset="0"/>
              <a:cs typeface="Segoe UI Light" panose="020B0502040204020203" pitchFamily="34" charset="0"/>
            </a:endParaRPr>
          </a:p>
          <a:p>
            <a:pPr marL="0" marR="0">
              <a:spcBef>
                <a:spcPts val="900"/>
              </a:spcBef>
              <a:spcAft>
                <a:spcPts val="900"/>
              </a:spcAft>
            </a:pPr>
            <a:r>
              <a:rPr lang="en-US" sz="880" dirty="0">
                <a:effectLst/>
                <a:latin typeface="Segoe UI Light" panose="020B0502040204020203" pitchFamily="34" charset="0"/>
                <a:ea typeface="Calibri" panose="020F0502020204030204" pitchFamily="34" charset="0"/>
                <a:cs typeface="Segoe UI Light" panose="020B0502040204020203" pitchFamily="34" charset="0"/>
              </a:rPr>
              <a:t>And:</a:t>
            </a:r>
          </a:p>
          <a:p>
            <a:pPr marL="0" marR="0">
              <a:spcBef>
                <a:spcPts val="900"/>
              </a:spcBef>
              <a:spcAft>
                <a:spcPts val="900"/>
              </a:spcAft>
            </a:pPr>
            <a:r>
              <a:rPr lang="en-US" sz="880" dirty="0">
                <a:effectLst/>
                <a:latin typeface="Segoe UI Light" panose="020B0502040204020203" pitchFamily="34" charset="0"/>
                <a:ea typeface="Calibri" panose="020F0502020204030204" pitchFamily="34" charset="0"/>
                <a:cs typeface="Segoe UI Light" panose="020B0502040204020203" pitchFamily="34" charset="0"/>
              </a:rPr>
              <a:t>Azure Chaos Studio - https://azure.microsoft.com/services/chaos-studio/</a:t>
            </a:r>
          </a:p>
          <a:p>
            <a:pPr marL="0" marR="0">
              <a:spcBef>
                <a:spcPts val="900"/>
              </a:spcBef>
              <a:spcAft>
                <a:spcPts val="900"/>
              </a:spcAft>
            </a:pPr>
            <a:endParaRPr lang="en-US" sz="880" dirty="0">
              <a:effectLst/>
              <a:latin typeface="Segoe UI Light" panose="020B0502040204020203" pitchFamily="34" charset="0"/>
              <a:ea typeface="Calibri" panose="020F0502020204030204" pitchFamily="34" charset="0"/>
              <a:cs typeface="Segoe UI Light" panose="020B0502040204020203" pitchFamily="34" charset="0"/>
            </a:endParaRPr>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a:t>
            </a:r>
          </a:p>
        </p:txBody>
      </p:sp>
      <p:sp>
        <p:nvSpPr>
          <p:cNvPr id="6" name="Slide Number Placeholder 5"/>
          <p:cNvSpPr>
            <a:spLocks noGrp="1"/>
          </p:cNvSpPr>
          <p:nvPr>
            <p:ph type="sldNum" sz="quarter" idx="5"/>
          </p:nvPr>
        </p:nvSpPr>
        <p:spPr/>
        <p:txBody>
          <a:bodyPr/>
          <a:lstStyle/>
          <a:p>
            <a:fld id="{B4008EB6-D09E-4580-8CD6-DDB14511944F}" type="slidenum">
              <a:rPr lang="en-US" smtClean="0"/>
              <a:pPr/>
              <a:t>17</a:t>
            </a:fld>
            <a:endParaRPr lang="en-US"/>
          </a:p>
        </p:txBody>
      </p:sp>
    </p:spTree>
    <p:extLst>
      <p:ext uri="{BB962C8B-B14F-4D97-AF65-F5344CB8AC3E}">
        <p14:creationId xmlns:p14="http://schemas.microsoft.com/office/powerpoint/2010/main" val="330667800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7000"/>
              </a:lnSpc>
              <a:spcBef>
                <a:spcPts val="200"/>
              </a:spcBef>
              <a:spcAft>
                <a:spcPts val="0"/>
              </a:spcAft>
              <a:buClrTx/>
              <a:buSzTx/>
              <a:buFontTx/>
              <a:buNone/>
              <a:tabLst/>
              <a:defRPr/>
            </a:pPr>
            <a:r>
              <a:rPr lang="en-US" sz="800" b="0" dirty="0">
                <a:solidFill>
                  <a:srgbClr val="000000"/>
                </a:solidFill>
                <a:effectLst/>
                <a:latin typeface="Consolas" panose="020B0609020204030204" pitchFamily="49" charset="0"/>
              </a:rPr>
              <a:t>Azure App Configuration</a:t>
            </a:r>
            <a:r>
              <a:rPr lang="en-US" sz="800" b="0" dirty="0">
                <a:solidFill>
                  <a:srgbClr val="A31515"/>
                </a:solidFill>
                <a:effectLst/>
                <a:latin typeface="Consolas" panose="020B0609020204030204" pitchFamily="49" charset="0"/>
              </a:rPr>
              <a:t> - https://docs.microsoft.com/azure/azure-app-configuration/overview</a:t>
            </a:r>
            <a:endParaRPr lang="en-US" sz="800" b="0" dirty="0">
              <a:solidFill>
                <a:srgbClr val="000000"/>
              </a:solidFill>
              <a:effectLst/>
              <a:latin typeface="Consolas" panose="020B0609020204030204" pitchFamily="49" charset="0"/>
            </a:endParaRPr>
          </a:p>
          <a:p>
            <a:pPr marL="0" marR="0">
              <a:lnSpc>
                <a:spcPct val="107000"/>
              </a:lnSpc>
              <a:spcBef>
                <a:spcPts val="200"/>
              </a:spcBef>
              <a:spcAft>
                <a:spcPts val="0"/>
              </a:spcAft>
            </a:pPr>
            <a:endParaRPr lang="en-US" sz="800" b="1" dirty="0">
              <a:solidFill>
                <a:srgbClr val="1F3763"/>
              </a:solidFill>
              <a:effectLst/>
              <a:latin typeface="Segoe UI Light" panose="020B0502040204020203" pitchFamily="34" charset="0"/>
              <a:ea typeface="Yu Gothic Light" panose="020B0300000000000000" pitchFamily="34" charset="-128"/>
              <a:cs typeface="Segoe UI Light" panose="020B0502040204020203" pitchFamily="34" charset="0"/>
            </a:endParaRPr>
          </a:p>
          <a:p>
            <a:pPr marL="0" marR="0">
              <a:spcBef>
                <a:spcPts val="900"/>
              </a:spcBef>
              <a:spcAft>
                <a:spcPts val="900"/>
              </a:spcAft>
            </a:pPr>
            <a:r>
              <a:rPr lang="en-US" sz="900" dirty="0">
                <a:effectLst/>
                <a:latin typeface="Calibri" panose="020F0502020204030204" pitchFamily="34" charset="0"/>
                <a:ea typeface="Calibri" panose="020F0502020204030204" pitchFamily="34" charset="0"/>
                <a:cs typeface="Arial" panose="020B0604020202020204" pitchFamily="34" charset="0"/>
              </a:rPr>
              <a:t>While any application can make use of App Configuration, the following examples are the types of application that benefit from the use of it:</a:t>
            </a:r>
          </a:p>
          <a:p>
            <a:pPr marL="285750" marR="0" lvl="0" indent="-285750">
              <a:lnSpc>
                <a:spcPct val="107000"/>
              </a:lnSpc>
              <a:spcBef>
                <a:spcPts val="0"/>
              </a:spcBef>
              <a:spcAft>
                <a:spcPts val="0"/>
              </a:spcAft>
              <a:buFont typeface="Arial" panose="020B0604020202020204" pitchFamily="34" charset="0"/>
              <a:buChar char="•"/>
            </a:pPr>
            <a:r>
              <a:rPr lang="en-US" sz="900" dirty="0">
                <a:effectLst/>
                <a:latin typeface="Calibri" panose="020F0502020204030204" pitchFamily="34" charset="0"/>
                <a:ea typeface="Calibri" panose="020F0502020204030204" pitchFamily="34" charset="0"/>
                <a:cs typeface="Arial" panose="020B0604020202020204" pitchFamily="34" charset="0"/>
              </a:rPr>
              <a:t>Microservices based on Azure Kubernetes Service, Azure Service Fabric, or other containerized apps deployed in one or more geographies</a:t>
            </a:r>
          </a:p>
          <a:p>
            <a:pPr marL="285750" marR="0" lvl="0" indent="-285750">
              <a:lnSpc>
                <a:spcPct val="107000"/>
              </a:lnSpc>
              <a:spcBef>
                <a:spcPts val="0"/>
              </a:spcBef>
              <a:spcAft>
                <a:spcPts val="0"/>
              </a:spcAft>
              <a:buFont typeface="Arial" panose="020B0604020202020204" pitchFamily="34" charset="0"/>
              <a:buChar char="•"/>
            </a:pPr>
            <a:r>
              <a:rPr lang="en-US" sz="900" dirty="0">
                <a:effectLst/>
                <a:latin typeface="Calibri" panose="020F0502020204030204" pitchFamily="34" charset="0"/>
                <a:ea typeface="Calibri" panose="020F0502020204030204" pitchFamily="34" charset="0"/>
                <a:cs typeface="Arial" panose="020B0604020202020204" pitchFamily="34" charset="0"/>
              </a:rPr>
              <a:t>Serverless apps, which include Azure Functions or other event-driven stateless compute apps</a:t>
            </a:r>
          </a:p>
          <a:p>
            <a:pPr marL="285750" marR="0" lvl="0" indent="-285750">
              <a:lnSpc>
                <a:spcPct val="107000"/>
              </a:lnSpc>
              <a:spcBef>
                <a:spcPts val="0"/>
              </a:spcBef>
              <a:spcAft>
                <a:spcPts val="800"/>
              </a:spcAft>
              <a:buFont typeface="Arial" panose="020B0604020202020204" pitchFamily="34" charset="0"/>
              <a:buChar char="•"/>
            </a:pPr>
            <a:r>
              <a:rPr lang="en-US" sz="900" dirty="0">
                <a:effectLst/>
                <a:latin typeface="Calibri" panose="020F0502020204030204" pitchFamily="34" charset="0"/>
                <a:ea typeface="Calibri" panose="020F0502020204030204" pitchFamily="34" charset="0"/>
                <a:cs typeface="Arial" panose="020B0604020202020204" pitchFamily="34" charset="0"/>
              </a:rPr>
              <a:t>Continuous deployment pipeline</a:t>
            </a:r>
          </a:p>
          <a:p>
            <a:pPr marL="0" marR="0">
              <a:lnSpc>
                <a:spcPct val="107000"/>
              </a:lnSpc>
              <a:spcBef>
                <a:spcPts val="200"/>
              </a:spcBef>
              <a:spcAft>
                <a:spcPts val="0"/>
              </a:spcAft>
            </a:pPr>
            <a:endParaRPr lang="en-US" sz="880" b="1" dirty="0">
              <a:effectLst/>
              <a:latin typeface="Segoe UI Light" panose="020B0502040204020203" pitchFamily="34" charset="0"/>
              <a:ea typeface="Times New Roman" panose="02020603050405020304" pitchFamily="18" charset="0"/>
              <a:cs typeface="Segoe UI Light" panose="020B0502040204020203" pitchFamily="34" charset="0"/>
            </a:endParaRPr>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a:t>
            </a:r>
          </a:p>
        </p:txBody>
      </p:sp>
      <p:sp>
        <p:nvSpPr>
          <p:cNvPr id="6" name="Slide Number Placeholder 5"/>
          <p:cNvSpPr>
            <a:spLocks noGrp="1"/>
          </p:cNvSpPr>
          <p:nvPr>
            <p:ph type="sldNum" sz="quarter" idx="5"/>
          </p:nvPr>
        </p:nvSpPr>
        <p:spPr/>
        <p:txBody>
          <a:bodyPr/>
          <a:lstStyle/>
          <a:p>
            <a:fld id="{B4008EB6-D09E-4580-8CD6-DDB14511944F}" type="slidenum">
              <a:rPr lang="en-US" smtClean="0"/>
              <a:pPr/>
              <a:t>19</a:t>
            </a:fld>
            <a:endParaRPr lang="en-US"/>
          </a:p>
        </p:txBody>
      </p:sp>
    </p:spTree>
    <p:extLst>
      <p:ext uri="{BB962C8B-B14F-4D97-AF65-F5344CB8AC3E}">
        <p14:creationId xmlns:p14="http://schemas.microsoft.com/office/powerpoint/2010/main" val="108729808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with graphic 2">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F7E4AC65-3150-034F-B089-A8B21D5F2E61}"/>
              </a:ext>
            </a:extLst>
          </p:cNvPr>
          <p:cNvSpPr>
            <a:spLocks noGrp="1"/>
          </p:cNvSpPr>
          <p:nvPr>
            <p:ph type="title" hasCustomPrompt="1"/>
          </p:nvPr>
        </p:nvSpPr>
        <p:spPr>
          <a:xfrm>
            <a:off x="428681" y="2532448"/>
            <a:ext cx="5428936" cy="1793104"/>
          </a:xfrm>
          <a:prstGeom prst="rect">
            <a:avLst/>
          </a:prstGeom>
          <a:noFill/>
        </p:spPr>
        <p:txBody>
          <a:bodyPr lIns="0" tIns="0" rIns="0" bIns="182880" anchor="b" anchorCtr="0"/>
          <a:lstStyle>
            <a:lvl1pPr>
              <a:defRPr sz="4800" strike="noStrike" spc="-49" baseline="0">
                <a:solidFill>
                  <a:schemeClr val="tx1"/>
                </a:solidFill>
              </a:defRPr>
            </a:lvl1pPr>
          </a:lstStyle>
          <a:p>
            <a:r>
              <a:rPr lang="en-US" dirty="0"/>
              <a:t>Azure presentation</a:t>
            </a:r>
            <a:br>
              <a:rPr lang="en-US" dirty="0"/>
            </a:br>
            <a:r>
              <a:rPr lang="en-US" dirty="0"/>
              <a:t>title or event name</a:t>
            </a:r>
          </a:p>
        </p:txBody>
      </p:sp>
      <p:sp>
        <p:nvSpPr>
          <p:cNvPr id="6" name="Text Placeholder 10">
            <a:extLst>
              <a:ext uri="{FF2B5EF4-FFF2-40B4-BE49-F238E27FC236}">
                <a16:creationId xmlns:a16="http://schemas.microsoft.com/office/drawing/2014/main" id="{29B09652-4E45-F04D-8357-20491F718B1A}"/>
              </a:ext>
            </a:extLst>
          </p:cNvPr>
          <p:cNvSpPr>
            <a:spLocks noGrp="1"/>
          </p:cNvSpPr>
          <p:nvPr>
            <p:ph type="body" sz="quarter" idx="15" hasCustomPrompt="1"/>
          </p:nvPr>
        </p:nvSpPr>
        <p:spPr>
          <a:xfrm>
            <a:off x="442466" y="4350114"/>
            <a:ext cx="5413394" cy="738664"/>
          </a:xfrm>
          <a:prstGeom prst="rect">
            <a:avLst/>
          </a:prstGeom>
        </p:spPr>
        <p:txBody>
          <a:bodyPr/>
          <a:lstStyle>
            <a:lvl1pPr>
              <a:defRPr sz="1800">
                <a:solidFill>
                  <a:schemeClr val="tx1"/>
                </a:solidFill>
              </a:defRPr>
            </a:lvl1pPr>
            <a:lvl2pPr>
              <a:defRPr sz="1765">
                <a:solidFill>
                  <a:srgbClr val="000000"/>
                </a:solidFill>
              </a:defRPr>
            </a:lvl2pPr>
            <a:lvl3pPr>
              <a:defRPr sz="1372"/>
            </a:lvl3pPr>
            <a:lvl4pPr>
              <a:defRPr sz="1372"/>
            </a:lvl4pPr>
            <a:lvl5pPr>
              <a:defRPr sz="1029"/>
            </a:lvl5pPr>
          </a:lstStyle>
          <a:p>
            <a:pPr lvl="0"/>
            <a:r>
              <a:rPr lang="en-US"/>
              <a:t>Author name</a:t>
            </a:r>
            <a:br>
              <a:rPr lang="en-US"/>
            </a:br>
            <a:r>
              <a:rPr lang="en-US"/>
              <a:t>Date</a:t>
            </a:r>
          </a:p>
        </p:txBody>
      </p:sp>
      <p:sp>
        <p:nvSpPr>
          <p:cNvPr id="13" name="Oval 12">
            <a:extLst>
              <a:ext uri="{FF2B5EF4-FFF2-40B4-BE49-F238E27FC236}">
                <a16:creationId xmlns:a16="http://schemas.microsoft.com/office/drawing/2014/main" id="{0C62E602-B038-4AA6-A699-B469CFE1AD96}"/>
              </a:ext>
              <a:ext uri="{C183D7F6-B498-43B3-948B-1728B52AA6E4}">
                <adec:decorative xmlns:adec="http://schemas.microsoft.com/office/drawing/2017/decorative" val="1"/>
              </a:ext>
            </a:extLst>
          </p:cNvPr>
          <p:cNvSpPr/>
          <p:nvPr/>
        </p:nvSpPr>
        <p:spPr bwMode="auto">
          <a:xfrm>
            <a:off x="6383137" y="589416"/>
            <a:ext cx="5671978" cy="5679168"/>
          </a:xfrm>
          <a:prstGeom prst="ellipse">
            <a:avLst/>
          </a:prstGeom>
          <a:noFill/>
          <a:ln w="19050">
            <a:solidFill>
              <a:schemeClr val="bg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pic>
        <p:nvPicPr>
          <p:cNvPr id="4" name="Picture 3" descr="A picture containing drawing&#10;&#10;Description automatically generated">
            <a:extLst>
              <a:ext uri="{FF2B5EF4-FFF2-40B4-BE49-F238E27FC236}">
                <a16:creationId xmlns:a16="http://schemas.microsoft.com/office/drawing/2014/main" id="{57D6331F-1A15-46AA-A57A-300CC97487E4}"/>
              </a:ext>
            </a:extLst>
          </p:cNvPr>
          <p:cNvPicPr>
            <a:picLocks noChangeAspect="1"/>
          </p:cNvPicPr>
          <p:nvPr/>
        </p:nvPicPr>
        <p:blipFill>
          <a:blip r:embed="rId2"/>
          <a:stretch>
            <a:fillRect/>
          </a:stretch>
        </p:blipFill>
        <p:spPr>
          <a:xfrm>
            <a:off x="136885" y="159691"/>
            <a:ext cx="2635247" cy="871753"/>
          </a:xfrm>
          <a:prstGeom prst="rect">
            <a:avLst/>
          </a:prstGeom>
        </p:spPr>
      </p:pic>
      <p:grpSp>
        <p:nvGrpSpPr>
          <p:cNvPr id="37" name="Group 36">
            <a:extLst>
              <a:ext uri="{FF2B5EF4-FFF2-40B4-BE49-F238E27FC236}">
                <a16:creationId xmlns:a16="http://schemas.microsoft.com/office/drawing/2014/main" id="{695F69F3-6C65-4C67-BE9F-99EE13ECA942}"/>
              </a:ext>
            </a:extLst>
          </p:cNvPr>
          <p:cNvGrpSpPr/>
          <p:nvPr/>
        </p:nvGrpSpPr>
        <p:grpSpPr>
          <a:xfrm>
            <a:off x="6600946" y="859776"/>
            <a:ext cx="5148588" cy="5138447"/>
            <a:chOff x="6600946" y="859776"/>
            <a:chExt cx="5148588" cy="5138447"/>
          </a:xfrm>
        </p:grpSpPr>
        <p:grpSp>
          <p:nvGrpSpPr>
            <p:cNvPr id="38" name="Graphic 1">
              <a:extLst>
                <a:ext uri="{FF2B5EF4-FFF2-40B4-BE49-F238E27FC236}">
                  <a16:creationId xmlns:a16="http://schemas.microsoft.com/office/drawing/2014/main" id="{BC070748-6768-4FC2-A431-E43A99B45D24}"/>
                </a:ext>
              </a:extLst>
            </p:cNvPr>
            <p:cNvGrpSpPr/>
            <p:nvPr/>
          </p:nvGrpSpPr>
          <p:grpSpPr>
            <a:xfrm>
              <a:off x="6600946" y="859776"/>
              <a:ext cx="5148588" cy="5138447"/>
              <a:chOff x="5179859" y="2459480"/>
              <a:chExt cx="2077534" cy="2073148"/>
            </a:xfrm>
            <a:gradFill>
              <a:gsLst>
                <a:gs pos="100000">
                  <a:schemeClr val="tx2"/>
                </a:gs>
                <a:gs pos="23000">
                  <a:schemeClr val="accent5"/>
                </a:gs>
              </a:gsLst>
              <a:lin ang="10800000" scaled="1"/>
            </a:gradFill>
          </p:grpSpPr>
          <p:sp>
            <p:nvSpPr>
              <p:cNvPr id="48" name="Freeform: Shape 47">
                <a:extLst>
                  <a:ext uri="{FF2B5EF4-FFF2-40B4-BE49-F238E27FC236}">
                    <a16:creationId xmlns:a16="http://schemas.microsoft.com/office/drawing/2014/main" id="{04C016FB-6079-433E-86F5-11870BD5A617}"/>
                  </a:ext>
                </a:extLst>
              </p:cNvPr>
              <p:cNvSpPr/>
              <p:nvPr/>
            </p:nvSpPr>
            <p:spPr>
              <a:xfrm>
                <a:off x="5496685" y="2820334"/>
                <a:ext cx="1592644" cy="1616092"/>
              </a:xfrm>
              <a:custGeom>
                <a:avLst/>
                <a:gdLst>
                  <a:gd name="connsiteX0" fmla="*/ 1132079 w 1592644"/>
                  <a:gd name="connsiteY0" fmla="*/ 1616093 h 1616092"/>
                  <a:gd name="connsiteX1" fmla="*/ 1023494 w 1592644"/>
                  <a:gd name="connsiteY1" fmla="*/ 1573230 h 1616092"/>
                  <a:gd name="connsiteX2" fmla="*/ 50991 w 1592644"/>
                  <a:gd name="connsiteY2" fmla="*/ 665498 h 1616092"/>
                  <a:gd name="connsiteX3" fmla="*/ 4319 w 1592644"/>
                  <a:gd name="connsiteY3" fmla="*/ 513098 h 1616092"/>
                  <a:gd name="connsiteX4" fmla="*/ 112904 w 1592644"/>
                  <a:gd name="connsiteY4" fmla="*/ 395940 h 1616092"/>
                  <a:gd name="connsiteX5" fmla="*/ 1385444 w 1592644"/>
                  <a:gd name="connsiteY5" fmla="*/ 7320 h 1616092"/>
                  <a:gd name="connsiteX6" fmla="*/ 1541654 w 1592644"/>
                  <a:gd name="connsiteY6" fmla="*/ 43515 h 1616092"/>
                  <a:gd name="connsiteX7" fmla="*/ 1588326 w 1592644"/>
                  <a:gd name="connsiteY7" fmla="*/ 195915 h 1616092"/>
                  <a:gd name="connsiteX8" fmla="*/ 1289241 w 1592644"/>
                  <a:gd name="connsiteY8" fmla="*/ 1492268 h 1616092"/>
                  <a:gd name="connsiteX9" fmla="*/ 1180656 w 1592644"/>
                  <a:gd name="connsiteY9" fmla="*/ 1609425 h 1616092"/>
                  <a:gd name="connsiteX10" fmla="*/ 1132079 w 1592644"/>
                  <a:gd name="connsiteY10" fmla="*/ 1616093 h 1616092"/>
                  <a:gd name="connsiteX11" fmla="*/ 54801 w 1592644"/>
                  <a:gd name="connsiteY11" fmla="*/ 661688 h 1616092"/>
                  <a:gd name="connsiteX12" fmla="*/ 1028256 w 1592644"/>
                  <a:gd name="connsiteY12" fmla="*/ 1569420 h 1616092"/>
                  <a:gd name="connsiteX13" fmla="*/ 1178751 w 1592644"/>
                  <a:gd name="connsiteY13" fmla="*/ 1603710 h 1616092"/>
                  <a:gd name="connsiteX14" fmla="*/ 1284479 w 1592644"/>
                  <a:gd name="connsiteY14" fmla="*/ 1490363 h 1616092"/>
                  <a:gd name="connsiteX15" fmla="*/ 1583564 w 1592644"/>
                  <a:gd name="connsiteY15" fmla="*/ 194010 h 1616092"/>
                  <a:gd name="connsiteX16" fmla="*/ 1538796 w 1592644"/>
                  <a:gd name="connsiteY16" fmla="*/ 46373 h 1616092"/>
                  <a:gd name="connsiteX17" fmla="*/ 1388301 w 1592644"/>
                  <a:gd name="connsiteY17" fmla="*/ 12083 h 1616092"/>
                  <a:gd name="connsiteX18" fmla="*/ 114809 w 1592644"/>
                  <a:gd name="connsiteY18" fmla="*/ 401655 h 1616092"/>
                  <a:gd name="connsiteX19" fmla="*/ 9081 w 1592644"/>
                  <a:gd name="connsiteY19" fmla="*/ 515003 h 1616092"/>
                  <a:gd name="connsiteX20" fmla="*/ 54801 w 1592644"/>
                  <a:gd name="connsiteY20" fmla="*/ 661688 h 1616092"/>
                  <a:gd name="connsiteX21" fmla="*/ 54801 w 1592644"/>
                  <a:gd name="connsiteY21" fmla="*/ 661688 h 1616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92644" h="1616092">
                    <a:moveTo>
                      <a:pt x="1132079" y="1616093"/>
                    </a:moveTo>
                    <a:cubicBezTo>
                      <a:pt x="1092074" y="1616093"/>
                      <a:pt x="1053974" y="1600853"/>
                      <a:pt x="1023494" y="1573230"/>
                    </a:cubicBezTo>
                    <a:lnTo>
                      <a:pt x="50991" y="665498"/>
                    </a:lnTo>
                    <a:cubicBezTo>
                      <a:pt x="9081" y="626445"/>
                      <a:pt x="-9016" y="569295"/>
                      <a:pt x="4319" y="513098"/>
                    </a:cubicBezTo>
                    <a:cubicBezTo>
                      <a:pt x="17654" y="456900"/>
                      <a:pt x="57659" y="413085"/>
                      <a:pt x="112904" y="395940"/>
                    </a:cubicBezTo>
                    <a:lnTo>
                      <a:pt x="1385444" y="7320"/>
                    </a:lnTo>
                    <a:cubicBezTo>
                      <a:pt x="1440689" y="-9825"/>
                      <a:pt x="1498791" y="3510"/>
                      <a:pt x="1541654" y="43515"/>
                    </a:cubicBezTo>
                    <a:cubicBezTo>
                      <a:pt x="1583564" y="82568"/>
                      <a:pt x="1601661" y="139718"/>
                      <a:pt x="1588326" y="195915"/>
                    </a:cubicBezTo>
                    <a:lnTo>
                      <a:pt x="1289241" y="1492268"/>
                    </a:lnTo>
                    <a:cubicBezTo>
                      <a:pt x="1275906" y="1548465"/>
                      <a:pt x="1235901" y="1592280"/>
                      <a:pt x="1180656" y="1609425"/>
                    </a:cubicBezTo>
                    <a:cubicBezTo>
                      <a:pt x="1163511" y="1614188"/>
                      <a:pt x="1148271" y="1616093"/>
                      <a:pt x="1132079" y="1616093"/>
                    </a:cubicBezTo>
                    <a:close/>
                    <a:moveTo>
                      <a:pt x="54801" y="661688"/>
                    </a:moveTo>
                    <a:lnTo>
                      <a:pt x="1028256" y="1569420"/>
                    </a:lnTo>
                    <a:cubicBezTo>
                      <a:pt x="1069214" y="1607520"/>
                      <a:pt x="1125411" y="1620855"/>
                      <a:pt x="1178751" y="1603710"/>
                    </a:cubicBezTo>
                    <a:cubicBezTo>
                      <a:pt x="1232091" y="1587518"/>
                      <a:pt x="1271144" y="1545608"/>
                      <a:pt x="1284479" y="1490363"/>
                    </a:cubicBezTo>
                    <a:lnTo>
                      <a:pt x="1583564" y="194010"/>
                    </a:lnTo>
                    <a:cubicBezTo>
                      <a:pt x="1595946" y="139718"/>
                      <a:pt x="1578801" y="84473"/>
                      <a:pt x="1538796" y="46373"/>
                    </a:cubicBezTo>
                    <a:cubicBezTo>
                      <a:pt x="1497839" y="8273"/>
                      <a:pt x="1441641" y="-5062"/>
                      <a:pt x="1388301" y="12083"/>
                    </a:cubicBezTo>
                    <a:lnTo>
                      <a:pt x="114809" y="401655"/>
                    </a:lnTo>
                    <a:cubicBezTo>
                      <a:pt x="61469" y="417848"/>
                      <a:pt x="22416" y="459758"/>
                      <a:pt x="9081" y="515003"/>
                    </a:cubicBezTo>
                    <a:cubicBezTo>
                      <a:pt x="-3301" y="568343"/>
                      <a:pt x="13844" y="623588"/>
                      <a:pt x="54801" y="661688"/>
                    </a:cubicBezTo>
                    <a:lnTo>
                      <a:pt x="54801" y="661688"/>
                    </a:lnTo>
                    <a:close/>
                  </a:path>
                </a:pathLst>
              </a:custGeom>
              <a:grpFill/>
              <a:ln w="9525" cap="flat">
                <a:noFill/>
                <a:prstDash val="solid"/>
                <a:miter/>
              </a:ln>
            </p:spPr>
            <p:txBody>
              <a:bodyPr rtlCol="0" anchor="ctr"/>
              <a:lstStyle/>
              <a:p>
                <a:endParaRPr lang="en-US" sz="1730" dirty="0"/>
              </a:p>
            </p:txBody>
          </p:sp>
          <p:sp>
            <p:nvSpPr>
              <p:cNvPr id="49" name="Freeform: Shape 48">
                <a:extLst>
                  <a:ext uri="{FF2B5EF4-FFF2-40B4-BE49-F238E27FC236}">
                    <a16:creationId xmlns:a16="http://schemas.microsoft.com/office/drawing/2014/main" id="{54102133-5E8C-4CB3-AC62-D09FC824D203}"/>
                  </a:ext>
                </a:extLst>
              </p:cNvPr>
              <p:cNvSpPr/>
              <p:nvPr/>
            </p:nvSpPr>
            <p:spPr>
              <a:xfrm>
                <a:off x="5569965" y="3033304"/>
                <a:ext cx="1648967" cy="1494562"/>
              </a:xfrm>
              <a:custGeom>
                <a:avLst/>
                <a:gdLst>
                  <a:gd name="connsiteX0" fmla="*/ 784479 w 1648967"/>
                  <a:gd name="connsiteY0" fmla="*/ 1494562 h 1494562"/>
                  <a:gd name="connsiteX1" fmla="*/ 778764 w 1648967"/>
                  <a:gd name="connsiteY1" fmla="*/ 1494562 h 1494562"/>
                  <a:gd name="connsiteX2" fmla="*/ 643509 w 1648967"/>
                  <a:gd name="connsiteY2" fmla="*/ 1409790 h 1494562"/>
                  <a:gd name="connsiteX3" fmla="*/ 18669 w 1648967"/>
                  <a:gd name="connsiteY3" fmla="*/ 235357 h 1494562"/>
                  <a:gd name="connsiteX4" fmla="*/ 18669 w 1648967"/>
                  <a:gd name="connsiteY4" fmla="*/ 235357 h 1494562"/>
                  <a:gd name="connsiteX5" fmla="*/ 24384 w 1648967"/>
                  <a:gd name="connsiteY5" fmla="*/ 75337 h 1494562"/>
                  <a:gd name="connsiteX6" fmla="*/ 165354 w 1648967"/>
                  <a:gd name="connsiteY6" fmla="*/ 90 h 1494562"/>
                  <a:gd name="connsiteX7" fmla="*/ 1495044 w 1648967"/>
                  <a:gd name="connsiteY7" fmla="*/ 46762 h 1494562"/>
                  <a:gd name="connsiteX8" fmla="*/ 1630299 w 1648967"/>
                  <a:gd name="connsiteY8" fmla="*/ 131535 h 1494562"/>
                  <a:gd name="connsiteX9" fmla="*/ 1624584 w 1648967"/>
                  <a:gd name="connsiteY9" fmla="*/ 291555 h 1494562"/>
                  <a:gd name="connsiteX10" fmla="*/ 919734 w 1648967"/>
                  <a:gd name="connsiteY10" fmla="*/ 1419315 h 1494562"/>
                  <a:gd name="connsiteX11" fmla="*/ 784479 w 1648967"/>
                  <a:gd name="connsiteY11" fmla="*/ 1494562 h 1494562"/>
                  <a:gd name="connsiteX12" fmla="*/ 158686 w 1648967"/>
                  <a:gd name="connsiteY12" fmla="*/ 5805 h 1494562"/>
                  <a:gd name="connsiteX13" fmla="*/ 28194 w 1648967"/>
                  <a:gd name="connsiteY13" fmla="*/ 78195 h 1494562"/>
                  <a:gd name="connsiteX14" fmla="*/ 22479 w 1648967"/>
                  <a:gd name="connsiteY14" fmla="*/ 232500 h 1494562"/>
                  <a:gd name="connsiteX15" fmla="*/ 22479 w 1648967"/>
                  <a:gd name="connsiteY15" fmla="*/ 232500 h 1494562"/>
                  <a:gd name="connsiteX16" fmla="*/ 647319 w 1648967"/>
                  <a:gd name="connsiteY16" fmla="*/ 1406932 h 1494562"/>
                  <a:gd name="connsiteX17" fmla="*/ 777812 w 1648967"/>
                  <a:gd name="connsiteY17" fmla="*/ 1488847 h 1494562"/>
                  <a:gd name="connsiteX18" fmla="*/ 914019 w 1648967"/>
                  <a:gd name="connsiteY18" fmla="*/ 1416457 h 1494562"/>
                  <a:gd name="connsiteX19" fmla="*/ 1618869 w 1648967"/>
                  <a:gd name="connsiteY19" fmla="*/ 288697 h 1494562"/>
                  <a:gd name="connsiteX20" fmla="*/ 1624584 w 1648967"/>
                  <a:gd name="connsiteY20" fmla="*/ 134392 h 1494562"/>
                  <a:gd name="connsiteX21" fmla="*/ 1494092 w 1648967"/>
                  <a:gd name="connsiteY21" fmla="*/ 52477 h 1494562"/>
                  <a:gd name="connsiteX22" fmla="*/ 164402 w 1648967"/>
                  <a:gd name="connsiteY22" fmla="*/ 5805 h 1494562"/>
                  <a:gd name="connsiteX23" fmla="*/ 158686 w 1648967"/>
                  <a:gd name="connsiteY23" fmla="*/ 5805 h 14945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48967" h="1494562">
                    <a:moveTo>
                      <a:pt x="784479" y="1494562"/>
                    </a:moveTo>
                    <a:cubicBezTo>
                      <a:pt x="782574" y="1494562"/>
                      <a:pt x="780669" y="1494562"/>
                      <a:pt x="778764" y="1494562"/>
                    </a:cubicBezTo>
                    <a:cubicBezTo>
                      <a:pt x="720662" y="1492657"/>
                      <a:pt x="670179" y="1461225"/>
                      <a:pt x="643509" y="1409790"/>
                    </a:cubicBezTo>
                    <a:lnTo>
                      <a:pt x="18669" y="235357"/>
                    </a:lnTo>
                    <a:lnTo>
                      <a:pt x="18669" y="235357"/>
                    </a:lnTo>
                    <a:cubicBezTo>
                      <a:pt x="-8001" y="183922"/>
                      <a:pt x="-6096" y="124867"/>
                      <a:pt x="24384" y="75337"/>
                    </a:cubicBezTo>
                    <a:cubicBezTo>
                      <a:pt x="54864" y="26760"/>
                      <a:pt x="107252" y="-1815"/>
                      <a:pt x="165354" y="90"/>
                    </a:cubicBezTo>
                    <a:lnTo>
                      <a:pt x="1495044" y="46762"/>
                    </a:lnTo>
                    <a:cubicBezTo>
                      <a:pt x="1553147" y="48667"/>
                      <a:pt x="1603629" y="80100"/>
                      <a:pt x="1630299" y="131535"/>
                    </a:cubicBezTo>
                    <a:cubicBezTo>
                      <a:pt x="1656969" y="182970"/>
                      <a:pt x="1655064" y="242025"/>
                      <a:pt x="1624584" y="291555"/>
                    </a:cubicBezTo>
                    <a:lnTo>
                      <a:pt x="919734" y="1419315"/>
                    </a:lnTo>
                    <a:cubicBezTo>
                      <a:pt x="890206" y="1466940"/>
                      <a:pt x="839724" y="1494562"/>
                      <a:pt x="784479" y="1494562"/>
                    </a:cubicBezTo>
                    <a:close/>
                    <a:moveTo>
                      <a:pt x="158686" y="5805"/>
                    </a:moveTo>
                    <a:cubicBezTo>
                      <a:pt x="105347" y="5805"/>
                      <a:pt x="56769" y="32475"/>
                      <a:pt x="28194" y="78195"/>
                    </a:cubicBezTo>
                    <a:cubicBezTo>
                      <a:pt x="-1334" y="125820"/>
                      <a:pt x="-3239" y="182970"/>
                      <a:pt x="22479" y="232500"/>
                    </a:cubicBezTo>
                    <a:lnTo>
                      <a:pt x="22479" y="232500"/>
                    </a:lnTo>
                    <a:lnTo>
                      <a:pt x="647319" y="1406932"/>
                    </a:lnTo>
                    <a:cubicBezTo>
                      <a:pt x="673989" y="1456462"/>
                      <a:pt x="722567" y="1486942"/>
                      <a:pt x="777812" y="1488847"/>
                    </a:cubicBezTo>
                    <a:cubicBezTo>
                      <a:pt x="834009" y="1490752"/>
                      <a:pt x="884492" y="1464082"/>
                      <a:pt x="914019" y="1416457"/>
                    </a:cubicBezTo>
                    <a:lnTo>
                      <a:pt x="1618869" y="288697"/>
                    </a:lnTo>
                    <a:cubicBezTo>
                      <a:pt x="1648397" y="241072"/>
                      <a:pt x="1650302" y="183922"/>
                      <a:pt x="1624584" y="134392"/>
                    </a:cubicBezTo>
                    <a:cubicBezTo>
                      <a:pt x="1597914" y="84862"/>
                      <a:pt x="1549337" y="54382"/>
                      <a:pt x="1494092" y="52477"/>
                    </a:cubicBezTo>
                    <a:lnTo>
                      <a:pt x="164402" y="5805"/>
                    </a:lnTo>
                    <a:cubicBezTo>
                      <a:pt x="162497" y="5805"/>
                      <a:pt x="160592" y="5805"/>
                      <a:pt x="158686" y="5805"/>
                    </a:cubicBezTo>
                    <a:close/>
                  </a:path>
                </a:pathLst>
              </a:custGeom>
              <a:grpFill/>
              <a:ln w="9525" cap="flat">
                <a:noFill/>
                <a:prstDash val="solid"/>
                <a:miter/>
              </a:ln>
            </p:spPr>
            <p:txBody>
              <a:bodyPr rtlCol="0" anchor="ctr"/>
              <a:lstStyle/>
              <a:p>
                <a:endParaRPr lang="en-US" sz="1730" dirty="0"/>
              </a:p>
            </p:txBody>
          </p:sp>
          <p:sp>
            <p:nvSpPr>
              <p:cNvPr id="50" name="Freeform: Shape 49">
                <a:extLst>
                  <a:ext uri="{FF2B5EF4-FFF2-40B4-BE49-F238E27FC236}">
                    <a16:creationId xmlns:a16="http://schemas.microsoft.com/office/drawing/2014/main" id="{0BCE9930-CFBB-4646-901A-120648FA1B9E}"/>
                  </a:ext>
                </a:extLst>
              </p:cNvPr>
              <p:cNvSpPr/>
              <p:nvPr/>
            </p:nvSpPr>
            <p:spPr>
              <a:xfrm>
                <a:off x="5695335" y="2890984"/>
                <a:ext cx="1562058" cy="1634024"/>
              </a:xfrm>
              <a:custGeom>
                <a:avLst/>
                <a:gdLst>
                  <a:gd name="connsiteX0" fmla="*/ 368597 w 1562058"/>
                  <a:gd name="connsiteY0" fmla="*/ 1634025 h 1634024"/>
                  <a:gd name="connsiteX1" fmla="*/ 310494 w 1562058"/>
                  <a:gd name="connsiteY1" fmla="*/ 1623547 h 1634024"/>
                  <a:gd name="connsiteX2" fmla="*/ 209529 w 1562058"/>
                  <a:gd name="connsiteY2" fmla="*/ 1499722 h 1634024"/>
                  <a:gd name="connsiteX3" fmla="*/ 1884 w 1562058"/>
                  <a:gd name="connsiteY3" fmla="*/ 185272 h 1634024"/>
                  <a:gd name="connsiteX4" fmla="*/ 59034 w 1562058"/>
                  <a:gd name="connsiteY4" fmla="*/ 35730 h 1634024"/>
                  <a:gd name="connsiteX5" fmla="*/ 217149 w 1562058"/>
                  <a:gd name="connsiteY5" fmla="*/ 10965 h 1634024"/>
                  <a:gd name="connsiteX6" fmla="*/ 1459210 w 1562058"/>
                  <a:gd name="connsiteY6" fmla="*/ 488167 h 1634024"/>
                  <a:gd name="connsiteX7" fmla="*/ 1560174 w 1562058"/>
                  <a:gd name="connsiteY7" fmla="*/ 611992 h 1634024"/>
                  <a:gd name="connsiteX8" fmla="*/ 1503024 w 1562058"/>
                  <a:gd name="connsiteY8" fmla="*/ 761535 h 1634024"/>
                  <a:gd name="connsiteX9" fmla="*/ 469562 w 1562058"/>
                  <a:gd name="connsiteY9" fmla="*/ 1598782 h 1634024"/>
                  <a:gd name="connsiteX10" fmla="*/ 368597 w 1562058"/>
                  <a:gd name="connsiteY10" fmla="*/ 1634025 h 1634024"/>
                  <a:gd name="connsiteX11" fmla="*/ 159047 w 1562058"/>
                  <a:gd name="connsiteY11" fmla="*/ 5250 h 1634024"/>
                  <a:gd name="connsiteX12" fmla="*/ 62844 w 1562058"/>
                  <a:gd name="connsiteY12" fmla="*/ 39540 h 1634024"/>
                  <a:gd name="connsiteX13" fmla="*/ 7599 w 1562058"/>
                  <a:gd name="connsiteY13" fmla="*/ 183367 h 1634024"/>
                  <a:gd name="connsiteX14" fmla="*/ 215244 w 1562058"/>
                  <a:gd name="connsiteY14" fmla="*/ 1497818 h 1634024"/>
                  <a:gd name="connsiteX15" fmla="*/ 312399 w 1562058"/>
                  <a:gd name="connsiteY15" fmla="*/ 1617832 h 1634024"/>
                  <a:gd name="connsiteX16" fmla="*/ 464799 w 1562058"/>
                  <a:gd name="connsiteY16" fmla="*/ 1594020 h 1634024"/>
                  <a:gd name="connsiteX17" fmla="*/ 1498262 w 1562058"/>
                  <a:gd name="connsiteY17" fmla="*/ 756772 h 1634024"/>
                  <a:gd name="connsiteX18" fmla="*/ 1553507 w 1562058"/>
                  <a:gd name="connsiteY18" fmla="*/ 612945 h 1634024"/>
                  <a:gd name="connsiteX19" fmla="*/ 1456352 w 1562058"/>
                  <a:gd name="connsiteY19" fmla="*/ 492930 h 1634024"/>
                  <a:gd name="connsiteX20" fmla="*/ 215244 w 1562058"/>
                  <a:gd name="connsiteY20" fmla="*/ 15727 h 1634024"/>
                  <a:gd name="connsiteX21" fmla="*/ 159047 w 1562058"/>
                  <a:gd name="connsiteY21" fmla="*/ 5250 h 16340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62058" h="1634024">
                    <a:moveTo>
                      <a:pt x="368597" y="1634025"/>
                    </a:moveTo>
                    <a:cubicBezTo>
                      <a:pt x="349547" y="1634025"/>
                      <a:pt x="329544" y="1630215"/>
                      <a:pt x="310494" y="1623547"/>
                    </a:cubicBezTo>
                    <a:cubicBezTo>
                      <a:pt x="256202" y="1602593"/>
                      <a:pt x="219054" y="1556872"/>
                      <a:pt x="209529" y="1499722"/>
                    </a:cubicBezTo>
                    <a:lnTo>
                      <a:pt x="1884" y="185272"/>
                    </a:lnTo>
                    <a:cubicBezTo>
                      <a:pt x="-6688" y="128122"/>
                      <a:pt x="14267" y="72877"/>
                      <a:pt x="59034" y="35730"/>
                    </a:cubicBezTo>
                    <a:cubicBezTo>
                      <a:pt x="103802" y="-465"/>
                      <a:pt x="162857" y="-9990"/>
                      <a:pt x="217149" y="10965"/>
                    </a:cubicBezTo>
                    <a:lnTo>
                      <a:pt x="1459210" y="488167"/>
                    </a:lnTo>
                    <a:cubicBezTo>
                      <a:pt x="1513502" y="509122"/>
                      <a:pt x="1550649" y="554842"/>
                      <a:pt x="1560174" y="611992"/>
                    </a:cubicBezTo>
                    <a:cubicBezTo>
                      <a:pt x="1568747" y="669142"/>
                      <a:pt x="1547792" y="724387"/>
                      <a:pt x="1503024" y="761535"/>
                    </a:cubicBezTo>
                    <a:lnTo>
                      <a:pt x="469562" y="1598782"/>
                    </a:lnTo>
                    <a:cubicBezTo>
                      <a:pt x="439082" y="1621643"/>
                      <a:pt x="404792" y="1634025"/>
                      <a:pt x="368597" y="1634025"/>
                    </a:cubicBezTo>
                    <a:close/>
                    <a:moveTo>
                      <a:pt x="159047" y="5250"/>
                    </a:moveTo>
                    <a:cubicBezTo>
                      <a:pt x="124757" y="5250"/>
                      <a:pt x="90467" y="16680"/>
                      <a:pt x="62844" y="39540"/>
                    </a:cubicBezTo>
                    <a:cubicBezTo>
                      <a:pt x="19029" y="74782"/>
                      <a:pt x="-973" y="128122"/>
                      <a:pt x="7599" y="183367"/>
                    </a:cubicBezTo>
                    <a:lnTo>
                      <a:pt x="215244" y="1497818"/>
                    </a:lnTo>
                    <a:cubicBezTo>
                      <a:pt x="223817" y="1553062"/>
                      <a:pt x="260012" y="1597830"/>
                      <a:pt x="312399" y="1617832"/>
                    </a:cubicBezTo>
                    <a:cubicBezTo>
                      <a:pt x="364787" y="1637835"/>
                      <a:pt x="421937" y="1629262"/>
                      <a:pt x="464799" y="1594020"/>
                    </a:cubicBezTo>
                    <a:lnTo>
                      <a:pt x="1498262" y="756772"/>
                    </a:lnTo>
                    <a:cubicBezTo>
                      <a:pt x="1542077" y="721530"/>
                      <a:pt x="1562080" y="668190"/>
                      <a:pt x="1553507" y="612945"/>
                    </a:cubicBezTo>
                    <a:cubicBezTo>
                      <a:pt x="1544935" y="557700"/>
                      <a:pt x="1508740" y="512932"/>
                      <a:pt x="1456352" y="492930"/>
                    </a:cubicBezTo>
                    <a:lnTo>
                      <a:pt x="215244" y="15727"/>
                    </a:lnTo>
                    <a:cubicBezTo>
                      <a:pt x="197147" y="9060"/>
                      <a:pt x="178097" y="5250"/>
                      <a:pt x="159047" y="5250"/>
                    </a:cubicBezTo>
                    <a:close/>
                  </a:path>
                </a:pathLst>
              </a:custGeom>
              <a:grpFill/>
              <a:ln w="9525" cap="flat">
                <a:noFill/>
                <a:prstDash val="solid"/>
                <a:miter/>
              </a:ln>
            </p:spPr>
            <p:txBody>
              <a:bodyPr rtlCol="0" anchor="ctr"/>
              <a:lstStyle/>
              <a:p>
                <a:endParaRPr lang="en-US" sz="1730" dirty="0"/>
              </a:p>
            </p:txBody>
          </p:sp>
          <p:sp>
            <p:nvSpPr>
              <p:cNvPr id="51" name="Freeform: Shape 50">
                <a:extLst>
                  <a:ext uri="{FF2B5EF4-FFF2-40B4-BE49-F238E27FC236}">
                    <a16:creationId xmlns:a16="http://schemas.microsoft.com/office/drawing/2014/main" id="{8C60FDBA-7C23-4806-88B5-29E31C6583DC}"/>
                  </a:ext>
                </a:extLst>
              </p:cNvPr>
              <p:cNvSpPr/>
              <p:nvPr/>
            </p:nvSpPr>
            <p:spPr>
              <a:xfrm>
                <a:off x="5630741" y="2796715"/>
                <a:ext cx="1568373" cy="1631138"/>
              </a:xfrm>
              <a:custGeom>
                <a:avLst/>
                <a:gdLst>
                  <a:gd name="connsiteX0" fmla="*/ 158870 w 1568373"/>
                  <a:gd name="connsiteY0" fmla="*/ 1631139 h 1631138"/>
                  <a:gd name="connsiteX1" fmla="*/ 56953 w 1568373"/>
                  <a:gd name="connsiteY1" fmla="*/ 1593991 h 1631138"/>
                  <a:gd name="connsiteX2" fmla="*/ 2660 w 1568373"/>
                  <a:gd name="connsiteY2" fmla="*/ 1443496 h 1631138"/>
                  <a:gd name="connsiteX3" fmla="*/ 232213 w 1568373"/>
                  <a:gd name="connsiteY3" fmla="*/ 132856 h 1631138"/>
                  <a:gd name="connsiteX4" fmla="*/ 335083 w 1568373"/>
                  <a:gd name="connsiteY4" fmla="*/ 9984 h 1631138"/>
                  <a:gd name="connsiteX5" fmla="*/ 492246 w 1568373"/>
                  <a:gd name="connsiteY5" fmla="*/ 37606 h 1631138"/>
                  <a:gd name="connsiteX6" fmla="*/ 1511421 w 1568373"/>
                  <a:gd name="connsiteY6" fmla="*/ 892951 h 1631138"/>
                  <a:gd name="connsiteX7" fmla="*/ 1565713 w 1568373"/>
                  <a:gd name="connsiteY7" fmla="*/ 1043446 h 1631138"/>
                  <a:gd name="connsiteX8" fmla="*/ 1462843 w 1568373"/>
                  <a:gd name="connsiteY8" fmla="*/ 1166319 h 1631138"/>
                  <a:gd name="connsiteX9" fmla="*/ 214116 w 1568373"/>
                  <a:gd name="connsiteY9" fmla="*/ 1620662 h 1631138"/>
                  <a:gd name="connsiteX10" fmla="*/ 158870 w 1568373"/>
                  <a:gd name="connsiteY10" fmla="*/ 1631139 h 1631138"/>
                  <a:gd name="connsiteX11" fmla="*/ 390328 w 1568373"/>
                  <a:gd name="connsiteY11" fmla="*/ 6174 h 1631138"/>
                  <a:gd name="connsiteX12" fmla="*/ 336988 w 1568373"/>
                  <a:gd name="connsiteY12" fmla="*/ 15699 h 1631138"/>
                  <a:gd name="connsiteX13" fmla="*/ 237928 w 1568373"/>
                  <a:gd name="connsiteY13" fmla="*/ 133809 h 1631138"/>
                  <a:gd name="connsiteX14" fmla="*/ 7423 w 1568373"/>
                  <a:gd name="connsiteY14" fmla="*/ 1444449 h 1631138"/>
                  <a:gd name="connsiteX15" fmla="*/ 59810 w 1568373"/>
                  <a:gd name="connsiteY15" fmla="*/ 1589229 h 1631138"/>
                  <a:gd name="connsiteX16" fmla="*/ 212210 w 1568373"/>
                  <a:gd name="connsiteY16" fmla="*/ 1615899 h 1631138"/>
                  <a:gd name="connsiteX17" fmla="*/ 1461891 w 1568373"/>
                  <a:gd name="connsiteY17" fmla="*/ 1160604 h 1631138"/>
                  <a:gd name="connsiteX18" fmla="*/ 1560951 w 1568373"/>
                  <a:gd name="connsiteY18" fmla="*/ 1042494 h 1631138"/>
                  <a:gd name="connsiteX19" fmla="*/ 1508563 w 1568373"/>
                  <a:gd name="connsiteY19" fmla="*/ 897714 h 1631138"/>
                  <a:gd name="connsiteX20" fmla="*/ 489388 w 1568373"/>
                  <a:gd name="connsiteY20" fmla="*/ 42369 h 1631138"/>
                  <a:gd name="connsiteX21" fmla="*/ 390328 w 1568373"/>
                  <a:gd name="connsiteY21" fmla="*/ 6174 h 1631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68373" h="1631138">
                    <a:moveTo>
                      <a:pt x="158870" y="1631139"/>
                    </a:moveTo>
                    <a:cubicBezTo>
                      <a:pt x="121723" y="1631139"/>
                      <a:pt x="86481" y="1617804"/>
                      <a:pt x="56953" y="1593991"/>
                    </a:cubicBezTo>
                    <a:cubicBezTo>
                      <a:pt x="13138" y="1556844"/>
                      <a:pt x="-7817" y="1500646"/>
                      <a:pt x="2660" y="1443496"/>
                    </a:cubicBezTo>
                    <a:lnTo>
                      <a:pt x="232213" y="132856"/>
                    </a:lnTo>
                    <a:cubicBezTo>
                      <a:pt x="242691" y="75706"/>
                      <a:pt x="280791" y="29986"/>
                      <a:pt x="335083" y="9984"/>
                    </a:cubicBezTo>
                    <a:cubicBezTo>
                      <a:pt x="389375" y="-10019"/>
                      <a:pt x="448431" y="459"/>
                      <a:pt x="492246" y="37606"/>
                    </a:cubicBezTo>
                    <a:lnTo>
                      <a:pt x="1511421" y="892951"/>
                    </a:lnTo>
                    <a:cubicBezTo>
                      <a:pt x="1555236" y="930099"/>
                      <a:pt x="1576191" y="986296"/>
                      <a:pt x="1565713" y="1043446"/>
                    </a:cubicBezTo>
                    <a:cubicBezTo>
                      <a:pt x="1555236" y="1100596"/>
                      <a:pt x="1517136" y="1146316"/>
                      <a:pt x="1462843" y="1166319"/>
                    </a:cubicBezTo>
                    <a:lnTo>
                      <a:pt x="214116" y="1620662"/>
                    </a:lnTo>
                    <a:cubicBezTo>
                      <a:pt x="196018" y="1627329"/>
                      <a:pt x="176968" y="1631139"/>
                      <a:pt x="158870" y="1631139"/>
                    </a:cubicBezTo>
                    <a:close/>
                    <a:moveTo>
                      <a:pt x="390328" y="6174"/>
                    </a:moveTo>
                    <a:cubicBezTo>
                      <a:pt x="372231" y="6174"/>
                      <a:pt x="354133" y="9031"/>
                      <a:pt x="336988" y="15699"/>
                    </a:cubicBezTo>
                    <a:cubicBezTo>
                      <a:pt x="284600" y="34749"/>
                      <a:pt x="247453" y="78564"/>
                      <a:pt x="237928" y="133809"/>
                    </a:cubicBezTo>
                    <a:lnTo>
                      <a:pt x="7423" y="1444449"/>
                    </a:lnTo>
                    <a:cubicBezTo>
                      <a:pt x="-2102" y="1499694"/>
                      <a:pt x="17900" y="1553987"/>
                      <a:pt x="59810" y="1589229"/>
                    </a:cubicBezTo>
                    <a:cubicBezTo>
                      <a:pt x="102673" y="1625424"/>
                      <a:pt x="159823" y="1634949"/>
                      <a:pt x="212210" y="1615899"/>
                    </a:cubicBezTo>
                    <a:lnTo>
                      <a:pt x="1461891" y="1160604"/>
                    </a:lnTo>
                    <a:cubicBezTo>
                      <a:pt x="1514278" y="1141554"/>
                      <a:pt x="1551426" y="1097739"/>
                      <a:pt x="1560951" y="1042494"/>
                    </a:cubicBezTo>
                    <a:cubicBezTo>
                      <a:pt x="1570476" y="987249"/>
                      <a:pt x="1550473" y="932956"/>
                      <a:pt x="1508563" y="897714"/>
                    </a:cubicBezTo>
                    <a:lnTo>
                      <a:pt x="489388" y="42369"/>
                    </a:lnTo>
                    <a:cubicBezTo>
                      <a:pt x="460813" y="18556"/>
                      <a:pt x="426523" y="6174"/>
                      <a:pt x="390328" y="6174"/>
                    </a:cubicBezTo>
                    <a:close/>
                  </a:path>
                </a:pathLst>
              </a:custGeom>
              <a:grpFill/>
              <a:ln w="9525" cap="flat">
                <a:noFill/>
                <a:prstDash val="solid"/>
                <a:miter/>
              </a:ln>
            </p:spPr>
            <p:txBody>
              <a:bodyPr rtlCol="0" anchor="ctr"/>
              <a:lstStyle/>
              <a:p>
                <a:endParaRPr lang="en-US" sz="1730" dirty="0"/>
              </a:p>
            </p:txBody>
          </p:sp>
          <p:sp>
            <p:nvSpPr>
              <p:cNvPr id="52" name="Freeform: Shape 51">
                <a:extLst>
                  <a:ext uri="{FF2B5EF4-FFF2-40B4-BE49-F238E27FC236}">
                    <a16:creationId xmlns:a16="http://schemas.microsoft.com/office/drawing/2014/main" id="{7DC83954-308D-4CAC-ADE0-92CE37FA6207}"/>
                  </a:ext>
                </a:extLst>
              </p:cNvPr>
              <p:cNvSpPr/>
              <p:nvPr/>
            </p:nvSpPr>
            <p:spPr>
              <a:xfrm>
                <a:off x="5402873" y="2763813"/>
                <a:ext cx="1649777" cy="1482113"/>
              </a:xfrm>
              <a:custGeom>
                <a:avLst/>
                <a:gdLst>
                  <a:gd name="connsiteX0" fmla="*/ 160044 w 1649777"/>
                  <a:gd name="connsiteY0" fmla="*/ 1482113 h 1482113"/>
                  <a:gd name="connsiteX1" fmla="*/ 22884 w 1649777"/>
                  <a:gd name="connsiteY1" fmla="*/ 1404961 h 1482113"/>
                  <a:gd name="connsiteX2" fmla="*/ 20026 w 1649777"/>
                  <a:gd name="connsiteY2" fmla="*/ 1244941 h 1482113"/>
                  <a:gd name="connsiteX3" fmla="*/ 664869 w 1649777"/>
                  <a:gd name="connsiteY3" fmla="*/ 81938 h 1482113"/>
                  <a:gd name="connsiteX4" fmla="*/ 667726 w 1649777"/>
                  <a:gd name="connsiteY4" fmla="*/ 82891 h 1482113"/>
                  <a:gd name="connsiteX5" fmla="*/ 664869 w 1649777"/>
                  <a:gd name="connsiteY5" fmla="*/ 81938 h 1482113"/>
                  <a:gd name="connsiteX6" fmla="*/ 802029 w 1649777"/>
                  <a:gd name="connsiteY6" fmla="*/ 23 h 1482113"/>
                  <a:gd name="connsiteX7" fmla="*/ 942046 w 1649777"/>
                  <a:gd name="connsiteY7" fmla="*/ 77176 h 1482113"/>
                  <a:gd name="connsiteX8" fmla="*/ 1626894 w 1649777"/>
                  <a:gd name="connsiteY8" fmla="*/ 1217318 h 1482113"/>
                  <a:gd name="connsiteX9" fmla="*/ 1629751 w 1649777"/>
                  <a:gd name="connsiteY9" fmla="*/ 1377338 h 1482113"/>
                  <a:gd name="connsiteX10" fmla="*/ 1492591 w 1649777"/>
                  <a:gd name="connsiteY10" fmla="*/ 1459253 h 1482113"/>
                  <a:gd name="connsiteX11" fmla="*/ 161949 w 1649777"/>
                  <a:gd name="connsiteY11" fmla="*/ 1482113 h 1482113"/>
                  <a:gd name="connsiteX12" fmla="*/ 160044 w 1649777"/>
                  <a:gd name="connsiteY12" fmla="*/ 1482113 h 1482113"/>
                  <a:gd name="connsiteX13" fmla="*/ 804886 w 1649777"/>
                  <a:gd name="connsiteY13" fmla="*/ 4786 h 1482113"/>
                  <a:gd name="connsiteX14" fmla="*/ 802029 w 1649777"/>
                  <a:gd name="connsiteY14" fmla="*/ 4786 h 1482113"/>
                  <a:gd name="connsiteX15" fmla="*/ 669631 w 1649777"/>
                  <a:gd name="connsiteY15" fmla="*/ 83843 h 1482113"/>
                  <a:gd name="connsiteX16" fmla="*/ 24789 w 1649777"/>
                  <a:gd name="connsiteY16" fmla="*/ 1247798 h 1482113"/>
                  <a:gd name="connsiteX17" fmla="*/ 27646 w 1649777"/>
                  <a:gd name="connsiteY17" fmla="*/ 1402103 h 1482113"/>
                  <a:gd name="connsiteX18" fmla="*/ 162901 w 1649777"/>
                  <a:gd name="connsiteY18" fmla="*/ 1477351 h 1482113"/>
                  <a:gd name="connsiteX19" fmla="*/ 1493544 w 1649777"/>
                  <a:gd name="connsiteY19" fmla="*/ 1454491 h 1482113"/>
                  <a:gd name="connsiteX20" fmla="*/ 1625941 w 1649777"/>
                  <a:gd name="connsiteY20" fmla="*/ 1375433 h 1482113"/>
                  <a:gd name="connsiteX21" fmla="*/ 1623084 w 1649777"/>
                  <a:gd name="connsiteY21" fmla="*/ 1221128 h 1482113"/>
                  <a:gd name="connsiteX22" fmla="*/ 937284 w 1649777"/>
                  <a:gd name="connsiteY22" fmla="*/ 79081 h 1482113"/>
                  <a:gd name="connsiteX23" fmla="*/ 804886 w 1649777"/>
                  <a:gd name="connsiteY23" fmla="*/ 4786 h 14821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49777" h="1482113">
                    <a:moveTo>
                      <a:pt x="160044" y="1482113"/>
                    </a:moveTo>
                    <a:cubicBezTo>
                      <a:pt x="103846" y="1482113"/>
                      <a:pt x="52411" y="1453538"/>
                      <a:pt x="22884" y="1404961"/>
                    </a:cubicBezTo>
                    <a:cubicBezTo>
                      <a:pt x="-6644" y="1355431"/>
                      <a:pt x="-7596" y="1295423"/>
                      <a:pt x="20026" y="1244941"/>
                    </a:cubicBezTo>
                    <a:lnTo>
                      <a:pt x="664869" y="81938"/>
                    </a:lnTo>
                    <a:lnTo>
                      <a:pt x="667726" y="82891"/>
                    </a:lnTo>
                    <a:lnTo>
                      <a:pt x="664869" y="81938"/>
                    </a:lnTo>
                    <a:cubicBezTo>
                      <a:pt x="692491" y="31456"/>
                      <a:pt x="743926" y="976"/>
                      <a:pt x="802029" y="23"/>
                    </a:cubicBezTo>
                    <a:cubicBezTo>
                      <a:pt x="859179" y="-929"/>
                      <a:pt x="912519" y="27646"/>
                      <a:pt x="942046" y="77176"/>
                    </a:cubicBezTo>
                    <a:lnTo>
                      <a:pt x="1626894" y="1217318"/>
                    </a:lnTo>
                    <a:cubicBezTo>
                      <a:pt x="1656421" y="1266848"/>
                      <a:pt x="1657374" y="1326856"/>
                      <a:pt x="1629751" y="1377338"/>
                    </a:cubicBezTo>
                    <a:cubicBezTo>
                      <a:pt x="1602129" y="1427821"/>
                      <a:pt x="1550694" y="1458301"/>
                      <a:pt x="1492591" y="1459253"/>
                    </a:cubicBezTo>
                    <a:lnTo>
                      <a:pt x="161949" y="1482113"/>
                    </a:lnTo>
                    <a:cubicBezTo>
                      <a:pt x="161949" y="1482113"/>
                      <a:pt x="160996" y="1482113"/>
                      <a:pt x="160044" y="1482113"/>
                    </a:cubicBezTo>
                    <a:close/>
                    <a:moveTo>
                      <a:pt x="804886" y="4786"/>
                    </a:moveTo>
                    <a:cubicBezTo>
                      <a:pt x="803934" y="4786"/>
                      <a:pt x="802981" y="4786"/>
                      <a:pt x="802029" y="4786"/>
                    </a:cubicBezTo>
                    <a:cubicBezTo>
                      <a:pt x="745831" y="5738"/>
                      <a:pt x="697254" y="35266"/>
                      <a:pt x="669631" y="83843"/>
                    </a:cubicBezTo>
                    <a:lnTo>
                      <a:pt x="24789" y="1247798"/>
                    </a:lnTo>
                    <a:cubicBezTo>
                      <a:pt x="-1881" y="1296376"/>
                      <a:pt x="-929" y="1354478"/>
                      <a:pt x="27646" y="1402103"/>
                    </a:cubicBezTo>
                    <a:cubicBezTo>
                      <a:pt x="56221" y="1449728"/>
                      <a:pt x="106704" y="1478303"/>
                      <a:pt x="162901" y="1477351"/>
                    </a:cubicBezTo>
                    <a:lnTo>
                      <a:pt x="1493544" y="1454491"/>
                    </a:lnTo>
                    <a:cubicBezTo>
                      <a:pt x="1549741" y="1453538"/>
                      <a:pt x="1598319" y="1424011"/>
                      <a:pt x="1625941" y="1375433"/>
                    </a:cubicBezTo>
                    <a:cubicBezTo>
                      <a:pt x="1652611" y="1326856"/>
                      <a:pt x="1651659" y="1268753"/>
                      <a:pt x="1623084" y="1221128"/>
                    </a:cubicBezTo>
                    <a:lnTo>
                      <a:pt x="937284" y="79081"/>
                    </a:lnTo>
                    <a:cubicBezTo>
                      <a:pt x="908709" y="32408"/>
                      <a:pt x="860131" y="4786"/>
                      <a:pt x="804886" y="4786"/>
                    </a:cubicBezTo>
                    <a:close/>
                  </a:path>
                </a:pathLst>
              </a:custGeom>
              <a:grpFill/>
              <a:ln w="9525" cap="flat">
                <a:noFill/>
                <a:prstDash val="solid"/>
                <a:miter/>
              </a:ln>
            </p:spPr>
            <p:txBody>
              <a:bodyPr rtlCol="0" anchor="ctr"/>
              <a:lstStyle/>
              <a:p>
                <a:endParaRPr lang="en-US" sz="1730" dirty="0"/>
              </a:p>
            </p:txBody>
          </p:sp>
          <p:sp>
            <p:nvSpPr>
              <p:cNvPr id="53" name="Freeform: Shape 52">
                <a:extLst>
                  <a:ext uri="{FF2B5EF4-FFF2-40B4-BE49-F238E27FC236}">
                    <a16:creationId xmlns:a16="http://schemas.microsoft.com/office/drawing/2014/main" id="{85339DC7-664E-4BEF-85FE-D1109A719B7E}"/>
                  </a:ext>
                </a:extLst>
              </p:cNvPr>
              <p:cNvSpPr/>
              <p:nvPr/>
            </p:nvSpPr>
            <p:spPr>
              <a:xfrm>
                <a:off x="5247730" y="2789965"/>
                <a:ext cx="1584777" cy="1622649"/>
              </a:xfrm>
              <a:custGeom>
                <a:avLst/>
                <a:gdLst>
                  <a:gd name="connsiteX0" fmla="*/ 1425801 w 1584777"/>
                  <a:gd name="connsiteY0" fmla="*/ 1622649 h 1622649"/>
                  <a:gd name="connsiteX1" fmla="*/ 1375319 w 1584777"/>
                  <a:gd name="connsiteY1" fmla="*/ 1615029 h 1622649"/>
                  <a:gd name="connsiteX2" fmla="*/ 110399 w 1584777"/>
                  <a:gd name="connsiteY2" fmla="*/ 1203549 h 1622649"/>
                  <a:gd name="connsiteX3" fmla="*/ 3719 w 1584777"/>
                  <a:gd name="connsiteY3" fmla="*/ 1084487 h 1622649"/>
                  <a:gd name="connsiteX4" fmla="*/ 53249 w 1584777"/>
                  <a:gd name="connsiteY4" fmla="*/ 932087 h 1622649"/>
                  <a:gd name="connsiteX5" fmla="*/ 1041944 w 1584777"/>
                  <a:gd name="connsiteY5" fmla="*/ 41499 h 1622649"/>
                  <a:gd name="connsiteX6" fmla="*/ 1043849 w 1584777"/>
                  <a:gd name="connsiteY6" fmla="*/ 43404 h 1622649"/>
                  <a:gd name="connsiteX7" fmla="*/ 1041944 w 1584777"/>
                  <a:gd name="connsiteY7" fmla="*/ 41499 h 1622649"/>
                  <a:gd name="connsiteX8" fmla="*/ 1198154 w 1584777"/>
                  <a:gd name="connsiteY8" fmla="*/ 8162 h 1622649"/>
                  <a:gd name="connsiteX9" fmla="*/ 1304834 w 1584777"/>
                  <a:gd name="connsiteY9" fmla="*/ 127224 h 1622649"/>
                  <a:gd name="connsiteX10" fmla="*/ 1581059 w 1584777"/>
                  <a:gd name="connsiteY10" fmla="*/ 1428339 h 1622649"/>
                  <a:gd name="connsiteX11" fmla="*/ 1531529 w 1584777"/>
                  <a:gd name="connsiteY11" fmla="*/ 1580739 h 1622649"/>
                  <a:gd name="connsiteX12" fmla="*/ 1425801 w 1584777"/>
                  <a:gd name="connsiteY12" fmla="*/ 1622649 h 1622649"/>
                  <a:gd name="connsiteX13" fmla="*/ 1147671 w 1584777"/>
                  <a:gd name="connsiteY13" fmla="*/ 6257 h 1622649"/>
                  <a:gd name="connsiteX14" fmla="*/ 1044801 w 1584777"/>
                  <a:gd name="connsiteY14" fmla="*/ 46262 h 1622649"/>
                  <a:gd name="connsiteX15" fmla="*/ 56106 w 1584777"/>
                  <a:gd name="connsiteY15" fmla="*/ 936849 h 1622649"/>
                  <a:gd name="connsiteX16" fmla="*/ 8481 w 1584777"/>
                  <a:gd name="connsiteY16" fmla="*/ 1083534 h 1622649"/>
                  <a:gd name="connsiteX17" fmla="*/ 111351 w 1584777"/>
                  <a:gd name="connsiteY17" fmla="*/ 1197834 h 1622649"/>
                  <a:gd name="connsiteX18" fmla="*/ 1376272 w 1584777"/>
                  <a:gd name="connsiteY18" fmla="*/ 1609314 h 1622649"/>
                  <a:gd name="connsiteX19" fmla="*/ 1526766 w 1584777"/>
                  <a:gd name="connsiteY19" fmla="*/ 1576929 h 1622649"/>
                  <a:gd name="connsiteX20" fmla="*/ 1574391 w 1584777"/>
                  <a:gd name="connsiteY20" fmla="*/ 1430244 h 1622649"/>
                  <a:gd name="connsiteX21" fmla="*/ 1298166 w 1584777"/>
                  <a:gd name="connsiteY21" fmla="*/ 129129 h 1622649"/>
                  <a:gd name="connsiteX22" fmla="*/ 1195297 w 1584777"/>
                  <a:gd name="connsiteY22" fmla="*/ 14829 h 1622649"/>
                  <a:gd name="connsiteX23" fmla="*/ 1147671 w 1584777"/>
                  <a:gd name="connsiteY23" fmla="*/ 6257 h 16226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584777" h="1622649">
                    <a:moveTo>
                      <a:pt x="1425801" y="1622649"/>
                    </a:moveTo>
                    <a:cubicBezTo>
                      <a:pt x="1409609" y="1622649"/>
                      <a:pt x="1392464" y="1619792"/>
                      <a:pt x="1375319" y="1615029"/>
                    </a:cubicBezTo>
                    <a:lnTo>
                      <a:pt x="110399" y="1203549"/>
                    </a:lnTo>
                    <a:cubicBezTo>
                      <a:pt x="55154" y="1185452"/>
                      <a:pt x="15149" y="1141637"/>
                      <a:pt x="3719" y="1084487"/>
                    </a:cubicBezTo>
                    <a:cubicBezTo>
                      <a:pt x="-8664" y="1028289"/>
                      <a:pt x="10386" y="971139"/>
                      <a:pt x="53249" y="932087"/>
                    </a:cubicBezTo>
                    <a:lnTo>
                      <a:pt x="1041944" y="41499"/>
                    </a:lnTo>
                    <a:lnTo>
                      <a:pt x="1043849" y="43404"/>
                    </a:lnTo>
                    <a:lnTo>
                      <a:pt x="1041944" y="41499"/>
                    </a:lnTo>
                    <a:cubicBezTo>
                      <a:pt x="1084806" y="2447"/>
                      <a:pt x="1142909" y="-9936"/>
                      <a:pt x="1198154" y="8162"/>
                    </a:cubicBezTo>
                    <a:cubicBezTo>
                      <a:pt x="1253399" y="26259"/>
                      <a:pt x="1293404" y="70074"/>
                      <a:pt x="1304834" y="127224"/>
                    </a:cubicBezTo>
                    <a:lnTo>
                      <a:pt x="1581059" y="1428339"/>
                    </a:lnTo>
                    <a:cubicBezTo>
                      <a:pt x="1593441" y="1484537"/>
                      <a:pt x="1574391" y="1541687"/>
                      <a:pt x="1531529" y="1580739"/>
                    </a:cubicBezTo>
                    <a:cubicBezTo>
                      <a:pt x="1502001" y="1608362"/>
                      <a:pt x="1463901" y="1622649"/>
                      <a:pt x="1425801" y="1622649"/>
                    </a:cubicBezTo>
                    <a:close/>
                    <a:moveTo>
                      <a:pt x="1147671" y="6257"/>
                    </a:moveTo>
                    <a:cubicBezTo>
                      <a:pt x="1110524" y="6257"/>
                      <a:pt x="1074329" y="19592"/>
                      <a:pt x="1044801" y="46262"/>
                    </a:cubicBezTo>
                    <a:lnTo>
                      <a:pt x="56106" y="936849"/>
                    </a:lnTo>
                    <a:cubicBezTo>
                      <a:pt x="14196" y="973997"/>
                      <a:pt x="-2949" y="1029242"/>
                      <a:pt x="8481" y="1083534"/>
                    </a:cubicBezTo>
                    <a:cubicBezTo>
                      <a:pt x="19911" y="1137827"/>
                      <a:pt x="58964" y="1180689"/>
                      <a:pt x="111351" y="1197834"/>
                    </a:cubicBezTo>
                    <a:lnTo>
                      <a:pt x="1376272" y="1609314"/>
                    </a:lnTo>
                    <a:cubicBezTo>
                      <a:pt x="1429611" y="1626459"/>
                      <a:pt x="1485809" y="1615029"/>
                      <a:pt x="1526766" y="1576929"/>
                    </a:cubicBezTo>
                    <a:cubicBezTo>
                      <a:pt x="1568676" y="1539782"/>
                      <a:pt x="1585822" y="1484537"/>
                      <a:pt x="1574391" y="1430244"/>
                    </a:cubicBezTo>
                    <a:lnTo>
                      <a:pt x="1298166" y="129129"/>
                    </a:lnTo>
                    <a:cubicBezTo>
                      <a:pt x="1286736" y="74837"/>
                      <a:pt x="1247684" y="31974"/>
                      <a:pt x="1195297" y="14829"/>
                    </a:cubicBezTo>
                    <a:cubicBezTo>
                      <a:pt x="1180056" y="9114"/>
                      <a:pt x="1163864" y="6257"/>
                      <a:pt x="1147671" y="6257"/>
                    </a:cubicBezTo>
                    <a:close/>
                  </a:path>
                </a:pathLst>
              </a:custGeom>
              <a:grpFill/>
              <a:ln w="9525" cap="flat">
                <a:noFill/>
                <a:prstDash val="solid"/>
                <a:miter/>
              </a:ln>
            </p:spPr>
            <p:txBody>
              <a:bodyPr rtlCol="0" anchor="ctr"/>
              <a:lstStyle/>
              <a:p>
                <a:endParaRPr lang="en-US" sz="1730" dirty="0"/>
              </a:p>
            </p:txBody>
          </p:sp>
          <p:sp>
            <p:nvSpPr>
              <p:cNvPr id="54" name="Freeform: Shape 53">
                <a:extLst>
                  <a:ext uri="{FF2B5EF4-FFF2-40B4-BE49-F238E27FC236}">
                    <a16:creationId xmlns:a16="http://schemas.microsoft.com/office/drawing/2014/main" id="{DED6E3EF-BEB2-400D-A55F-8F548AA8A3C2}"/>
                  </a:ext>
                </a:extLst>
              </p:cNvPr>
              <p:cNvSpPr/>
              <p:nvPr/>
            </p:nvSpPr>
            <p:spPr>
              <a:xfrm>
                <a:off x="5179859" y="2878404"/>
                <a:ext cx="1545260" cy="1640889"/>
              </a:xfrm>
              <a:custGeom>
                <a:avLst/>
                <a:gdLst>
                  <a:gd name="connsiteX0" fmla="*/ 1222210 w 1545260"/>
                  <a:gd name="connsiteY0" fmla="*/ 1640890 h 1640889"/>
                  <a:gd name="connsiteX1" fmla="*/ 1126008 w 1545260"/>
                  <a:gd name="connsiteY1" fmla="*/ 1608505 h 1640889"/>
                  <a:gd name="connsiteX2" fmla="*/ 63970 w 1545260"/>
                  <a:gd name="connsiteY2" fmla="*/ 807452 h 1640889"/>
                  <a:gd name="connsiteX3" fmla="*/ 1105 w 1545260"/>
                  <a:gd name="connsiteY3" fmla="*/ 660767 h 1640889"/>
                  <a:gd name="connsiteX4" fmla="*/ 97308 w 1545260"/>
                  <a:gd name="connsiteY4" fmla="*/ 533132 h 1640889"/>
                  <a:gd name="connsiteX5" fmla="*/ 1322223 w 1545260"/>
                  <a:gd name="connsiteY5" fmla="*/ 13067 h 1640889"/>
                  <a:gd name="connsiteX6" fmla="*/ 1481290 w 1545260"/>
                  <a:gd name="connsiteY6" fmla="*/ 32117 h 1640889"/>
                  <a:gd name="connsiteX7" fmla="*/ 1544155 w 1545260"/>
                  <a:gd name="connsiteY7" fmla="*/ 178802 h 1640889"/>
                  <a:gd name="connsiteX8" fmla="*/ 1382230 w 1545260"/>
                  <a:gd name="connsiteY8" fmla="*/ 1498967 h 1640889"/>
                  <a:gd name="connsiteX9" fmla="*/ 1286028 w 1545260"/>
                  <a:gd name="connsiteY9" fmla="*/ 1626602 h 1640889"/>
                  <a:gd name="connsiteX10" fmla="*/ 1222210 w 1545260"/>
                  <a:gd name="connsiteY10" fmla="*/ 1640890 h 1640889"/>
                  <a:gd name="connsiteX11" fmla="*/ 1323175 w 1545260"/>
                  <a:gd name="connsiteY11" fmla="*/ 15925 h 1640889"/>
                  <a:gd name="connsiteX12" fmla="*/ 1324128 w 1545260"/>
                  <a:gd name="connsiteY12" fmla="*/ 18782 h 1640889"/>
                  <a:gd name="connsiteX13" fmla="*/ 100165 w 1545260"/>
                  <a:gd name="connsiteY13" fmla="*/ 537895 h 1640889"/>
                  <a:gd name="connsiteX14" fmla="*/ 6820 w 1545260"/>
                  <a:gd name="connsiteY14" fmla="*/ 660767 h 1640889"/>
                  <a:gd name="connsiteX15" fmla="*/ 66828 w 1545260"/>
                  <a:gd name="connsiteY15" fmla="*/ 803642 h 1640889"/>
                  <a:gd name="connsiteX16" fmla="*/ 1128865 w 1545260"/>
                  <a:gd name="connsiteY16" fmla="*/ 1604695 h 1640889"/>
                  <a:gd name="connsiteX17" fmla="*/ 1282218 w 1545260"/>
                  <a:gd name="connsiteY17" fmla="*/ 1623745 h 1640889"/>
                  <a:gd name="connsiteX18" fmla="*/ 1375563 w 1545260"/>
                  <a:gd name="connsiteY18" fmla="*/ 1500872 h 1640889"/>
                  <a:gd name="connsiteX19" fmla="*/ 1537488 w 1545260"/>
                  <a:gd name="connsiteY19" fmla="*/ 180707 h 1640889"/>
                  <a:gd name="connsiteX20" fmla="*/ 1477480 w 1545260"/>
                  <a:gd name="connsiteY20" fmla="*/ 38785 h 1640889"/>
                  <a:gd name="connsiteX21" fmla="*/ 1324128 w 1545260"/>
                  <a:gd name="connsiteY21" fmla="*/ 19735 h 1640889"/>
                  <a:gd name="connsiteX22" fmla="*/ 1323175 w 1545260"/>
                  <a:gd name="connsiteY22" fmla="*/ 15925 h 16408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545260" h="1640889">
                    <a:moveTo>
                      <a:pt x="1222210" y="1640890"/>
                    </a:moveTo>
                    <a:cubicBezTo>
                      <a:pt x="1187920" y="1640890"/>
                      <a:pt x="1154583" y="1629460"/>
                      <a:pt x="1126008" y="1608505"/>
                    </a:cubicBezTo>
                    <a:lnTo>
                      <a:pt x="63970" y="807452"/>
                    </a:lnTo>
                    <a:cubicBezTo>
                      <a:pt x="18250" y="772210"/>
                      <a:pt x="-5562" y="717917"/>
                      <a:pt x="1105" y="660767"/>
                    </a:cubicBezTo>
                    <a:cubicBezTo>
                      <a:pt x="7773" y="603617"/>
                      <a:pt x="43968" y="555992"/>
                      <a:pt x="97308" y="533132"/>
                    </a:cubicBezTo>
                    <a:lnTo>
                      <a:pt x="1322223" y="13067"/>
                    </a:lnTo>
                    <a:cubicBezTo>
                      <a:pt x="1375563" y="-9793"/>
                      <a:pt x="1434618" y="-2173"/>
                      <a:pt x="1481290" y="32117"/>
                    </a:cubicBezTo>
                    <a:cubicBezTo>
                      <a:pt x="1527010" y="67360"/>
                      <a:pt x="1550823" y="121652"/>
                      <a:pt x="1544155" y="178802"/>
                    </a:cubicBezTo>
                    <a:lnTo>
                      <a:pt x="1382230" y="1498967"/>
                    </a:lnTo>
                    <a:cubicBezTo>
                      <a:pt x="1375563" y="1556117"/>
                      <a:pt x="1339368" y="1603742"/>
                      <a:pt x="1286028" y="1626602"/>
                    </a:cubicBezTo>
                    <a:cubicBezTo>
                      <a:pt x="1264120" y="1636127"/>
                      <a:pt x="1243165" y="1640890"/>
                      <a:pt x="1222210" y="1640890"/>
                    </a:cubicBezTo>
                    <a:close/>
                    <a:moveTo>
                      <a:pt x="1323175" y="15925"/>
                    </a:moveTo>
                    <a:lnTo>
                      <a:pt x="1324128" y="18782"/>
                    </a:lnTo>
                    <a:lnTo>
                      <a:pt x="100165" y="537895"/>
                    </a:lnTo>
                    <a:cubicBezTo>
                      <a:pt x="48730" y="559802"/>
                      <a:pt x="14440" y="605522"/>
                      <a:pt x="6820" y="660767"/>
                    </a:cubicBezTo>
                    <a:cubicBezTo>
                      <a:pt x="153" y="716965"/>
                      <a:pt x="23013" y="769352"/>
                      <a:pt x="66828" y="803642"/>
                    </a:cubicBezTo>
                    <a:lnTo>
                      <a:pt x="1128865" y="1604695"/>
                    </a:lnTo>
                    <a:cubicBezTo>
                      <a:pt x="1173633" y="1638032"/>
                      <a:pt x="1230783" y="1645652"/>
                      <a:pt x="1282218" y="1623745"/>
                    </a:cubicBezTo>
                    <a:cubicBezTo>
                      <a:pt x="1333653" y="1601837"/>
                      <a:pt x="1367943" y="1556117"/>
                      <a:pt x="1375563" y="1500872"/>
                    </a:cubicBezTo>
                    <a:lnTo>
                      <a:pt x="1537488" y="180707"/>
                    </a:lnTo>
                    <a:cubicBezTo>
                      <a:pt x="1544155" y="125462"/>
                      <a:pt x="1521295" y="72122"/>
                      <a:pt x="1477480" y="38785"/>
                    </a:cubicBezTo>
                    <a:cubicBezTo>
                      <a:pt x="1432713" y="5447"/>
                      <a:pt x="1375563" y="-2173"/>
                      <a:pt x="1324128" y="19735"/>
                    </a:cubicBezTo>
                    <a:lnTo>
                      <a:pt x="1323175" y="15925"/>
                    </a:lnTo>
                    <a:close/>
                  </a:path>
                </a:pathLst>
              </a:custGeom>
              <a:grpFill/>
              <a:ln w="9525" cap="flat">
                <a:noFill/>
                <a:prstDash val="solid"/>
                <a:miter/>
              </a:ln>
            </p:spPr>
            <p:txBody>
              <a:bodyPr rtlCol="0" anchor="ctr"/>
              <a:lstStyle/>
              <a:p>
                <a:endParaRPr lang="en-US" sz="1730" dirty="0"/>
              </a:p>
            </p:txBody>
          </p:sp>
          <p:sp>
            <p:nvSpPr>
              <p:cNvPr id="55" name="Freeform: Shape 54">
                <a:extLst>
                  <a:ext uri="{FF2B5EF4-FFF2-40B4-BE49-F238E27FC236}">
                    <a16:creationId xmlns:a16="http://schemas.microsoft.com/office/drawing/2014/main" id="{4056E671-564E-4828-B12C-3873C15097FD}"/>
                  </a:ext>
                </a:extLst>
              </p:cNvPr>
              <p:cNvSpPr/>
              <p:nvPr/>
            </p:nvSpPr>
            <p:spPr>
              <a:xfrm>
                <a:off x="5208682" y="3017783"/>
                <a:ext cx="1646681" cy="1514845"/>
              </a:xfrm>
              <a:custGeom>
                <a:avLst/>
                <a:gdLst>
                  <a:gd name="connsiteX0" fmla="*/ 902875 w 1646681"/>
                  <a:gd name="connsiteY0" fmla="*/ 1514846 h 1514845"/>
                  <a:gd name="connsiteX1" fmla="*/ 770477 w 1646681"/>
                  <a:gd name="connsiteY1" fmla="*/ 1444361 h 1514845"/>
                  <a:gd name="connsiteX2" fmla="*/ 27527 w 1646681"/>
                  <a:gd name="connsiteY2" fmla="*/ 341366 h 1514845"/>
                  <a:gd name="connsiteX3" fmla="*/ 16097 w 1646681"/>
                  <a:gd name="connsiteY3" fmla="*/ 182298 h 1514845"/>
                  <a:gd name="connsiteX4" fmla="*/ 148495 w 1646681"/>
                  <a:gd name="connsiteY4" fmla="*/ 92763 h 1514845"/>
                  <a:gd name="connsiteX5" fmla="*/ 1475327 w 1646681"/>
                  <a:gd name="connsiteY5" fmla="*/ 371 h 1514845"/>
                  <a:gd name="connsiteX6" fmla="*/ 1619155 w 1646681"/>
                  <a:gd name="connsiteY6" fmla="*/ 70856 h 1514845"/>
                  <a:gd name="connsiteX7" fmla="*/ 1630585 w 1646681"/>
                  <a:gd name="connsiteY7" fmla="*/ 229923 h 1514845"/>
                  <a:gd name="connsiteX8" fmla="*/ 1047655 w 1646681"/>
                  <a:gd name="connsiteY8" fmla="*/ 1424358 h 1514845"/>
                  <a:gd name="connsiteX9" fmla="*/ 915257 w 1646681"/>
                  <a:gd name="connsiteY9" fmla="*/ 1513893 h 1514845"/>
                  <a:gd name="connsiteX10" fmla="*/ 902875 w 1646681"/>
                  <a:gd name="connsiteY10" fmla="*/ 1514846 h 1514845"/>
                  <a:gd name="connsiteX11" fmla="*/ 1475327 w 1646681"/>
                  <a:gd name="connsiteY11" fmla="*/ 2276 h 1514845"/>
                  <a:gd name="connsiteX12" fmla="*/ 1475327 w 1646681"/>
                  <a:gd name="connsiteY12" fmla="*/ 5133 h 1514845"/>
                  <a:gd name="connsiteX13" fmla="*/ 148495 w 1646681"/>
                  <a:gd name="connsiteY13" fmla="*/ 97526 h 1514845"/>
                  <a:gd name="connsiteX14" fmla="*/ 20860 w 1646681"/>
                  <a:gd name="connsiteY14" fmla="*/ 184203 h 1514845"/>
                  <a:gd name="connsiteX15" fmla="*/ 31337 w 1646681"/>
                  <a:gd name="connsiteY15" fmla="*/ 338508 h 1514845"/>
                  <a:gd name="connsiteX16" fmla="*/ 775240 w 1646681"/>
                  <a:gd name="connsiteY16" fmla="*/ 1441503 h 1514845"/>
                  <a:gd name="connsiteX17" fmla="*/ 914305 w 1646681"/>
                  <a:gd name="connsiteY17" fmla="*/ 1509131 h 1514845"/>
                  <a:gd name="connsiteX18" fmla="*/ 1041940 w 1646681"/>
                  <a:gd name="connsiteY18" fmla="*/ 1422453 h 1514845"/>
                  <a:gd name="connsiteX19" fmla="*/ 1624870 w 1646681"/>
                  <a:gd name="connsiteY19" fmla="*/ 227066 h 1514845"/>
                  <a:gd name="connsiteX20" fmla="*/ 1614392 w 1646681"/>
                  <a:gd name="connsiteY20" fmla="*/ 72761 h 1514845"/>
                  <a:gd name="connsiteX21" fmla="*/ 1475327 w 1646681"/>
                  <a:gd name="connsiteY21" fmla="*/ 5133 h 1514845"/>
                  <a:gd name="connsiteX22" fmla="*/ 1475327 w 1646681"/>
                  <a:gd name="connsiteY22" fmla="*/ 2276 h 1514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646681" h="1514845">
                    <a:moveTo>
                      <a:pt x="902875" y="1514846"/>
                    </a:moveTo>
                    <a:cubicBezTo>
                      <a:pt x="849535" y="1514846"/>
                      <a:pt x="800957" y="1489128"/>
                      <a:pt x="770477" y="1444361"/>
                    </a:cubicBezTo>
                    <a:lnTo>
                      <a:pt x="27527" y="341366"/>
                    </a:lnTo>
                    <a:cubicBezTo>
                      <a:pt x="-4858" y="293741"/>
                      <a:pt x="-8668" y="233733"/>
                      <a:pt x="16097" y="182298"/>
                    </a:cubicBezTo>
                    <a:cubicBezTo>
                      <a:pt x="41815" y="129911"/>
                      <a:pt x="91345" y="96573"/>
                      <a:pt x="148495" y="92763"/>
                    </a:cubicBezTo>
                    <a:lnTo>
                      <a:pt x="1475327" y="371"/>
                    </a:lnTo>
                    <a:cubicBezTo>
                      <a:pt x="1533430" y="-3439"/>
                      <a:pt x="1586770" y="22278"/>
                      <a:pt x="1619155" y="70856"/>
                    </a:cubicBezTo>
                    <a:cubicBezTo>
                      <a:pt x="1651540" y="118481"/>
                      <a:pt x="1655350" y="178488"/>
                      <a:pt x="1630585" y="229923"/>
                    </a:cubicBezTo>
                    <a:lnTo>
                      <a:pt x="1047655" y="1424358"/>
                    </a:lnTo>
                    <a:cubicBezTo>
                      <a:pt x="1021937" y="1476746"/>
                      <a:pt x="972407" y="1510083"/>
                      <a:pt x="915257" y="1513893"/>
                    </a:cubicBezTo>
                    <a:cubicBezTo>
                      <a:pt x="910495" y="1513893"/>
                      <a:pt x="906685" y="1514846"/>
                      <a:pt x="902875" y="1514846"/>
                    </a:cubicBezTo>
                    <a:close/>
                    <a:moveTo>
                      <a:pt x="1475327" y="2276"/>
                    </a:moveTo>
                    <a:lnTo>
                      <a:pt x="1475327" y="5133"/>
                    </a:lnTo>
                    <a:lnTo>
                      <a:pt x="148495" y="97526"/>
                    </a:lnTo>
                    <a:cubicBezTo>
                      <a:pt x="93250" y="101336"/>
                      <a:pt x="45625" y="133720"/>
                      <a:pt x="20860" y="184203"/>
                    </a:cubicBezTo>
                    <a:cubicBezTo>
                      <a:pt x="-3905" y="234686"/>
                      <a:pt x="857" y="291836"/>
                      <a:pt x="31337" y="338508"/>
                    </a:cubicBezTo>
                    <a:lnTo>
                      <a:pt x="775240" y="1441503"/>
                    </a:lnTo>
                    <a:cubicBezTo>
                      <a:pt x="806672" y="1488176"/>
                      <a:pt x="858107" y="1512941"/>
                      <a:pt x="914305" y="1509131"/>
                    </a:cubicBezTo>
                    <a:cubicBezTo>
                      <a:pt x="969550" y="1505321"/>
                      <a:pt x="1018127" y="1472936"/>
                      <a:pt x="1041940" y="1422453"/>
                    </a:cubicBezTo>
                    <a:lnTo>
                      <a:pt x="1624870" y="227066"/>
                    </a:lnTo>
                    <a:cubicBezTo>
                      <a:pt x="1649635" y="176583"/>
                      <a:pt x="1644872" y="119433"/>
                      <a:pt x="1614392" y="72761"/>
                    </a:cubicBezTo>
                    <a:cubicBezTo>
                      <a:pt x="1582960" y="26088"/>
                      <a:pt x="1531525" y="1323"/>
                      <a:pt x="1475327" y="5133"/>
                    </a:cubicBezTo>
                    <a:lnTo>
                      <a:pt x="1475327" y="2276"/>
                    </a:lnTo>
                    <a:close/>
                  </a:path>
                </a:pathLst>
              </a:custGeom>
              <a:grpFill/>
              <a:ln w="9525" cap="flat">
                <a:noFill/>
                <a:prstDash val="solid"/>
                <a:miter/>
              </a:ln>
            </p:spPr>
            <p:txBody>
              <a:bodyPr rtlCol="0" anchor="ctr"/>
              <a:lstStyle/>
              <a:p>
                <a:endParaRPr lang="en-US" sz="1730" dirty="0"/>
              </a:p>
            </p:txBody>
          </p:sp>
          <p:sp>
            <p:nvSpPr>
              <p:cNvPr id="56" name="Freeform: Shape 55">
                <a:extLst>
                  <a:ext uri="{FF2B5EF4-FFF2-40B4-BE49-F238E27FC236}">
                    <a16:creationId xmlns:a16="http://schemas.microsoft.com/office/drawing/2014/main" id="{CE2375AC-EE5D-462B-8769-A875F92C6D3F}"/>
                  </a:ext>
                </a:extLst>
              </p:cNvPr>
              <p:cNvSpPr/>
              <p:nvPr/>
            </p:nvSpPr>
            <p:spPr>
              <a:xfrm>
                <a:off x="5329614" y="2845675"/>
                <a:ext cx="1604843" cy="1605039"/>
              </a:xfrm>
              <a:custGeom>
                <a:avLst/>
                <a:gdLst>
                  <a:gd name="connsiteX0" fmla="*/ 504765 w 1604843"/>
                  <a:gd name="connsiteY0" fmla="*/ 1605039 h 1605039"/>
                  <a:gd name="connsiteX1" fmla="*/ 462856 w 1604843"/>
                  <a:gd name="connsiteY1" fmla="*/ 1599324 h 1605039"/>
                  <a:gd name="connsiteX2" fmla="*/ 349508 w 1604843"/>
                  <a:gd name="connsiteY2" fmla="*/ 1485977 h 1605039"/>
                  <a:gd name="connsiteX3" fmla="*/ 5655 w 1604843"/>
                  <a:gd name="connsiteY3" fmla="*/ 201054 h 1605039"/>
                  <a:gd name="connsiteX4" fmla="*/ 46613 w 1604843"/>
                  <a:gd name="connsiteY4" fmla="*/ 46749 h 1605039"/>
                  <a:gd name="connsiteX5" fmla="*/ 200918 w 1604843"/>
                  <a:gd name="connsiteY5" fmla="*/ 5792 h 1605039"/>
                  <a:gd name="connsiteX6" fmla="*/ 1485841 w 1604843"/>
                  <a:gd name="connsiteY6" fmla="*/ 350597 h 1605039"/>
                  <a:gd name="connsiteX7" fmla="*/ 1599188 w 1604843"/>
                  <a:gd name="connsiteY7" fmla="*/ 463944 h 1605039"/>
                  <a:gd name="connsiteX8" fmla="*/ 1558231 w 1604843"/>
                  <a:gd name="connsiteY8" fmla="*/ 618249 h 1605039"/>
                  <a:gd name="connsiteX9" fmla="*/ 617161 w 1604843"/>
                  <a:gd name="connsiteY9" fmla="*/ 1559319 h 1605039"/>
                  <a:gd name="connsiteX10" fmla="*/ 504765 w 1604843"/>
                  <a:gd name="connsiteY10" fmla="*/ 1605039 h 1605039"/>
                  <a:gd name="connsiteX11" fmla="*/ 159008 w 1604843"/>
                  <a:gd name="connsiteY11" fmla="*/ 4839 h 1605039"/>
                  <a:gd name="connsiteX12" fmla="*/ 50423 w 1604843"/>
                  <a:gd name="connsiteY12" fmla="*/ 50559 h 1605039"/>
                  <a:gd name="connsiteX13" fmla="*/ 10418 w 1604843"/>
                  <a:gd name="connsiteY13" fmla="*/ 200102 h 1605039"/>
                  <a:gd name="connsiteX14" fmla="*/ 355223 w 1604843"/>
                  <a:gd name="connsiteY14" fmla="*/ 1485024 h 1605039"/>
                  <a:gd name="connsiteX15" fmla="*/ 464760 w 1604843"/>
                  <a:gd name="connsiteY15" fmla="*/ 1594562 h 1605039"/>
                  <a:gd name="connsiteX16" fmla="*/ 614303 w 1604843"/>
                  <a:gd name="connsiteY16" fmla="*/ 1554557 h 1605039"/>
                  <a:gd name="connsiteX17" fmla="*/ 1555373 w 1604843"/>
                  <a:gd name="connsiteY17" fmla="*/ 613487 h 1605039"/>
                  <a:gd name="connsiteX18" fmla="*/ 1595378 w 1604843"/>
                  <a:gd name="connsiteY18" fmla="*/ 463944 h 1605039"/>
                  <a:gd name="connsiteX19" fmla="*/ 1485841 w 1604843"/>
                  <a:gd name="connsiteY19" fmla="*/ 354407 h 1605039"/>
                  <a:gd name="connsiteX20" fmla="*/ 199965 w 1604843"/>
                  <a:gd name="connsiteY20" fmla="*/ 10554 h 1605039"/>
                  <a:gd name="connsiteX21" fmla="*/ 159008 w 1604843"/>
                  <a:gd name="connsiteY21" fmla="*/ 4839 h 1605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04843" h="1605039">
                    <a:moveTo>
                      <a:pt x="504765" y="1605039"/>
                    </a:moveTo>
                    <a:cubicBezTo>
                      <a:pt x="490478" y="1605039"/>
                      <a:pt x="477143" y="1603134"/>
                      <a:pt x="462856" y="1599324"/>
                    </a:cubicBezTo>
                    <a:cubicBezTo>
                      <a:pt x="406658" y="1584084"/>
                      <a:pt x="364748" y="1542174"/>
                      <a:pt x="349508" y="1485977"/>
                    </a:cubicBezTo>
                    <a:lnTo>
                      <a:pt x="5655" y="201054"/>
                    </a:lnTo>
                    <a:cubicBezTo>
                      <a:pt x="-9585" y="144857"/>
                      <a:pt x="6608" y="87707"/>
                      <a:pt x="46613" y="46749"/>
                    </a:cubicBezTo>
                    <a:cubicBezTo>
                      <a:pt x="87570" y="5792"/>
                      <a:pt x="144720" y="-9448"/>
                      <a:pt x="200918" y="5792"/>
                    </a:cubicBezTo>
                    <a:lnTo>
                      <a:pt x="1485841" y="350597"/>
                    </a:lnTo>
                    <a:cubicBezTo>
                      <a:pt x="1542038" y="365837"/>
                      <a:pt x="1583948" y="407747"/>
                      <a:pt x="1599188" y="463944"/>
                    </a:cubicBezTo>
                    <a:cubicBezTo>
                      <a:pt x="1614428" y="520142"/>
                      <a:pt x="1598236" y="577292"/>
                      <a:pt x="1558231" y="618249"/>
                    </a:cubicBezTo>
                    <a:lnTo>
                      <a:pt x="617161" y="1559319"/>
                    </a:lnTo>
                    <a:cubicBezTo>
                      <a:pt x="586681" y="1588847"/>
                      <a:pt x="546675" y="1605039"/>
                      <a:pt x="504765" y="1605039"/>
                    </a:cubicBezTo>
                    <a:close/>
                    <a:moveTo>
                      <a:pt x="159008" y="4839"/>
                    </a:moveTo>
                    <a:cubicBezTo>
                      <a:pt x="119003" y="4839"/>
                      <a:pt x="79950" y="21032"/>
                      <a:pt x="50423" y="50559"/>
                    </a:cubicBezTo>
                    <a:cubicBezTo>
                      <a:pt x="11370" y="89612"/>
                      <a:pt x="-3870" y="145809"/>
                      <a:pt x="10418" y="200102"/>
                    </a:cubicBezTo>
                    <a:lnTo>
                      <a:pt x="355223" y="1485024"/>
                    </a:lnTo>
                    <a:cubicBezTo>
                      <a:pt x="369510" y="1539317"/>
                      <a:pt x="410468" y="1579322"/>
                      <a:pt x="464760" y="1594562"/>
                    </a:cubicBezTo>
                    <a:cubicBezTo>
                      <a:pt x="519053" y="1608849"/>
                      <a:pt x="574298" y="1593609"/>
                      <a:pt x="614303" y="1554557"/>
                    </a:cubicBezTo>
                    <a:lnTo>
                      <a:pt x="1555373" y="613487"/>
                    </a:lnTo>
                    <a:cubicBezTo>
                      <a:pt x="1594426" y="574434"/>
                      <a:pt x="1609666" y="518237"/>
                      <a:pt x="1595378" y="463944"/>
                    </a:cubicBezTo>
                    <a:cubicBezTo>
                      <a:pt x="1581091" y="409652"/>
                      <a:pt x="1540133" y="369647"/>
                      <a:pt x="1485841" y="354407"/>
                    </a:cubicBezTo>
                    <a:lnTo>
                      <a:pt x="199965" y="10554"/>
                    </a:lnTo>
                    <a:cubicBezTo>
                      <a:pt x="185678" y="6744"/>
                      <a:pt x="172343" y="4839"/>
                      <a:pt x="159008" y="4839"/>
                    </a:cubicBezTo>
                    <a:close/>
                  </a:path>
                </a:pathLst>
              </a:custGeom>
              <a:grpFill/>
              <a:ln w="9525" cap="flat">
                <a:noFill/>
                <a:prstDash val="solid"/>
                <a:miter/>
              </a:ln>
            </p:spPr>
            <p:txBody>
              <a:bodyPr rtlCol="0" anchor="ctr"/>
              <a:lstStyle/>
              <a:p>
                <a:endParaRPr lang="en-US" sz="1730" dirty="0"/>
              </a:p>
            </p:txBody>
          </p:sp>
          <p:sp>
            <p:nvSpPr>
              <p:cNvPr id="57" name="Freeform: Shape 56">
                <a:extLst>
                  <a:ext uri="{FF2B5EF4-FFF2-40B4-BE49-F238E27FC236}">
                    <a16:creationId xmlns:a16="http://schemas.microsoft.com/office/drawing/2014/main" id="{5543C42A-4AA4-4EE3-9D6A-20D705974B93}"/>
                  </a:ext>
                </a:extLst>
              </p:cNvPr>
              <p:cNvSpPr/>
              <p:nvPr/>
            </p:nvSpPr>
            <p:spPr>
              <a:xfrm>
                <a:off x="5435874" y="2634946"/>
                <a:ext cx="1515194" cy="1647175"/>
              </a:xfrm>
              <a:custGeom>
                <a:avLst/>
                <a:gdLst>
                  <a:gd name="connsiteX0" fmla="*/ 160380 w 1515194"/>
                  <a:gd name="connsiteY0" fmla="*/ 1647176 h 1647175"/>
                  <a:gd name="connsiteX1" fmla="*/ 70845 w 1515194"/>
                  <a:gd name="connsiteY1" fmla="*/ 1619553 h 1647175"/>
                  <a:gd name="connsiteX2" fmla="*/ 360 w 1515194"/>
                  <a:gd name="connsiteY2" fmla="*/ 1475726 h 1647175"/>
                  <a:gd name="connsiteX3" fmla="*/ 92752 w 1515194"/>
                  <a:gd name="connsiteY3" fmla="*/ 148893 h 1647175"/>
                  <a:gd name="connsiteX4" fmla="*/ 182287 w 1515194"/>
                  <a:gd name="connsiteY4" fmla="*/ 16496 h 1647175"/>
                  <a:gd name="connsiteX5" fmla="*/ 341355 w 1515194"/>
                  <a:gd name="connsiteY5" fmla="*/ 27926 h 1647175"/>
                  <a:gd name="connsiteX6" fmla="*/ 1444350 w 1515194"/>
                  <a:gd name="connsiteY6" fmla="*/ 771828 h 1647175"/>
                  <a:gd name="connsiteX7" fmla="*/ 1514835 w 1515194"/>
                  <a:gd name="connsiteY7" fmla="*/ 915656 h 1647175"/>
                  <a:gd name="connsiteX8" fmla="*/ 1425300 w 1515194"/>
                  <a:gd name="connsiteY8" fmla="*/ 1048053 h 1647175"/>
                  <a:gd name="connsiteX9" fmla="*/ 230865 w 1515194"/>
                  <a:gd name="connsiteY9" fmla="*/ 1630983 h 1647175"/>
                  <a:gd name="connsiteX10" fmla="*/ 160380 w 1515194"/>
                  <a:gd name="connsiteY10" fmla="*/ 1647176 h 1647175"/>
                  <a:gd name="connsiteX11" fmla="*/ 253725 w 1515194"/>
                  <a:gd name="connsiteY11" fmla="*/ 5066 h 1647175"/>
                  <a:gd name="connsiteX12" fmla="*/ 186097 w 1515194"/>
                  <a:gd name="connsiteY12" fmla="*/ 21258 h 1647175"/>
                  <a:gd name="connsiteX13" fmla="*/ 99420 w 1515194"/>
                  <a:gd name="connsiteY13" fmla="*/ 148893 h 1647175"/>
                  <a:gd name="connsiteX14" fmla="*/ 7027 w 1515194"/>
                  <a:gd name="connsiteY14" fmla="*/ 1475726 h 1647175"/>
                  <a:gd name="connsiteX15" fmla="*/ 74655 w 1515194"/>
                  <a:gd name="connsiteY15" fmla="*/ 1614791 h 1647175"/>
                  <a:gd name="connsiteX16" fmla="*/ 228960 w 1515194"/>
                  <a:gd name="connsiteY16" fmla="*/ 1625268 h 1647175"/>
                  <a:gd name="connsiteX17" fmla="*/ 1424347 w 1515194"/>
                  <a:gd name="connsiteY17" fmla="*/ 1042338 h 1647175"/>
                  <a:gd name="connsiteX18" fmla="*/ 1511025 w 1515194"/>
                  <a:gd name="connsiteY18" fmla="*/ 914703 h 1647175"/>
                  <a:gd name="connsiteX19" fmla="*/ 1443397 w 1515194"/>
                  <a:gd name="connsiteY19" fmla="*/ 775638 h 1647175"/>
                  <a:gd name="connsiteX20" fmla="*/ 340402 w 1515194"/>
                  <a:gd name="connsiteY20" fmla="*/ 31736 h 1647175"/>
                  <a:gd name="connsiteX21" fmla="*/ 253725 w 1515194"/>
                  <a:gd name="connsiteY21" fmla="*/ 5066 h 1647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15194" h="1647175">
                    <a:moveTo>
                      <a:pt x="160380" y="1647176"/>
                    </a:moveTo>
                    <a:cubicBezTo>
                      <a:pt x="128947" y="1647176"/>
                      <a:pt x="98467" y="1637651"/>
                      <a:pt x="70845" y="1619553"/>
                    </a:cubicBezTo>
                    <a:cubicBezTo>
                      <a:pt x="23220" y="1587168"/>
                      <a:pt x="-3450" y="1533828"/>
                      <a:pt x="360" y="1475726"/>
                    </a:cubicBezTo>
                    <a:lnTo>
                      <a:pt x="92752" y="148893"/>
                    </a:lnTo>
                    <a:cubicBezTo>
                      <a:pt x="96562" y="90791"/>
                      <a:pt x="129900" y="41261"/>
                      <a:pt x="182287" y="16496"/>
                    </a:cubicBezTo>
                    <a:cubicBezTo>
                      <a:pt x="234675" y="-9222"/>
                      <a:pt x="293730" y="-4459"/>
                      <a:pt x="341355" y="27926"/>
                    </a:cubicBezTo>
                    <a:lnTo>
                      <a:pt x="1444350" y="771828"/>
                    </a:lnTo>
                    <a:cubicBezTo>
                      <a:pt x="1491975" y="804213"/>
                      <a:pt x="1518645" y="857553"/>
                      <a:pt x="1514835" y="915656"/>
                    </a:cubicBezTo>
                    <a:cubicBezTo>
                      <a:pt x="1511025" y="973758"/>
                      <a:pt x="1477687" y="1023288"/>
                      <a:pt x="1425300" y="1048053"/>
                    </a:cubicBezTo>
                    <a:lnTo>
                      <a:pt x="230865" y="1630983"/>
                    </a:lnTo>
                    <a:cubicBezTo>
                      <a:pt x="208005" y="1641461"/>
                      <a:pt x="184192" y="1647176"/>
                      <a:pt x="160380" y="1647176"/>
                    </a:cubicBezTo>
                    <a:close/>
                    <a:moveTo>
                      <a:pt x="253725" y="5066"/>
                    </a:moveTo>
                    <a:cubicBezTo>
                      <a:pt x="230865" y="5066"/>
                      <a:pt x="208005" y="10781"/>
                      <a:pt x="186097" y="21258"/>
                    </a:cubicBezTo>
                    <a:cubicBezTo>
                      <a:pt x="135615" y="46023"/>
                      <a:pt x="103230" y="93648"/>
                      <a:pt x="99420" y="148893"/>
                    </a:cubicBezTo>
                    <a:lnTo>
                      <a:pt x="7027" y="1475726"/>
                    </a:lnTo>
                    <a:cubicBezTo>
                      <a:pt x="3217" y="1530971"/>
                      <a:pt x="27982" y="1583358"/>
                      <a:pt x="74655" y="1614791"/>
                    </a:cubicBezTo>
                    <a:cubicBezTo>
                      <a:pt x="121327" y="1646223"/>
                      <a:pt x="178477" y="1650033"/>
                      <a:pt x="228960" y="1625268"/>
                    </a:cubicBezTo>
                    <a:lnTo>
                      <a:pt x="1424347" y="1042338"/>
                    </a:lnTo>
                    <a:cubicBezTo>
                      <a:pt x="1474830" y="1017573"/>
                      <a:pt x="1507215" y="969948"/>
                      <a:pt x="1511025" y="914703"/>
                    </a:cubicBezTo>
                    <a:cubicBezTo>
                      <a:pt x="1514835" y="859458"/>
                      <a:pt x="1490070" y="807071"/>
                      <a:pt x="1443397" y="775638"/>
                    </a:cubicBezTo>
                    <a:lnTo>
                      <a:pt x="340402" y="31736"/>
                    </a:lnTo>
                    <a:cubicBezTo>
                      <a:pt x="313732" y="14591"/>
                      <a:pt x="284205" y="5066"/>
                      <a:pt x="253725" y="5066"/>
                    </a:cubicBezTo>
                    <a:close/>
                  </a:path>
                </a:pathLst>
              </a:custGeom>
              <a:grpFill/>
              <a:ln w="9525" cap="flat">
                <a:noFill/>
                <a:prstDash val="solid"/>
                <a:miter/>
              </a:ln>
            </p:spPr>
            <p:txBody>
              <a:bodyPr rtlCol="0" anchor="ctr"/>
              <a:lstStyle/>
              <a:p>
                <a:endParaRPr lang="en-US" sz="1730" dirty="0"/>
              </a:p>
            </p:txBody>
          </p:sp>
          <p:sp>
            <p:nvSpPr>
              <p:cNvPr id="58" name="Freeform: Shape 57">
                <a:extLst>
                  <a:ext uri="{FF2B5EF4-FFF2-40B4-BE49-F238E27FC236}">
                    <a16:creationId xmlns:a16="http://schemas.microsoft.com/office/drawing/2014/main" id="{5A06D381-5E3A-45E2-943A-D8A9CD6DDB02}"/>
                  </a:ext>
                </a:extLst>
              </p:cNvPr>
              <p:cNvSpPr/>
              <p:nvPr/>
            </p:nvSpPr>
            <p:spPr>
              <a:xfrm>
                <a:off x="5267647" y="2501714"/>
                <a:ext cx="1640193" cy="1544187"/>
              </a:xfrm>
              <a:custGeom>
                <a:avLst/>
                <a:gdLst>
                  <a:gd name="connsiteX0" fmla="*/ 159062 w 1640193"/>
                  <a:gd name="connsiteY0" fmla="*/ 1544188 h 1544187"/>
                  <a:gd name="connsiteX1" fmla="*/ 32379 w 1640193"/>
                  <a:gd name="connsiteY1" fmla="*/ 1480370 h 1544187"/>
                  <a:gd name="connsiteX2" fmla="*/ 13329 w 1640193"/>
                  <a:gd name="connsiteY2" fmla="*/ 1321303 h 1544187"/>
                  <a:gd name="connsiteX3" fmla="*/ 532442 w 1640193"/>
                  <a:gd name="connsiteY3" fmla="*/ 97340 h 1544187"/>
                  <a:gd name="connsiteX4" fmla="*/ 660077 w 1640193"/>
                  <a:gd name="connsiteY4" fmla="*/ 1138 h 1544187"/>
                  <a:gd name="connsiteX5" fmla="*/ 806762 w 1640193"/>
                  <a:gd name="connsiteY5" fmla="*/ 64003 h 1544187"/>
                  <a:gd name="connsiteX6" fmla="*/ 1607814 w 1640193"/>
                  <a:gd name="connsiteY6" fmla="*/ 1126040 h 1544187"/>
                  <a:gd name="connsiteX7" fmla="*/ 1626864 w 1640193"/>
                  <a:gd name="connsiteY7" fmla="*/ 1285108 h 1544187"/>
                  <a:gd name="connsiteX8" fmla="*/ 1499229 w 1640193"/>
                  <a:gd name="connsiteY8" fmla="*/ 1381310 h 1544187"/>
                  <a:gd name="connsiteX9" fmla="*/ 179064 w 1640193"/>
                  <a:gd name="connsiteY9" fmla="*/ 1543235 h 1544187"/>
                  <a:gd name="connsiteX10" fmla="*/ 159062 w 1640193"/>
                  <a:gd name="connsiteY10" fmla="*/ 1544188 h 1544187"/>
                  <a:gd name="connsiteX11" fmla="*/ 680079 w 1640193"/>
                  <a:gd name="connsiteY11" fmla="*/ 4948 h 1544187"/>
                  <a:gd name="connsiteX12" fmla="*/ 661029 w 1640193"/>
                  <a:gd name="connsiteY12" fmla="*/ 5900 h 1544187"/>
                  <a:gd name="connsiteX13" fmla="*/ 538157 w 1640193"/>
                  <a:gd name="connsiteY13" fmla="*/ 99245 h 1544187"/>
                  <a:gd name="connsiteX14" fmla="*/ 18092 w 1640193"/>
                  <a:gd name="connsiteY14" fmla="*/ 1324160 h 1544187"/>
                  <a:gd name="connsiteX15" fmla="*/ 37142 w 1640193"/>
                  <a:gd name="connsiteY15" fmla="*/ 1477513 h 1544187"/>
                  <a:gd name="connsiteX16" fmla="*/ 179064 w 1640193"/>
                  <a:gd name="connsiteY16" fmla="*/ 1537520 h 1544187"/>
                  <a:gd name="connsiteX17" fmla="*/ 1499229 w 1640193"/>
                  <a:gd name="connsiteY17" fmla="*/ 1375595 h 1544187"/>
                  <a:gd name="connsiteX18" fmla="*/ 1622102 w 1640193"/>
                  <a:gd name="connsiteY18" fmla="*/ 1282250 h 1544187"/>
                  <a:gd name="connsiteX19" fmla="*/ 1603052 w 1640193"/>
                  <a:gd name="connsiteY19" fmla="*/ 1128898 h 1544187"/>
                  <a:gd name="connsiteX20" fmla="*/ 802952 w 1640193"/>
                  <a:gd name="connsiteY20" fmla="*/ 66860 h 1544187"/>
                  <a:gd name="connsiteX21" fmla="*/ 680079 w 1640193"/>
                  <a:gd name="connsiteY21" fmla="*/ 4948 h 1544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0193" h="1544187">
                    <a:moveTo>
                      <a:pt x="159062" y="1544188"/>
                    </a:moveTo>
                    <a:cubicBezTo>
                      <a:pt x="109532" y="1544188"/>
                      <a:pt x="62859" y="1521328"/>
                      <a:pt x="32379" y="1480370"/>
                    </a:cubicBezTo>
                    <a:cubicBezTo>
                      <a:pt x="-2863" y="1434650"/>
                      <a:pt x="-9531" y="1374643"/>
                      <a:pt x="13329" y="1321303"/>
                    </a:cubicBezTo>
                    <a:lnTo>
                      <a:pt x="532442" y="97340"/>
                    </a:lnTo>
                    <a:cubicBezTo>
                      <a:pt x="555302" y="44000"/>
                      <a:pt x="602927" y="7805"/>
                      <a:pt x="660077" y="1138"/>
                    </a:cubicBezTo>
                    <a:cubicBezTo>
                      <a:pt x="717227" y="-5530"/>
                      <a:pt x="772472" y="17330"/>
                      <a:pt x="806762" y="64003"/>
                    </a:cubicBezTo>
                    <a:lnTo>
                      <a:pt x="1607814" y="1126040"/>
                    </a:lnTo>
                    <a:cubicBezTo>
                      <a:pt x="1643057" y="1171760"/>
                      <a:pt x="1649724" y="1231768"/>
                      <a:pt x="1626864" y="1285108"/>
                    </a:cubicBezTo>
                    <a:cubicBezTo>
                      <a:pt x="1604004" y="1338448"/>
                      <a:pt x="1556379" y="1374643"/>
                      <a:pt x="1499229" y="1381310"/>
                    </a:cubicBezTo>
                    <a:lnTo>
                      <a:pt x="179064" y="1543235"/>
                    </a:lnTo>
                    <a:cubicBezTo>
                      <a:pt x="172397" y="1544188"/>
                      <a:pt x="165729" y="1544188"/>
                      <a:pt x="159062" y="1544188"/>
                    </a:cubicBezTo>
                    <a:close/>
                    <a:moveTo>
                      <a:pt x="680079" y="4948"/>
                    </a:moveTo>
                    <a:cubicBezTo>
                      <a:pt x="673412" y="4948"/>
                      <a:pt x="666744" y="4948"/>
                      <a:pt x="661029" y="5900"/>
                    </a:cubicBezTo>
                    <a:cubicBezTo>
                      <a:pt x="605784" y="12568"/>
                      <a:pt x="559112" y="47810"/>
                      <a:pt x="538157" y="99245"/>
                    </a:cubicBezTo>
                    <a:lnTo>
                      <a:pt x="18092" y="1324160"/>
                    </a:lnTo>
                    <a:cubicBezTo>
                      <a:pt x="-3816" y="1375595"/>
                      <a:pt x="2852" y="1432745"/>
                      <a:pt x="37142" y="1477513"/>
                    </a:cubicBezTo>
                    <a:cubicBezTo>
                      <a:pt x="70479" y="1522280"/>
                      <a:pt x="123819" y="1544188"/>
                      <a:pt x="179064" y="1537520"/>
                    </a:cubicBezTo>
                    <a:lnTo>
                      <a:pt x="1499229" y="1375595"/>
                    </a:lnTo>
                    <a:cubicBezTo>
                      <a:pt x="1554474" y="1368928"/>
                      <a:pt x="1601147" y="1333685"/>
                      <a:pt x="1622102" y="1282250"/>
                    </a:cubicBezTo>
                    <a:cubicBezTo>
                      <a:pt x="1644009" y="1230815"/>
                      <a:pt x="1637342" y="1173665"/>
                      <a:pt x="1603052" y="1128898"/>
                    </a:cubicBezTo>
                    <a:lnTo>
                      <a:pt x="802952" y="66860"/>
                    </a:lnTo>
                    <a:cubicBezTo>
                      <a:pt x="773424" y="27808"/>
                      <a:pt x="728657" y="4948"/>
                      <a:pt x="680079" y="4948"/>
                    </a:cubicBezTo>
                    <a:close/>
                  </a:path>
                </a:pathLst>
              </a:custGeom>
              <a:grpFill/>
              <a:ln w="9525" cap="flat">
                <a:noFill/>
                <a:prstDash val="solid"/>
                <a:miter/>
              </a:ln>
            </p:spPr>
            <p:txBody>
              <a:bodyPr rtlCol="0" anchor="ctr"/>
              <a:lstStyle/>
              <a:p>
                <a:endParaRPr lang="en-US" sz="1730" dirty="0"/>
              </a:p>
            </p:txBody>
          </p:sp>
          <p:sp>
            <p:nvSpPr>
              <p:cNvPr id="59" name="Freeform: Shape 58">
                <a:extLst>
                  <a:ext uri="{FF2B5EF4-FFF2-40B4-BE49-F238E27FC236}">
                    <a16:creationId xmlns:a16="http://schemas.microsoft.com/office/drawing/2014/main" id="{6A50715D-06C2-4A50-B805-7C779755D7AD}"/>
                  </a:ext>
                </a:extLst>
              </p:cNvPr>
              <p:cNvSpPr/>
              <p:nvPr/>
            </p:nvSpPr>
            <p:spPr>
              <a:xfrm>
                <a:off x="5184232" y="2459493"/>
                <a:ext cx="1623190" cy="1584503"/>
              </a:xfrm>
              <a:custGeom>
                <a:avLst/>
                <a:gdLst>
                  <a:gd name="connsiteX0" fmla="*/ 1462629 w 1623190"/>
                  <a:gd name="connsiteY0" fmla="*/ 1584504 h 1584503"/>
                  <a:gd name="connsiteX1" fmla="*/ 1428339 w 1623190"/>
                  <a:gd name="connsiteY1" fmla="*/ 1580694 h 1584503"/>
                  <a:gd name="connsiteX2" fmla="*/ 127224 w 1623190"/>
                  <a:gd name="connsiteY2" fmla="*/ 1304469 h 1584503"/>
                  <a:gd name="connsiteX3" fmla="*/ 8162 w 1623190"/>
                  <a:gd name="connsiteY3" fmla="*/ 1197789 h 1584503"/>
                  <a:gd name="connsiteX4" fmla="*/ 41499 w 1623190"/>
                  <a:gd name="connsiteY4" fmla="*/ 1041579 h 1584503"/>
                  <a:gd name="connsiteX5" fmla="*/ 932087 w 1623190"/>
                  <a:gd name="connsiteY5" fmla="*/ 52884 h 1584503"/>
                  <a:gd name="connsiteX6" fmla="*/ 1084487 w 1623190"/>
                  <a:gd name="connsiteY6" fmla="*/ 3354 h 1584503"/>
                  <a:gd name="connsiteX7" fmla="*/ 1203549 w 1623190"/>
                  <a:gd name="connsiteY7" fmla="*/ 110034 h 1584503"/>
                  <a:gd name="connsiteX8" fmla="*/ 1615029 w 1623190"/>
                  <a:gd name="connsiteY8" fmla="*/ 1374954 h 1584503"/>
                  <a:gd name="connsiteX9" fmla="*/ 1581692 w 1623190"/>
                  <a:gd name="connsiteY9" fmla="*/ 1531164 h 1584503"/>
                  <a:gd name="connsiteX10" fmla="*/ 1462629 w 1623190"/>
                  <a:gd name="connsiteY10" fmla="*/ 1584504 h 1584503"/>
                  <a:gd name="connsiteX11" fmla="*/ 1050197 w 1623190"/>
                  <a:gd name="connsiteY11" fmla="*/ 5259 h 1584503"/>
                  <a:gd name="connsiteX12" fmla="*/ 935897 w 1623190"/>
                  <a:gd name="connsiteY12" fmla="*/ 56694 h 1584503"/>
                  <a:gd name="connsiteX13" fmla="*/ 45309 w 1623190"/>
                  <a:gd name="connsiteY13" fmla="*/ 1044436 h 1584503"/>
                  <a:gd name="connsiteX14" fmla="*/ 12924 w 1623190"/>
                  <a:gd name="connsiteY14" fmla="*/ 1194931 h 1584503"/>
                  <a:gd name="connsiteX15" fmla="*/ 127224 w 1623190"/>
                  <a:gd name="connsiteY15" fmla="*/ 1297801 h 1584503"/>
                  <a:gd name="connsiteX16" fmla="*/ 1428339 w 1623190"/>
                  <a:gd name="connsiteY16" fmla="*/ 1574026 h 1584503"/>
                  <a:gd name="connsiteX17" fmla="*/ 1575024 w 1623190"/>
                  <a:gd name="connsiteY17" fmla="*/ 1526401 h 1584503"/>
                  <a:gd name="connsiteX18" fmla="*/ 1607409 w 1623190"/>
                  <a:gd name="connsiteY18" fmla="*/ 1375906 h 1584503"/>
                  <a:gd name="connsiteX19" fmla="*/ 1197834 w 1623190"/>
                  <a:gd name="connsiteY19" fmla="*/ 111939 h 1584503"/>
                  <a:gd name="connsiteX20" fmla="*/ 1083534 w 1623190"/>
                  <a:gd name="connsiteY20" fmla="*/ 9069 h 1584503"/>
                  <a:gd name="connsiteX21" fmla="*/ 1050197 w 1623190"/>
                  <a:gd name="connsiteY21" fmla="*/ 5259 h 15845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23190" h="1584503">
                    <a:moveTo>
                      <a:pt x="1462629" y="1584504"/>
                    </a:moveTo>
                    <a:cubicBezTo>
                      <a:pt x="1451199" y="1584504"/>
                      <a:pt x="1439769" y="1583551"/>
                      <a:pt x="1428339" y="1580694"/>
                    </a:cubicBezTo>
                    <a:lnTo>
                      <a:pt x="127224" y="1304469"/>
                    </a:lnTo>
                    <a:cubicBezTo>
                      <a:pt x="71027" y="1292086"/>
                      <a:pt x="26259" y="1252081"/>
                      <a:pt x="8162" y="1197789"/>
                    </a:cubicBezTo>
                    <a:cubicBezTo>
                      <a:pt x="-9936" y="1142544"/>
                      <a:pt x="2447" y="1084441"/>
                      <a:pt x="41499" y="1041579"/>
                    </a:cubicBezTo>
                    <a:lnTo>
                      <a:pt x="932087" y="52884"/>
                    </a:lnTo>
                    <a:cubicBezTo>
                      <a:pt x="971139" y="10021"/>
                      <a:pt x="1027337" y="-8076"/>
                      <a:pt x="1084487" y="3354"/>
                    </a:cubicBezTo>
                    <a:cubicBezTo>
                      <a:pt x="1140684" y="15736"/>
                      <a:pt x="1185452" y="55741"/>
                      <a:pt x="1203549" y="110034"/>
                    </a:cubicBezTo>
                    <a:lnTo>
                      <a:pt x="1615029" y="1374954"/>
                    </a:lnTo>
                    <a:cubicBezTo>
                      <a:pt x="1633127" y="1430199"/>
                      <a:pt x="1620744" y="1488301"/>
                      <a:pt x="1581692" y="1531164"/>
                    </a:cubicBezTo>
                    <a:cubicBezTo>
                      <a:pt x="1549307" y="1566406"/>
                      <a:pt x="1507397" y="1584504"/>
                      <a:pt x="1462629" y="1584504"/>
                    </a:cubicBezTo>
                    <a:close/>
                    <a:moveTo>
                      <a:pt x="1050197" y="5259"/>
                    </a:moveTo>
                    <a:cubicBezTo>
                      <a:pt x="1007334" y="5259"/>
                      <a:pt x="966377" y="23356"/>
                      <a:pt x="935897" y="56694"/>
                    </a:cubicBezTo>
                    <a:lnTo>
                      <a:pt x="45309" y="1044436"/>
                    </a:lnTo>
                    <a:cubicBezTo>
                      <a:pt x="8162" y="1086346"/>
                      <a:pt x="-4221" y="1142544"/>
                      <a:pt x="12924" y="1194931"/>
                    </a:cubicBezTo>
                    <a:cubicBezTo>
                      <a:pt x="30069" y="1248271"/>
                      <a:pt x="72932" y="1286371"/>
                      <a:pt x="127224" y="1297801"/>
                    </a:cubicBezTo>
                    <a:lnTo>
                      <a:pt x="1428339" y="1574026"/>
                    </a:lnTo>
                    <a:cubicBezTo>
                      <a:pt x="1482632" y="1585456"/>
                      <a:pt x="1537877" y="1567359"/>
                      <a:pt x="1575024" y="1526401"/>
                    </a:cubicBezTo>
                    <a:cubicBezTo>
                      <a:pt x="1612172" y="1484491"/>
                      <a:pt x="1624554" y="1428294"/>
                      <a:pt x="1607409" y="1375906"/>
                    </a:cubicBezTo>
                    <a:lnTo>
                      <a:pt x="1197834" y="111939"/>
                    </a:lnTo>
                    <a:cubicBezTo>
                      <a:pt x="1180689" y="58599"/>
                      <a:pt x="1137827" y="20499"/>
                      <a:pt x="1083534" y="9069"/>
                    </a:cubicBezTo>
                    <a:cubicBezTo>
                      <a:pt x="1072104" y="6211"/>
                      <a:pt x="1060674" y="5259"/>
                      <a:pt x="1050197" y="5259"/>
                    </a:cubicBezTo>
                    <a:close/>
                  </a:path>
                </a:pathLst>
              </a:custGeom>
              <a:grpFill/>
              <a:ln w="9525" cap="flat">
                <a:noFill/>
                <a:prstDash val="solid"/>
                <a:miter/>
              </a:ln>
            </p:spPr>
            <p:txBody>
              <a:bodyPr rtlCol="0" anchor="ctr"/>
              <a:lstStyle/>
              <a:p>
                <a:endParaRPr lang="en-US" sz="1730" dirty="0"/>
              </a:p>
            </p:txBody>
          </p:sp>
          <p:sp>
            <p:nvSpPr>
              <p:cNvPr id="60" name="Freeform: Shape 59">
                <a:extLst>
                  <a:ext uri="{FF2B5EF4-FFF2-40B4-BE49-F238E27FC236}">
                    <a16:creationId xmlns:a16="http://schemas.microsoft.com/office/drawing/2014/main" id="{76CB3FBA-91B0-4DCE-AC92-F9A18FF4D65A}"/>
                  </a:ext>
                </a:extLst>
              </p:cNvPr>
              <p:cNvSpPr/>
              <p:nvPr/>
            </p:nvSpPr>
            <p:spPr>
              <a:xfrm>
                <a:off x="5197133" y="2512353"/>
                <a:ext cx="1483088" cy="1650706"/>
              </a:xfrm>
              <a:custGeom>
                <a:avLst/>
                <a:gdLst>
                  <a:gd name="connsiteX0" fmla="*/ 1300186 w 1483088"/>
                  <a:gd name="connsiteY0" fmla="*/ 1650706 h 1650706"/>
                  <a:gd name="connsiteX1" fmla="*/ 1218271 w 1483088"/>
                  <a:gd name="connsiteY1" fmla="*/ 1627846 h 1650706"/>
                  <a:gd name="connsiteX2" fmla="*/ 77176 w 1483088"/>
                  <a:gd name="connsiteY2" fmla="*/ 942046 h 1650706"/>
                  <a:gd name="connsiteX3" fmla="*/ 23 w 1483088"/>
                  <a:gd name="connsiteY3" fmla="*/ 802029 h 1650706"/>
                  <a:gd name="connsiteX4" fmla="*/ 81938 w 1483088"/>
                  <a:gd name="connsiteY4" fmla="*/ 664869 h 1650706"/>
                  <a:gd name="connsiteX5" fmla="*/ 1245893 w 1483088"/>
                  <a:gd name="connsiteY5" fmla="*/ 20026 h 1650706"/>
                  <a:gd name="connsiteX6" fmla="*/ 1405913 w 1483088"/>
                  <a:gd name="connsiteY6" fmla="*/ 22884 h 1650706"/>
                  <a:gd name="connsiteX7" fmla="*/ 1483066 w 1483088"/>
                  <a:gd name="connsiteY7" fmla="*/ 162901 h 1650706"/>
                  <a:gd name="connsiteX8" fmla="*/ 1460206 w 1483088"/>
                  <a:gd name="connsiteY8" fmla="*/ 1493544 h 1650706"/>
                  <a:gd name="connsiteX9" fmla="*/ 1378291 w 1483088"/>
                  <a:gd name="connsiteY9" fmla="*/ 1630704 h 1650706"/>
                  <a:gd name="connsiteX10" fmla="*/ 1300186 w 1483088"/>
                  <a:gd name="connsiteY10" fmla="*/ 1650706 h 1650706"/>
                  <a:gd name="connsiteX11" fmla="*/ 1323046 w 1483088"/>
                  <a:gd name="connsiteY11" fmla="*/ 5739 h 1650706"/>
                  <a:gd name="connsiteX12" fmla="*/ 1247798 w 1483088"/>
                  <a:gd name="connsiteY12" fmla="*/ 25741 h 1650706"/>
                  <a:gd name="connsiteX13" fmla="*/ 84796 w 1483088"/>
                  <a:gd name="connsiteY13" fmla="*/ 669631 h 1650706"/>
                  <a:gd name="connsiteX14" fmla="*/ 5738 w 1483088"/>
                  <a:gd name="connsiteY14" fmla="*/ 802029 h 1650706"/>
                  <a:gd name="connsiteX15" fmla="*/ 80033 w 1483088"/>
                  <a:gd name="connsiteY15" fmla="*/ 937284 h 1650706"/>
                  <a:gd name="connsiteX16" fmla="*/ 1220176 w 1483088"/>
                  <a:gd name="connsiteY16" fmla="*/ 1622131 h 1650706"/>
                  <a:gd name="connsiteX17" fmla="*/ 1374481 w 1483088"/>
                  <a:gd name="connsiteY17" fmla="*/ 1624989 h 1650706"/>
                  <a:gd name="connsiteX18" fmla="*/ 1453538 w 1483088"/>
                  <a:gd name="connsiteY18" fmla="*/ 1492591 h 1650706"/>
                  <a:gd name="connsiteX19" fmla="*/ 1456396 w 1483088"/>
                  <a:gd name="connsiteY19" fmla="*/ 1492591 h 1650706"/>
                  <a:gd name="connsiteX20" fmla="*/ 1453538 w 1483088"/>
                  <a:gd name="connsiteY20" fmla="*/ 1492591 h 1650706"/>
                  <a:gd name="connsiteX21" fmla="*/ 1476398 w 1483088"/>
                  <a:gd name="connsiteY21" fmla="*/ 161949 h 1650706"/>
                  <a:gd name="connsiteX22" fmla="*/ 1401151 w 1483088"/>
                  <a:gd name="connsiteY22" fmla="*/ 26694 h 1650706"/>
                  <a:gd name="connsiteX23" fmla="*/ 1323046 w 1483088"/>
                  <a:gd name="connsiteY23" fmla="*/ 5739 h 1650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483088" h="1650706">
                    <a:moveTo>
                      <a:pt x="1300186" y="1650706"/>
                    </a:moveTo>
                    <a:cubicBezTo>
                      <a:pt x="1271611" y="1650706"/>
                      <a:pt x="1243036" y="1643086"/>
                      <a:pt x="1218271" y="1627846"/>
                    </a:cubicBezTo>
                    <a:lnTo>
                      <a:pt x="77176" y="942046"/>
                    </a:lnTo>
                    <a:cubicBezTo>
                      <a:pt x="27646" y="912519"/>
                      <a:pt x="-929" y="860131"/>
                      <a:pt x="23" y="802029"/>
                    </a:cubicBezTo>
                    <a:cubicBezTo>
                      <a:pt x="976" y="743926"/>
                      <a:pt x="31456" y="693444"/>
                      <a:pt x="81938" y="664869"/>
                    </a:cubicBezTo>
                    <a:lnTo>
                      <a:pt x="1245893" y="20026"/>
                    </a:lnTo>
                    <a:cubicBezTo>
                      <a:pt x="1296376" y="-7596"/>
                      <a:pt x="1356383" y="-6644"/>
                      <a:pt x="1405913" y="22884"/>
                    </a:cubicBezTo>
                    <a:cubicBezTo>
                      <a:pt x="1455443" y="52411"/>
                      <a:pt x="1484018" y="104799"/>
                      <a:pt x="1483066" y="162901"/>
                    </a:cubicBezTo>
                    <a:lnTo>
                      <a:pt x="1460206" y="1493544"/>
                    </a:lnTo>
                    <a:cubicBezTo>
                      <a:pt x="1459253" y="1551646"/>
                      <a:pt x="1428773" y="1602129"/>
                      <a:pt x="1378291" y="1630704"/>
                    </a:cubicBezTo>
                    <a:cubicBezTo>
                      <a:pt x="1353526" y="1644039"/>
                      <a:pt x="1326856" y="1650706"/>
                      <a:pt x="1300186" y="1650706"/>
                    </a:cubicBezTo>
                    <a:close/>
                    <a:moveTo>
                      <a:pt x="1323046" y="5739"/>
                    </a:moveTo>
                    <a:cubicBezTo>
                      <a:pt x="1297328" y="5739"/>
                      <a:pt x="1271611" y="12406"/>
                      <a:pt x="1247798" y="25741"/>
                    </a:cubicBezTo>
                    <a:lnTo>
                      <a:pt x="84796" y="669631"/>
                    </a:lnTo>
                    <a:cubicBezTo>
                      <a:pt x="36218" y="696301"/>
                      <a:pt x="6691" y="745831"/>
                      <a:pt x="5738" y="802029"/>
                    </a:cubicBezTo>
                    <a:cubicBezTo>
                      <a:pt x="4786" y="858226"/>
                      <a:pt x="32408" y="908709"/>
                      <a:pt x="80033" y="937284"/>
                    </a:cubicBezTo>
                    <a:lnTo>
                      <a:pt x="1220176" y="1622131"/>
                    </a:lnTo>
                    <a:cubicBezTo>
                      <a:pt x="1267801" y="1650706"/>
                      <a:pt x="1325903" y="1651659"/>
                      <a:pt x="1374481" y="1624989"/>
                    </a:cubicBezTo>
                    <a:cubicBezTo>
                      <a:pt x="1423058" y="1598319"/>
                      <a:pt x="1452586" y="1548789"/>
                      <a:pt x="1453538" y="1492591"/>
                    </a:cubicBezTo>
                    <a:lnTo>
                      <a:pt x="1456396" y="1492591"/>
                    </a:lnTo>
                    <a:lnTo>
                      <a:pt x="1453538" y="1492591"/>
                    </a:lnTo>
                    <a:lnTo>
                      <a:pt x="1476398" y="161949"/>
                    </a:lnTo>
                    <a:cubicBezTo>
                      <a:pt x="1477351" y="105751"/>
                      <a:pt x="1449728" y="55269"/>
                      <a:pt x="1401151" y="26694"/>
                    </a:cubicBezTo>
                    <a:cubicBezTo>
                      <a:pt x="1378291" y="13359"/>
                      <a:pt x="1350668" y="5739"/>
                      <a:pt x="1323046" y="5739"/>
                    </a:cubicBezTo>
                    <a:close/>
                  </a:path>
                </a:pathLst>
              </a:custGeom>
              <a:grpFill/>
              <a:ln w="9525" cap="flat">
                <a:noFill/>
                <a:prstDash val="solid"/>
                <a:miter/>
              </a:ln>
            </p:spPr>
            <p:txBody>
              <a:bodyPr rtlCol="0" anchor="ctr"/>
              <a:lstStyle/>
              <a:p>
                <a:endParaRPr lang="en-US" sz="1730" dirty="0"/>
              </a:p>
            </p:txBody>
          </p:sp>
          <p:sp>
            <p:nvSpPr>
              <p:cNvPr id="61" name="Freeform: Shape 60">
                <a:extLst>
                  <a:ext uri="{FF2B5EF4-FFF2-40B4-BE49-F238E27FC236}">
                    <a16:creationId xmlns:a16="http://schemas.microsoft.com/office/drawing/2014/main" id="{22045ED4-534F-4B15-8795-D2C7547978FE}"/>
                  </a:ext>
                </a:extLst>
              </p:cNvPr>
              <p:cNvSpPr/>
              <p:nvPr/>
            </p:nvSpPr>
            <p:spPr>
              <a:xfrm>
                <a:off x="5302425" y="2655449"/>
                <a:ext cx="1631597" cy="1570475"/>
              </a:xfrm>
              <a:custGeom>
                <a:avLst/>
                <a:gdLst>
                  <a:gd name="connsiteX0" fmla="*/ 1014871 w 1631597"/>
                  <a:gd name="connsiteY0" fmla="*/ 1570476 h 1570475"/>
                  <a:gd name="connsiteX1" fmla="*/ 892951 w 1631597"/>
                  <a:gd name="connsiteY1" fmla="*/ 1513326 h 1570475"/>
                  <a:gd name="connsiteX2" fmla="*/ 37606 w 1631597"/>
                  <a:gd name="connsiteY2" fmla="*/ 494151 h 1570475"/>
                  <a:gd name="connsiteX3" fmla="*/ 9984 w 1631597"/>
                  <a:gd name="connsiteY3" fmla="*/ 336988 h 1570475"/>
                  <a:gd name="connsiteX4" fmla="*/ 132856 w 1631597"/>
                  <a:gd name="connsiteY4" fmla="*/ 234118 h 1570475"/>
                  <a:gd name="connsiteX5" fmla="*/ 1443496 w 1631597"/>
                  <a:gd name="connsiteY5" fmla="*/ 2660 h 1570475"/>
                  <a:gd name="connsiteX6" fmla="*/ 1593991 w 1631597"/>
                  <a:gd name="connsiteY6" fmla="*/ 56953 h 1570475"/>
                  <a:gd name="connsiteX7" fmla="*/ 1621614 w 1631597"/>
                  <a:gd name="connsiteY7" fmla="*/ 214115 h 1570475"/>
                  <a:gd name="connsiteX8" fmla="*/ 1166319 w 1631597"/>
                  <a:gd name="connsiteY8" fmla="*/ 1464748 h 1570475"/>
                  <a:gd name="connsiteX9" fmla="*/ 1043446 w 1631597"/>
                  <a:gd name="connsiteY9" fmla="*/ 1567618 h 1570475"/>
                  <a:gd name="connsiteX10" fmla="*/ 1014871 w 1631597"/>
                  <a:gd name="connsiteY10" fmla="*/ 1570476 h 1570475"/>
                  <a:gd name="connsiteX11" fmla="*/ 1471119 w 1631597"/>
                  <a:gd name="connsiteY11" fmla="*/ 6470 h 1570475"/>
                  <a:gd name="connsiteX12" fmla="*/ 1443496 w 1631597"/>
                  <a:gd name="connsiteY12" fmla="*/ 9328 h 1570475"/>
                  <a:gd name="connsiteX13" fmla="*/ 133809 w 1631597"/>
                  <a:gd name="connsiteY13" fmla="*/ 239833 h 1570475"/>
                  <a:gd name="connsiteX14" fmla="*/ 15699 w 1631597"/>
                  <a:gd name="connsiteY14" fmla="*/ 338893 h 1570475"/>
                  <a:gd name="connsiteX15" fmla="*/ 42369 w 1631597"/>
                  <a:gd name="connsiteY15" fmla="*/ 491293 h 1570475"/>
                  <a:gd name="connsiteX16" fmla="*/ 897714 w 1631597"/>
                  <a:gd name="connsiteY16" fmla="*/ 1510468 h 1570475"/>
                  <a:gd name="connsiteX17" fmla="*/ 1042494 w 1631597"/>
                  <a:gd name="connsiteY17" fmla="*/ 1562856 h 1570475"/>
                  <a:gd name="connsiteX18" fmla="*/ 1160604 w 1631597"/>
                  <a:gd name="connsiteY18" fmla="*/ 1463796 h 1570475"/>
                  <a:gd name="connsiteX19" fmla="*/ 1163461 w 1631597"/>
                  <a:gd name="connsiteY19" fmla="*/ 1464748 h 1570475"/>
                  <a:gd name="connsiteX20" fmla="*/ 1160604 w 1631597"/>
                  <a:gd name="connsiteY20" fmla="*/ 1463796 h 1570475"/>
                  <a:gd name="connsiteX21" fmla="*/ 1615899 w 1631597"/>
                  <a:gd name="connsiteY21" fmla="*/ 213163 h 1570475"/>
                  <a:gd name="connsiteX22" fmla="*/ 1589229 w 1631597"/>
                  <a:gd name="connsiteY22" fmla="*/ 60763 h 1570475"/>
                  <a:gd name="connsiteX23" fmla="*/ 1471119 w 1631597"/>
                  <a:gd name="connsiteY23" fmla="*/ 6470 h 1570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31597" h="1570475">
                    <a:moveTo>
                      <a:pt x="1014871" y="1570476"/>
                    </a:moveTo>
                    <a:cubicBezTo>
                      <a:pt x="968199" y="1570476"/>
                      <a:pt x="924384" y="1550473"/>
                      <a:pt x="892951" y="1513326"/>
                    </a:cubicBezTo>
                    <a:lnTo>
                      <a:pt x="37606" y="494151"/>
                    </a:lnTo>
                    <a:cubicBezTo>
                      <a:pt x="459" y="450336"/>
                      <a:pt x="-10019" y="391281"/>
                      <a:pt x="9984" y="336988"/>
                    </a:cubicBezTo>
                    <a:cubicBezTo>
                      <a:pt x="29986" y="282695"/>
                      <a:pt x="75706" y="244595"/>
                      <a:pt x="132856" y="234118"/>
                    </a:cubicBezTo>
                    <a:lnTo>
                      <a:pt x="1443496" y="2660"/>
                    </a:lnTo>
                    <a:cubicBezTo>
                      <a:pt x="1500646" y="-7817"/>
                      <a:pt x="1556844" y="13138"/>
                      <a:pt x="1593991" y="56953"/>
                    </a:cubicBezTo>
                    <a:cubicBezTo>
                      <a:pt x="1631139" y="100768"/>
                      <a:pt x="1641616" y="159823"/>
                      <a:pt x="1621614" y="214115"/>
                    </a:cubicBezTo>
                    <a:lnTo>
                      <a:pt x="1166319" y="1464748"/>
                    </a:lnTo>
                    <a:cubicBezTo>
                      <a:pt x="1146316" y="1519041"/>
                      <a:pt x="1100596" y="1557141"/>
                      <a:pt x="1043446" y="1567618"/>
                    </a:cubicBezTo>
                    <a:cubicBezTo>
                      <a:pt x="1033921" y="1569523"/>
                      <a:pt x="1024396" y="1570476"/>
                      <a:pt x="1014871" y="1570476"/>
                    </a:cubicBezTo>
                    <a:close/>
                    <a:moveTo>
                      <a:pt x="1471119" y="6470"/>
                    </a:moveTo>
                    <a:cubicBezTo>
                      <a:pt x="1461594" y="6470"/>
                      <a:pt x="1453021" y="7423"/>
                      <a:pt x="1443496" y="9328"/>
                    </a:cubicBezTo>
                    <a:lnTo>
                      <a:pt x="133809" y="239833"/>
                    </a:lnTo>
                    <a:cubicBezTo>
                      <a:pt x="78564" y="249358"/>
                      <a:pt x="34749" y="286506"/>
                      <a:pt x="15699" y="338893"/>
                    </a:cubicBezTo>
                    <a:cubicBezTo>
                      <a:pt x="-3351" y="391281"/>
                      <a:pt x="6174" y="448430"/>
                      <a:pt x="42369" y="491293"/>
                    </a:cubicBezTo>
                    <a:lnTo>
                      <a:pt x="897714" y="1510468"/>
                    </a:lnTo>
                    <a:cubicBezTo>
                      <a:pt x="933909" y="1553331"/>
                      <a:pt x="988201" y="1573333"/>
                      <a:pt x="1042494" y="1562856"/>
                    </a:cubicBezTo>
                    <a:cubicBezTo>
                      <a:pt x="1097739" y="1553331"/>
                      <a:pt x="1141554" y="1516183"/>
                      <a:pt x="1160604" y="1463796"/>
                    </a:cubicBezTo>
                    <a:lnTo>
                      <a:pt x="1163461" y="1464748"/>
                    </a:lnTo>
                    <a:lnTo>
                      <a:pt x="1160604" y="1463796"/>
                    </a:lnTo>
                    <a:lnTo>
                      <a:pt x="1615899" y="213163"/>
                    </a:lnTo>
                    <a:cubicBezTo>
                      <a:pt x="1634949" y="160775"/>
                      <a:pt x="1625424" y="103625"/>
                      <a:pt x="1589229" y="60763"/>
                    </a:cubicBezTo>
                    <a:cubicBezTo>
                      <a:pt x="1558749" y="25520"/>
                      <a:pt x="1515886" y="6470"/>
                      <a:pt x="1471119" y="6470"/>
                    </a:cubicBezTo>
                    <a:close/>
                  </a:path>
                </a:pathLst>
              </a:custGeom>
              <a:grpFill/>
              <a:ln w="9525" cap="flat">
                <a:noFill/>
                <a:prstDash val="solid"/>
                <a:miter/>
              </a:ln>
            </p:spPr>
            <p:txBody>
              <a:bodyPr rtlCol="0" anchor="ctr"/>
              <a:lstStyle/>
              <a:p>
                <a:endParaRPr lang="en-US" sz="1730" dirty="0"/>
              </a:p>
            </p:txBody>
          </p:sp>
          <p:sp>
            <p:nvSpPr>
              <p:cNvPr id="62" name="Freeform: Shape 61">
                <a:extLst>
                  <a:ext uri="{FF2B5EF4-FFF2-40B4-BE49-F238E27FC236}">
                    <a16:creationId xmlns:a16="http://schemas.microsoft.com/office/drawing/2014/main" id="{FEE68F87-0B6B-4885-866B-61423AE3724E}"/>
                  </a:ext>
                </a:extLst>
              </p:cNvPr>
              <p:cNvSpPr/>
              <p:nvPr/>
            </p:nvSpPr>
            <p:spPr>
              <a:xfrm>
                <a:off x="5490992" y="2665438"/>
                <a:ext cx="1634512" cy="1562390"/>
              </a:xfrm>
              <a:custGeom>
                <a:avLst/>
                <a:gdLst>
                  <a:gd name="connsiteX0" fmla="*/ 637710 w 1634512"/>
                  <a:gd name="connsiteY0" fmla="*/ 1562391 h 1562390"/>
                  <a:gd name="connsiteX1" fmla="*/ 611992 w 1634512"/>
                  <a:gd name="connsiteY1" fmla="*/ 1560486 h 1562390"/>
                  <a:gd name="connsiteX2" fmla="*/ 488167 w 1634512"/>
                  <a:gd name="connsiteY2" fmla="*/ 1459521 h 1562390"/>
                  <a:gd name="connsiteX3" fmla="*/ 10965 w 1634512"/>
                  <a:gd name="connsiteY3" fmla="*/ 217461 h 1562390"/>
                  <a:gd name="connsiteX4" fmla="*/ 35730 w 1634512"/>
                  <a:gd name="connsiteY4" fmla="*/ 59346 h 1562390"/>
                  <a:gd name="connsiteX5" fmla="*/ 185272 w 1634512"/>
                  <a:gd name="connsiteY5" fmla="*/ 2196 h 1562390"/>
                  <a:gd name="connsiteX6" fmla="*/ 1499723 w 1634512"/>
                  <a:gd name="connsiteY6" fmla="*/ 209841 h 1562390"/>
                  <a:gd name="connsiteX7" fmla="*/ 1623548 w 1634512"/>
                  <a:gd name="connsiteY7" fmla="*/ 310806 h 1562390"/>
                  <a:gd name="connsiteX8" fmla="*/ 1598782 w 1634512"/>
                  <a:gd name="connsiteY8" fmla="*/ 468921 h 1562390"/>
                  <a:gd name="connsiteX9" fmla="*/ 761535 w 1634512"/>
                  <a:gd name="connsiteY9" fmla="*/ 1502383 h 1562390"/>
                  <a:gd name="connsiteX10" fmla="*/ 759630 w 1634512"/>
                  <a:gd name="connsiteY10" fmla="*/ 1500478 h 1562390"/>
                  <a:gd name="connsiteX11" fmla="*/ 761535 w 1634512"/>
                  <a:gd name="connsiteY11" fmla="*/ 1502383 h 1562390"/>
                  <a:gd name="connsiteX12" fmla="*/ 637710 w 1634512"/>
                  <a:gd name="connsiteY12" fmla="*/ 1562391 h 1562390"/>
                  <a:gd name="connsiteX13" fmla="*/ 159555 w 1634512"/>
                  <a:gd name="connsiteY13" fmla="*/ 6006 h 1562390"/>
                  <a:gd name="connsiteX14" fmla="*/ 40492 w 1634512"/>
                  <a:gd name="connsiteY14" fmla="*/ 63156 h 1562390"/>
                  <a:gd name="connsiteX15" fmla="*/ 16680 w 1634512"/>
                  <a:gd name="connsiteY15" fmla="*/ 215556 h 1562390"/>
                  <a:gd name="connsiteX16" fmla="*/ 493882 w 1634512"/>
                  <a:gd name="connsiteY16" fmla="*/ 1457616 h 1562390"/>
                  <a:gd name="connsiteX17" fmla="*/ 613897 w 1634512"/>
                  <a:gd name="connsiteY17" fmla="*/ 1554771 h 1562390"/>
                  <a:gd name="connsiteX18" fmla="*/ 757725 w 1634512"/>
                  <a:gd name="connsiteY18" fmla="*/ 1499526 h 1562390"/>
                  <a:gd name="connsiteX19" fmla="*/ 1594020 w 1634512"/>
                  <a:gd name="connsiteY19" fmla="*/ 465111 h 1562390"/>
                  <a:gd name="connsiteX20" fmla="*/ 1617832 w 1634512"/>
                  <a:gd name="connsiteY20" fmla="*/ 312711 h 1562390"/>
                  <a:gd name="connsiteX21" fmla="*/ 1497817 w 1634512"/>
                  <a:gd name="connsiteY21" fmla="*/ 215556 h 1562390"/>
                  <a:gd name="connsiteX22" fmla="*/ 184320 w 1634512"/>
                  <a:gd name="connsiteY22" fmla="*/ 7911 h 1562390"/>
                  <a:gd name="connsiteX23" fmla="*/ 159555 w 1634512"/>
                  <a:gd name="connsiteY23" fmla="*/ 6006 h 1562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34512" h="1562390">
                    <a:moveTo>
                      <a:pt x="637710" y="1562391"/>
                    </a:moveTo>
                    <a:cubicBezTo>
                      <a:pt x="629137" y="1562391"/>
                      <a:pt x="620565" y="1561438"/>
                      <a:pt x="611992" y="1560486"/>
                    </a:cubicBezTo>
                    <a:cubicBezTo>
                      <a:pt x="554842" y="1551913"/>
                      <a:pt x="508170" y="1513813"/>
                      <a:pt x="488167" y="1459521"/>
                    </a:cubicBezTo>
                    <a:lnTo>
                      <a:pt x="10965" y="217461"/>
                    </a:lnTo>
                    <a:cubicBezTo>
                      <a:pt x="-9990" y="163168"/>
                      <a:pt x="-465" y="104113"/>
                      <a:pt x="35730" y="59346"/>
                    </a:cubicBezTo>
                    <a:cubicBezTo>
                      <a:pt x="71925" y="14578"/>
                      <a:pt x="128122" y="-7329"/>
                      <a:pt x="185272" y="2196"/>
                    </a:cubicBezTo>
                    <a:lnTo>
                      <a:pt x="1499723" y="209841"/>
                    </a:lnTo>
                    <a:cubicBezTo>
                      <a:pt x="1556873" y="218413"/>
                      <a:pt x="1603545" y="256513"/>
                      <a:pt x="1623548" y="310806"/>
                    </a:cubicBezTo>
                    <a:cubicBezTo>
                      <a:pt x="1644502" y="365098"/>
                      <a:pt x="1634977" y="424153"/>
                      <a:pt x="1598782" y="468921"/>
                    </a:cubicBezTo>
                    <a:lnTo>
                      <a:pt x="761535" y="1502383"/>
                    </a:lnTo>
                    <a:lnTo>
                      <a:pt x="759630" y="1500478"/>
                    </a:lnTo>
                    <a:lnTo>
                      <a:pt x="761535" y="1502383"/>
                    </a:lnTo>
                    <a:cubicBezTo>
                      <a:pt x="730102" y="1541436"/>
                      <a:pt x="685335" y="1562391"/>
                      <a:pt x="637710" y="1562391"/>
                    </a:cubicBezTo>
                    <a:close/>
                    <a:moveTo>
                      <a:pt x="159555" y="6006"/>
                    </a:moveTo>
                    <a:cubicBezTo>
                      <a:pt x="113835" y="6006"/>
                      <a:pt x="70020" y="26008"/>
                      <a:pt x="40492" y="63156"/>
                    </a:cubicBezTo>
                    <a:cubicBezTo>
                      <a:pt x="5250" y="106971"/>
                      <a:pt x="-3323" y="163168"/>
                      <a:pt x="16680" y="215556"/>
                    </a:cubicBezTo>
                    <a:lnTo>
                      <a:pt x="493882" y="1457616"/>
                    </a:lnTo>
                    <a:cubicBezTo>
                      <a:pt x="513885" y="1510003"/>
                      <a:pt x="558652" y="1546198"/>
                      <a:pt x="613897" y="1554771"/>
                    </a:cubicBezTo>
                    <a:cubicBezTo>
                      <a:pt x="669142" y="1563343"/>
                      <a:pt x="722482" y="1542388"/>
                      <a:pt x="757725" y="1499526"/>
                    </a:cubicBezTo>
                    <a:lnTo>
                      <a:pt x="1594020" y="465111"/>
                    </a:lnTo>
                    <a:cubicBezTo>
                      <a:pt x="1629262" y="421296"/>
                      <a:pt x="1637835" y="365098"/>
                      <a:pt x="1617832" y="312711"/>
                    </a:cubicBezTo>
                    <a:cubicBezTo>
                      <a:pt x="1597830" y="260323"/>
                      <a:pt x="1553062" y="224128"/>
                      <a:pt x="1497817" y="215556"/>
                    </a:cubicBezTo>
                    <a:lnTo>
                      <a:pt x="184320" y="7911"/>
                    </a:lnTo>
                    <a:cubicBezTo>
                      <a:pt x="175747" y="6958"/>
                      <a:pt x="167175" y="6006"/>
                      <a:pt x="159555" y="6006"/>
                    </a:cubicBezTo>
                    <a:close/>
                  </a:path>
                </a:pathLst>
              </a:custGeom>
              <a:grpFill/>
              <a:ln w="9525" cap="flat">
                <a:noFill/>
                <a:prstDash val="solid"/>
                <a:miter/>
              </a:ln>
            </p:spPr>
            <p:txBody>
              <a:bodyPr rtlCol="0" anchor="ctr"/>
              <a:lstStyle/>
              <a:p>
                <a:endParaRPr lang="en-US" sz="1730" dirty="0"/>
              </a:p>
            </p:txBody>
          </p:sp>
          <p:sp>
            <p:nvSpPr>
              <p:cNvPr id="63" name="Freeform: Shape 62">
                <a:extLst>
                  <a:ext uri="{FF2B5EF4-FFF2-40B4-BE49-F238E27FC236}">
                    <a16:creationId xmlns:a16="http://schemas.microsoft.com/office/drawing/2014/main" id="{E99B4F58-0E6C-41DE-99A2-C3FCE7F11DB0}"/>
                  </a:ext>
                </a:extLst>
              </p:cNvPr>
              <p:cNvSpPr/>
              <p:nvPr/>
            </p:nvSpPr>
            <p:spPr>
              <a:xfrm>
                <a:off x="5740942" y="2518472"/>
                <a:ext cx="1494657" cy="1649348"/>
              </a:xfrm>
              <a:custGeom>
                <a:avLst/>
                <a:gdLst>
                  <a:gd name="connsiteX0" fmla="*/ 206785 w 1494657"/>
                  <a:gd name="connsiteY0" fmla="*/ 1649349 h 1649348"/>
                  <a:gd name="connsiteX1" fmla="*/ 131537 w 1494657"/>
                  <a:gd name="connsiteY1" fmla="*/ 1630299 h 1649348"/>
                  <a:gd name="connsiteX2" fmla="*/ 46765 w 1494657"/>
                  <a:gd name="connsiteY2" fmla="*/ 1495044 h 1649348"/>
                  <a:gd name="connsiteX3" fmla="*/ 92 w 1494657"/>
                  <a:gd name="connsiteY3" fmla="*/ 165354 h 1649348"/>
                  <a:gd name="connsiteX4" fmla="*/ 75340 w 1494657"/>
                  <a:gd name="connsiteY4" fmla="*/ 24384 h 1649348"/>
                  <a:gd name="connsiteX5" fmla="*/ 235360 w 1494657"/>
                  <a:gd name="connsiteY5" fmla="*/ 18669 h 1649348"/>
                  <a:gd name="connsiteX6" fmla="*/ 1409792 w 1494657"/>
                  <a:gd name="connsiteY6" fmla="*/ 643509 h 1649348"/>
                  <a:gd name="connsiteX7" fmla="*/ 1494565 w 1494657"/>
                  <a:gd name="connsiteY7" fmla="*/ 778764 h 1649348"/>
                  <a:gd name="connsiteX8" fmla="*/ 1419317 w 1494657"/>
                  <a:gd name="connsiteY8" fmla="*/ 919734 h 1649348"/>
                  <a:gd name="connsiteX9" fmla="*/ 291557 w 1494657"/>
                  <a:gd name="connsiteY9" fmla="*/ 1624584 h 1649348"/>
                  <a:gd name="connsiteX10" fmla="*/ 206785 w 1494657"/>
                  <a:gd name="connsiteY10" fmla="*/ 1649349 h 1649348"/>
                  <a:gd name="connsiteX11" fmla="*/ 160112 w 1494657"/>
                  <a:gd name="connsiteY11" fmla="*/ 4381 h 1649348"/>
                  <a:gd name="connsiteX12" fmla="*/ 78197 w 1494657"/>
                  <a:gd name="connsiteY12" fmla="*/ 28194 h 1649348"/>
                  <a:gd name="connsiteX13" fmla="*/ 5807 w 1494657"/>
                  <a:gd name="connsiteY13" fmla="*/ 164402 h 1649348"/>
                  <a:gd name="connsiteX14" fmla="*/ 52480 w 1494657"/>
                  <a:gd name="connsiteY14" fmla="*/ 1494092 h 1649348"/>
                  <a:gd name="connsiteX15" fmla="*/ 134395 w 1494657"/>
                  <a:gd name="connsiteY15" fmla="*/ 1624584 h 1649348"/>
                  <a:gd name="connsiteX16" fmla="*/ 288700 w 1494657"/>
                  <a:gd name="connsiteY16" fmla="*/ 1618869 h 1649348"/>
                  <a:gd name="connsiteX17" fmla="*/ 290605 w 1494657"/>
                  <a:gd name="connsiteY17" fmla="*/ 1620774 h 1649348"/>
                  <a:gd name="connsiteX18" fmla="*/ 288700 w 1494657"/>
                  <a:gd name="connsiteY18" fmla="*/ 1618869 h 1649348"/>
                  <a:gd name="connsiteX19" fmla="*/ 1416460 w 1494657"/>
                  <a:gd name="connsiteY19" fmla="*/ 914019 h 1649348"/>
                  <a:gd name="connsiteX20" fmla="*/ 1488850 w 1494657"/>
                  <a:gd name="connsiteY20" fmla="*/ 777812 h 1649348"/>
                  <a:gd name="connsiteX21" fmla="*/ 1406935 w 1494657"/>
                  <a:gd name="connsiteY21" fmla="*/ 647319 h 1649348"/>
                  <a:gd name="connsiteX22" fmla="*/ 232502 w 1494657"/>
                  <a:gd name="connsiteY22" fmla="*/ 23431 h 1649348"/>
                  <a:gd name="connsiteX23" fmla="*/ 160112 w 1494657"/>
                  <a:gd name="connsiteY23" fmla="*/ 4381 h 1649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494657" h="1649348">
                    <a:moveTo>
                      <a:pt x="206785" y="1649349"/>
                    </a:moveTo>
                    <a:cubicBezTo>
                      <a:pt x="181067" y="1649349"/>
                      <a:pt x="155350" y="1642682"/>
                      <a:pt x="131537" y="1630299"/>
                    </a:cubicBezTo>
                    <a:cubicBezTo>
                      <a:pt x="80102" y="1603629"/>
                      <a:pt x="48670" y="1552194"/>
                      <a:pt x="46765" y="1495044"/>
                    </a:cubicBezTo>
                    <a:lnTo>
                      <a:pt x="92" y="165354"/>
                    </a:lnTo>
                    <a:cubicBezTo>
                      <a:pt x="-1813" y="107252"/>
                      <a:pt x="25810" y="54864"/>
                      <a:pt x="75340" y="24384"/>
                    </a:cubicBezTo>
                    <a:cubicBezTo>
                      <a:pt x="123917" y="-6096"/>
                      <a:pt x="183925" y="-8001"/>
                      <a:pt x="235360" y="18669"/>
                    </a:cubicBezTo>
                    <a:lnTo>
                      <a:pt x="1409792" y="643509"/>
                    </a:lnTo>
                    <a:cubicBezTo>
                      <a:pt x="1461228" y="670179"/>
                      <a:pt x="1492660" y="721614"/>
                      <a:pt x="1494565" y="778764"/>
                    </a:cubicBezTo>
                    <a:cubicBezTo>
                      <a:pt x="1496470" y="836867"/>
                      <a:pt x="1468848" y="889254"/>
                      <a:pt x="1419317" y="919734"/>
                    </a:cubicBezTo>
                    <a:lnTo>
                      <a:pt x="291557" y="1624584"/>
                    </a:lnTo>
                    <a:cubicBezTo>
                      <a:pt x="264887" y="1640777"/>
                      <a:pt x="236312" y="1649349"/>
                      <a:pt x="206785" y="1649349"/>
                    </a:cubicBezTo>
                    <a:close/>
                    <a:moveTo>
                      <a:pt x="160112" y="4381"/>
                    </a:moveTo>
                    <a:cubicBezTo>
                      <a:pt x="131537" y="4381"/>
                      <a:pt x="103915" y="12002"/>
                      <a:pt x="78197" y="28194"/>
                    </a:cubicBezTo>
                    <a:cubicBezTo>
                      <a:pt x="30572" y="57722"/>
                      <a:pt x="3902" y="109157"/>
                      <a:pt x="5807" y="164402"/>
                    </a:cubicBezTo>
                    <a:lnTo>
                      <a:pt x="52480" y="1494092"/>
                    </a:lnTo>
                    <a:cubicBezTo>
                      <a:pt x="54385" y="1550289"/>
                      <a:pt x="84865" y="1598867"/>
                      <a:pt x="134395" y="1624584"/>
                    </a:cubicBezTo>
                    <a:cubicBezTo>
                      <a:pt x="183925" y="1651254"/>
                      <a:pt x="241075" y="1648397"/>
                      <a:pt x="288700" y="1618869"/>
                    </a:cubicBezTo>
                    <a:lnTo>
                      <a:pt x="290605" y="1620774"/>
                    </a:lnTo>
                    <a:lnTo>
                      <a:pt x="288700" y="1618869"/>
                    </a:lnTo>
                    <a:lnTo>
                      <a:pt x="1416460" y="914019"/>
                    </a:lnTo>
                    <a:cubicBezTo>
                      <a:pt x="1464085" y="884492"/>
                      <a:pt x="1490755" y="833057"/>
                      <a:pt x="1488850" y="777812"/>
                    </a:cubicBezTo>
                    <a:cubicBezTo>
                      <a:pt x="1486945" y="721614"/>
                      <a:pt x="1456465" y="673037"/>
                      <a:pt x="1406935" y="647319"/>
                    </a:cubicBezTo>
                    <a:lnTo>
                      <a:pt x="232502" y="23431"/>
                    </a:lnTo>
                    <a:cubicBezTo>
                      <a:pt x="209642" y="11049"/>
                      <a:pt x="184877" y="4381"/>
                      <a:pt x="160112" y="4381"/>
                    </a:cubicBezTo>
                    <a:close/>
                  </a:path>
                </a:pathLst>
              </a:custGeom>
              <a:grpFill/>
              <a:ln w="9525" cap="flat">
                <a:noFill/>
                <a:prstDash val="solid"/>
                <a:miter/>
              </a:ln>
            </p:spPr>
            <p:txBody>
              <a:bodyPr rtlCol="0" anchor="ctr"/>
              <a:lstStyle/>
              <a:p>
                <a:endParaRPr lang="en-US" sz="1730" dirty="0"/>
              </a:p>
            </p:txBody>
          </p:sp>
          <p:sp>
            <p:nvSpPr>
              <p:cNvPr id="64" name="Freeform: Shape 63">
                <a:extLst>
                  <a:ext uri="{FF2B5EF4-FFF2-40B4-BE49-F238E27FC236}">
                    <a16:creationId xmlns:a16="http://schemas.microsoft.com/office/drawing/2014/main" id="{98213603-4044-4EDC-B3E0-CE20E3EE9BC2}"/>
                  </a:ext>
                </a:extLst>
              </p:cNvPr>
              <p:cNvSpPr/>
              <p:nvPr/>
            </p:nvSpPr>
            <p:spPr>
              <a:xfrm>
                <a:off x="5636186" y="2459480"/>
                <a:ext cx="1616538" cy="1592136"/>
              </a:xfrm>
              <a:custGeom>
                <a:avLst/>
                <a:gdLst>
                  <a:gd name="connsiteX0" fmla="*/ 159141 w 1616538"/>
                  <a:gd name="connsiteY0" fmla="*/ 1592136 h 1592136"/>
                  <a:gd name="connsiteX1" fmla="*/ 42936 w 1616538"/>
                  <a:gd name="connsiteY1" fmla="*/ 1541654 h 1592136"/>
                  <a:gd name="connsiteX2" fmla="*/ 6741 w 1616538"/>
                  <a:gd name="connsiteY2" fmla="*/ 1385444 h 1592136"/>
                  <a:gd name="connsiteX3" fmla="*/ 396313 w 1616538"/>
                  <a:gd name="connsiteY3" fmla="*/ 112904 h 1592136"/>
                  <a:gd name="connsiteX4" fmla="*/ 513471 w 1616538"/>
                  <a:gd name="connsiteY4" fmla="*/ 4319 h 1592136"/>
                  <a:gd name="connsiteX5" fmla="*/ 665871 w 1616538"/>
                  <a:gd name="connsiteY5" fmla="*/ 50991 h 1592136"/>
                  <a:gd name="connsiteX6" fmla="*/ 1573603 w 1616538"/>
                  <a:gd name="connsiteY6" fmla="*/ 1024446 h 1592136"/>
                  <a:gd name="connsiteX7" fmla="*/ 1609798 w 1616538"/>
                  <a:gd name="connsiteY7" fmla="*/ 1180656 h 1592136"/>
                  <a:gd name="connsiteX8" fmla="*/ 1492641 w 1616538"/>
                  <a:gd name="connsiteY8" fmla="*/ 1289241 h 1592136"/>
                  <a:gd name="connsiteX9" fmla="*/ 196288 w 1616538"/>
                  <a:gd name="connsiteY9" fmla="*/ 1588326 h 1592136"/>
                  <a:gd name="connsiteX10" fmla="*/ 195336 w 1616538"/>
                  <a:gd name="connsiteY10" fmla="*/ 1585469 h 1592136"/>
                  <a:gd name="connsiteX11" fmla="*/ 196288 w 1616538"/>
                  <a:gd name="connsiteY11" fmla="*/ 1588326 h 1592136"/>
                  <a:gd name="connsiteX12" fmla="*/ 159141 w 1616538"/>
                  <a:gd name="connsiteY12" fmla="*/ 1592136 h 1592136"/>
                  <a:gd name="connsiteX13" fmla="*/ 549666 w 1616538"/>
                  <a:gd name="connsiteY13" fmla="*/ 5271 h 1592136"/>
                  <a:gd name="connsiteX14" fmla="*/ 514423 w 1616538"/>
                  <a:gd name="connsiteY14" fmla="*/ 9081 h 1592136"/>
                  <a:gd name="connsiteX15" fmla="*/ 401076 w 1616538"/>
                  <a:gd name="connsiteY15" fmla="*/ 114809 h 1592136"/>
                  <a:gd name="connsiteX16" fmla="*/ 12456 w 1616538"/>
                  <a:gd name="connsiteY16" fmla="*/ 1387349 h 1592136"/>
                  <a:gd name="connsiteX17" fmla="*/ 46746 w 1616538"/>
                  <a:gd name="connsiteY17" fmla="*/ 1537844 h 1592136"/>
                  <a:gd name="connsiteX18" fmla="*/ 194383 w 1616538"/>
                  <a:gd name="connsiteY18" fmla="*/ 1582611 h 1592136"/>
                  <a:gd name="connsiteX19" fmla="*/ 1490736 w 1616538"/>
                  <a:gd name="connsiteY19" fmla="*/ 1283526 h 1592136"/>
                  <a:gd name="connsiteX20" fmla="*/ 1604083 w 1616538"/>
                  <a:gd name="connsiteY20" fmla="*/ 1177799 h 1592136"/>
                  <a:gd name="connsiteX21" fmla="*/ 1569793 w 1616538"/>
                  <a:gd name="connsiteY21" fmla="*/ 1027304 h 1592136"/>
                  <a:gd name="connsiteX22" fmla="*/ 662061 w 1616538"/>
                  <a:gd name="connsiteY22" fmla="*/ 54801 h 1592136"/>
                  <a:gd name="connsiteX23" fmla="*/ 549666 w 1616538"/>
                  <a:gd name="connsiteY23" fmla="*/ 5271 h 1592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16538" h="1592136">
                    <a:moveTo>
                      <a:pt x="159141" y="1592136"/>
                    </a:moveTo>
                    <a:cubicBezTo>
                      <a:pt x="115326" y="1592136"/>
                      <a:pt x="73416" y="1574039"/>
                      <a:pt x="42936" y="1541654"/>
                    </a:cubicBezTo>
                    <a:cubicBezTo>
                      <a:pt x="3883" y="1499744"/>
                      <a:pt x="-9452" y="1441641"/>
                      <a:pt x="6741" y="1385444"/>
                    </a:cubicBezTo>
                    <a:lnTo>
                      <a:pt x="396313" y="112904"/>
                    </a:lnTo>
                    <a:cubicBezTo>
                      <a:pt x="413458" y="57659"/>
                      <a:pt x="457273" y="16701"/>
                      <a:pt x="513471" y="4319"/>
                    </a:cubicBezTo>
                    <a:cubicBezTo>
                      <a:pt x="569668" y="-9016"/>
                      <a:pt x="626818" y="9081"/>
                      <a:pt x="665871" y="50991"/>
                    </a:cubicBezTo>
                    <a:lnTo>
                      <a:pt x="1573603" y="1024446"/>
                    </a:lnTo>
                    <a:cubicBezTo>
                      <a:pt x="1612656" y="1066356"/>
                      <a:pt x="1625991" y="1124459"/>
                      <a:pt x="1609798" y="1180656"/>
                    </a:cubicBezTo>
                    <a:cubicBezTo>
                      <a:pt x="1592653" y="1235901"/>
                      <a:pt x="1548838" y="1276859"/>
                      <a:pt x="1492641" y="1289241"/>
                    </a:cubicBezTo>
                    <a:lnTo>
                      <a:pt x="196288" y="1588326"/>
                    </a:lnTo>
                    <a:lnTo>
                      <a:pt x="195336" y="1585469"/>
                    </a:lnTo>
                    <a:lnTo>
                      <a:pt x="196288" y="1588326"/>
                    </a:lnTo>
                    <a:cubicBezTo>
                      <a:pt x="183905" y="1591184"/>
                      <a:pt x="171523" y="1592136"/>
                      <a:pt x="159141" y="1592136"/>
                    </a:cubicBezTo>
                    <a:close/>
                    <a:moveTo>
                      <a:pt x="549666" y="5271"/>
                    </a:moveTo>
                    <a:cubicBezTo>
                      <a:pt x="538236" y="5271"/>
                      <a:pt x="525853" y="6224"/>
                      <a:pt x="514423" y="9081"/>
                    </a:cubicBezTo>
                    <a:cubicBezTo>
                      <a:pt x="460131" y="21464"/>
                      <a:pt x="418221" y="60516"/>
                      <a:pt x="401076" y="114809"/>
                    </a:cubicBezTo>
                    <a:lnTo>
                      <a:pt x="12456" y="1387349"/>
                    </a:lnTo>
                    <a:cubicBezTo>
                      <a:pt x="-3737" y="1440689"/>
                      <a:pt x="8646" y="1496886"/>
                      <a:pt x="46746" y="1537844"/>
                    </a:cubicBezTo>
                    <a:cubicBezTo>
                      <a:pt x="84846" y="1578801"/>
                      <a:pt x="140091" y="1595946"/>
                      <a:pt x="194383" y="1582611"/>
                    </a:cubicBezTo>
                    <a:lnTo>
                      <a:pt x="1490736" y="1283526"/>
                    </a:lnTo>
                    <a:cubicBezTo>
                      <a:pt x="1545028" y="1271144"/>
                      <a:pt x="1586938" y="1232091"/>
                      <a:pt x="1604083" y="1177799"/>
                    </a:cubicBezTo>
                    <a:cubicBezTo>
                      <a:pt x="1620276" y="1124459"/>
                      <a:pt x="1606941" y="1068261"/>
                      <a:pt x="1569793" y="1027304"/>
                    </a:cubicBezTo>
                    <a:lnTo>
                      <a:pt x="662061" y="54801"/>
                    </a:lnTo>
                    <a:cubicBezTo>
                      <a:pt x="632533" y="22416"/>
                      <a:pt x="592528" y="5271"/>
                      <a:pt x="549666" y="5271"/>
                    </a:cubicBezTo>
                    <a:close/>
                  </a:path>
                </a:pathLst>
              </a:custGeom>
              <a:grpFill/>
              <a:ln w="9525" cap="flat">
                <a:noFill/>
                <a:prstDash val="solid"/>
                <a:miter/>
              </a:ln>
            </p:spPr>
            <p:txBody>
              <a:bodyPr rtlCol="0" anchor="ctr"/>
              <a:lstStyle/>
              <a:p>
                <a:endParaRPr lang="en-US" sz="1730" dirty="0"/>
              </a:p>
            </p:txBody>
          </p:sp>
          <p:sp>
            <p:nvSpPr>
              <p:cNvPr id="65" name="Freeform: Shape 64">
                <a:extLst>
                  <a:ext uri="{FF2B5EF4-FFF2-40B4-BE49-F238E27FC236}">
                    <a16:creationId xmlns:a16="http://schemas.microsoft.com/office/drawing/2014/main" id="{DB035EF0-F3DA-4581-9198-447F52894F88}"/>
                  </a:ext>
                </a:extLst>
              </p:cNvPr>
              <p:cNvSpPr/>
              <p:nvPr/>
            </p:nvSpPr>
            <p:spPr>
              <a:xfrm>
                <a:off x="5531644" y="2497017"/>
                <a:ext cx="1643695" cy="1534597"/>
              </a:xfrm>
              <a:custGeom>
                <a:avLst/>
                <a:gdLst>
                  <a:gd name="connsiteX0" fmla="*/ 1483835 w 1643695"/>
                  <a:gd name="connsiteY0" fmla="*/ 1534598 h 1534597"/>
                  <a:gd name="connsiteX1" fmla="*/ 1466690 w 1643695"/>
                  <a:gd name="connsiteY1" fmla="*/ 1533645 h 1534597"/>
                  <a:gd name="connsiteX2" fmla="*/ 143668 w 1643695"/>
                  <a:gd name="connsiteY2" fmla="*/ 1395532 h 1534597"/>
                  <a:gd name="connsiteX3" fmla="*/ 14128 w 1643695"/>
                  <a:gd name="connsiteY3" fmla="*/ 1301235 h 1534597"/>
                  <a:gd name="connsiteX4" fmla="*/ 31273 w 1643695"/>
                  <a:gd name="connsiteY4" fmla="*/ 1142167 h 1534597"/>
                  <a:gd name="connsiteX5" fmla="*/ 813275 w 1643695"/>
                  <a:gd name="connsiteY5" fmla="*/ 65842 h 1534597"/>
                  <a:gd name="connsiteX6" fmla="*/ 959008 w 1643695"/>
                  <a:gd name="connsiteY6" fmla="*/ 1072 h 1534597"/>
                  <a:gd name="connsiteX7" fmla="*/ 1088548 w 1643695"/>
                  <a:gd name="connsiteY7" fmla="*/ 95370 h 1534597"/>
                  <a:gd name="connsiteX8" fmla="*/ 1629568 w 1643695"/>
                  <a:gd name="connsiteY8" fmla="*/ 1310760 h 1534597"/>
                  <a:gd name="connsiteX9" fmla="*/ 1612423 w 1643695"/>
                  <a:gd name="connsiteY9" fmla="*/ 1469827 h 1534597"/>
                  <a:gd name="connsiteX10" fmla="*/ 1483835 w 1643695"/>
                  <a:gd name="connsiteY10" fmla="*/ 1534598 h 1534597"/>
                  <a:gd name="connsiteX11" fmla="*/ 940910 w 1643695"/>
                  <a:gd name="connsiteY11" fmla="*/ 5835 h 1534597"/>
                  <a:gd name="connsiteX12" fmla="*/ 816133 w 1643695"/>
                  <a:gd name="connsiteY12" fmla="*/ 69652 h 1534597"/>
                  <a:gd name="connsiteX13" fmla="*/ 34130 w 1643695"/>
                  <a:gd name="connsiteY13" fmla="*/ 1145977 h 1534597"/>
                  <a:gd name="connsiteX14" fmla="*/ 17938 w 1643695"/>
                  <a:gd name="connsiteY14" fmla="*/ 1299330 h 1534597"/>
                  <a:gd name="connsiteX15" fmla="*/ 142715 w 1643695"/>
                  <a:gd name="connsiteY15" fmla="*/ 1389817 h 1534597"/>
                  <a:gd name="connsiteX16" fmla="*/ 1465738 w 1643695"/>
                  <a:gd name="connsiteY16" fmla="*/ 1528882 h 1534597"/>
                  <a:gd name="connsiteX17" fmla="*/ 1606708 w 1643695"/>
                  <a:gd name="connsiteY17" fmla="*/ 1466017 h 1534597"/>
                  <a:gd name="connsiteX18" fmla="*/ 1622900 w 1643695"/>
                  <a:gd name="connsiteY18" fmla="*/ 1312665 h 1534597"/>
                  <a:gd name="connsiteX19" fmla="*/ 1082833 w 1643695"/>
                  <a:gd name="connsiteY19" fmla="*/ 97275 h 1534597"/>
                  <a:gd name="connsiteX20" fmla="*/ 958055 w 1643695"/>
                  <a:gd name="connsiteY20" fmla="*/ 6787 h 1534597"/>
                  <a:gd name="connsiteX21" fmla="*/ 940910 w 1643695"/>
                  <a:gd name="connsiteY21" fmla="*/ 5835 h 1534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3695" h="1534597">
                    <a:moveTo>
                      <a:pt x="1483835" y="1534598"/>
                    </a:moveTo>
                    <a:cubicBezTo>
                      <a:pt x="1478120" y="1534598"/>
                      <a:pt x="1472405" y="1534598"/>
                      <a:pt x="1466690" y="1533645"/>
                    </a:cubicBezTo>
                    <a:lnTo>
                      <a:pt x="143668" y="1395532"/>
                    </a:lnTo>
                    <a:cubicBezTo>
                      <a:pt x="86518" y="1389817"/>
                      <a:pt x="37940" y="1354575"/>
                      <a:pt x="14128" y="1301235"/>
                    </a:cubicBezTo>
                    <a:cubicBezTo>
                      <a:pt x="-9685" y="1248848"/>
                      <a:pt x="-3017" y="1188840"/>
                      <a:pt x="31273" y="1142167"/>
                    </a:cubicBezTo>
                    <a:lnTo>
                      <a:pt x="813275" y="65842"/>
                    </a:lnTo>
                    <a:cubicBezTo>
                      <a:pt x="847565" y="19170"/>
                      <a:pt x="901858" y="-5595"/>
                      <a:pt x="959008" y="1072"/>
                    </a:cubicBezTo>
                    <a:cubicBezTo>
                      <a:pt x="1016158" y="6787"/>
                      <a:pt x="1064735" y="42030"/>
                      <a:pt x="1088548" y="95370"/>
                    </a:cubicBezTo>
                    <a:lnTo>
                      <a:pt x="1629568" y="1310760"/>
                    </a:lnTo>
                    <a:cubicBezTo>
                      <a:pt x="1653380" y="1363148"/>
                      <a:pt x="1646713" y="1423155"/>
                      <a:pt x="1612423" y="1469827"/>
                    </a:cubicBezTo>
                    <a:cubicBezTo>
                      <a:pt x="1581943" y="1510785"/>
                      <a:pt x="1534318" y="1534598"/>
                      <a:pt x="1483835" y="1534598"/>
                    </a:cubicBezTo>
                    <a:close/>
                    <a:moveTo>
                      <a:pt x="940910" y="5835"/>
                    </a:moveTo>
                    <a:cubicBezTo>
                      <a:pt x="891380" y="5835"/>
                      <a:pt x="845660" y="28695"/>
                      <a:pt x="816133" y="69652"/>
                    </a:cubicBezTo>
                    <a:lnTo>
                      <a:pt x="34130" y="1145977"/>
                    </a:lnTo>
                    <a:cubicBezTo>
                      <a:pt x="1745" y="1190745"/>
                      <a:pt x="-4922" y="1248848"/>
                      <a:pt x="17938" y="1299330"/>
                    </a:cubicBezTo>
                    <a:cubicBezTo>
                      <a:pt x="40798" y="1350765"/>
                      <a:pt x="87470" y="1384102"/>
                      <a:pt x="142715" y="1389817"/>
                    </a:cubicBezTo>
                    <a:lnTo>
                      <a:pt x="1465738" y="1528882"/>
                    </a:lnTo>
                    <a:cubicBezTo>
                      <a:pt x="1520983" y="1534598"/>
                      <a:pt x="1574323" y="1510785"/>
                      <a:pt x="1606708" y="1466017"/>
                    </a:cubicBezTo>
                    <a:cubicBezTo>
                      <a:pt x="1639093" y="1421250"/>
                      <a:pt x="1645760" y="1363148"/>
                      <a:pt x="1622900" y="1312665"/>
                    </a:cubicBezTo>
                    <a:lnTo>
                      <a:pt x="1082833" y="97275"/>
                    </a:lnTo>
                    <a:cubicBezTo>
                      <a:pt x="1059973" y="45840"/>
                      <a:pt x="1013300" y="12502"/>
                      <a:pt x="958055" y="6787"/>
                    </a:cubicBezTo>
                    <a:cubicBezTo>
                      <a:pt x="952340" y="5835"/>
                      <a:pt x="946625" y="5835"/>
                      <a:pt x="940910" y="5835"/>
                    </a:cubicBezTo>
                    <a:close/>
                  </a:path>
                </a:pathLst>
              </a:custGeom>
              <a:grpFill/>
              <a:ln w="9525" cap="flat">
                <a:noFill/>
                <a:prstDash val="solid"/>
                <a:miter/>
              </a:ln>
            </p:spPr>
            <p:txBody>
              <a:bodyPr rtlCol="0" anchor="ctr"/>
              <a:lstStyle/>
              <a:p>
                <a:endParaRPr lang="en-US" sz="1730" dirty="0"/>
              </a:p>
            </p:txBody>
          </p:sp>
          <p:sp>
            <p:nvSpPr>
              <p:cNvPr id="66" name="Freeform: Shape 65">
                <a:extLst>
                  <a:ext uri="{FF2B5EF4-FFF2-40B4-BE49-F238E27FC236}">
                    <a16:creationId xmlns:a16="http://schemas.microsoft.com/office/drawing/2014/main" id="{41AE2AF0-7DD9-443B-8718-D31F62D3CF64}"/>
                  </a:ext>
                </a:extLst>
              </p:cNvPr>
              <p:cNvSpPr/>
              <p:nvPr/>
            </p:nvSpPr>
            <p:spPr>
              <a:xfrm>
                <a:off x="5484232" y="2627034"/>
                <a:ext cx="1525159" cy="1644610"/>
              </a:xfrm>
              <a:custGeom>
                <a:avLst/>
                <a:gdLst>
                  <a:gd name="connsiteX0" fmla="*/ 1365512 w 1525159"/>
                  <a:gd name="connsiteY0" fmla="*/ 1644610 h 1644610"/>
                  <a:gd name="connsiteX1" fmla="*/ 1297885 w 1525159"/>
                  <a:gd name="connsiteY1" fmla="*/ 1629370 h 1644610"/>
                  <a:gd name="connsiteX2" fmla="*/ 92020 w 1525159"/>
                  <a:gd name="connsiteY2" fmla="*/ 1067395 h 1644610"/>
                  <a:gd name="connsiteX3" fmla="*/ 580 w 1525159"/>
                  <a:gd name="connsiteY3" fmla="*/ 936903 h 1644610"/>
                  <a:gd name="connsiteX4" fmla="*/ 68207 w 1525159"/>
                  <a:gd name="connsiteY4" fmla="*/ 792123 h 1644610"/>
                  <a:gd name="connsiteX5" fmla="*/ 1157867 w 1525159"/>
                  <a:gd name="connsiteY5" fmla="*/ 29170 h 1644610"/>
                  <a:gd name="connsiteX6" fmla="*/ 1316935 w 1525159"/>
                  <a:gd name="connsiteY6" fmla="*/ 14883 h 1644610"/>
                  <a:gd name="connsiteX7" fmla="*/ 1408375 w 1525159"/>
                  <a:gd name="connsiteY7" fmla="*/ 145375 h 1644610"/>
                  <a:gd name="connsiteX8" fmla="*/ 1524580 w 1525159"/>
                  <a:gd name="connsiteY8" fmla="*/ 1470303 h 1644610"/>
                  <a:gd name="connsiteX9" fmla="*/ 1456952 w 1525159"/>
                  <a:gd name="connsiteY9" fmla="*/ 1615083 h 1644610"/>
                  <a:gd name="connsiteX10" fmla="*/ 1365512 w 1525159"/>
                  <a:gd name="connsiteY10" fmla="*/ 1644610 h 1644610"/>
                  <a:gd name="connsiteX11" fmla="*/ 1249307 w 1525159"/>
                  <a:gd name="connsiteY11" fmla="*/ 4405 h 1644610"/>
                  <a:gd name="connsiteX12" fmla="*/ 1160725 w 1525159"/>
                  <a:gd name="connsiteY12" fmla="*/ 32980 h 1644610"/>
                  <a:gd name="connsiteX13" fmla="*/ 71065 w 1525159"/>
                  <a:gd name="connsiteY13" fmla="*/ 795933 h 1644610"/>
                  <a:gd name="connsiteX14" fmla="*/ 6295 w 1525159"/>
                  <a:gd name="connsiteY14" fmla="*/ 935950 h 1644610"/>
                  <a:gd name="connsiteX15" fmla="*/ 94877 w 1525159"/>
                  <a:gd name="connsiteY15" fmla="*/ 1062633 h 1644610"/>
                  <a:gd name="connsiteX16" fmla="*/ 1300742 w 1525159"/>
                  <a:gd name="connsiteY16" fmla="*/ 1624608 h 1644610"/>
                  <a:gd name="connsiteX17" fmla="*/ 1454095 w 1525159"/>
                  <a:gd name="connsiteY17" fmla="*/ 1611273 h 1644610"/>
                  <a:gd name="connsiteX18" fmla="*/ 1518865 w 1525159"/>
                  <a:gd name="connsiteY18" fmla="*/ 1471255 h 1644610"/>
                  <a:gd name="connsiteX19" fmla="*/ 1403612 w 1525159"/>
                  <a:gd name="connsiteY19" fmla="*/ 145375 h 1644610"/>
                  <a:gd name="connsiteX20" fmla="*/ 1315030 w 1525159"/>
                  <a:gd name="connsiteY20" fmla="*/ 18693 h 1644610"/>
                  <a:gd name="connsiteX21" fmla="*/ 1249307 w 1525159"/>
                  <a:gd name="connsiteY21" fmla="*/ 4405 h 1644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25159" h="1644610">
                    <a:moveTo>
                      <a:pt x="1365512" y="1644610"/>
                    </a:moveTo>
                    <a:cubicBezTo>
                      <a:pt x="1342652" y="1644610"/>
                      <a:pt x="1319792" y="1639848"/>
                      <a:pt x="1297885" y="1629370"/>
                    </a:cubicBezTo>
                    <a:lnTo>
                      <a:pt x="92020" y="1067395"/>
                    </a:lnTo>
                    <a:cubicBezTo>
                      <a:pt x="39632" y="1042630"/>
                      <a:pt x="5342" y="994053"/>
                      <a:pt x="580" y="936903"/>
                    </a:cubicBezTo>
                    <a:cubicBezTo>
                      <a:pt x="-4183" y="879753"/>
                      <a:pt x="20582" y="825460"/>
                      <a:pt x="68207" y="792123"/>
                    </a:cubicBezTo>
                    <a:lnTo>
                      <a:pt x="1157867" y="29170"/>
                    </a:lnTo>
                    <a:cubicBezTo>
                      <a:pt x="1205492" y="-4167"/>
                      <a:pt x="1264547" y="-8930"/>
                      <a:pt x="1316935" y="14883"/>
                    </a:cubicBezTo>
                    <a:cubicBezTo>
                      <a:pt x="1369322" y="39648"/>
                      <a:pt x="1403612" y="88225"/>
                      <a:pt x="1408375" y="145375"/>
                    </a:cubicBezTo>
                    <a:lnTo>
                      <a:pt x="1524580" y="1470303"/>
                    </a:lnTo>
                    <a:cubicBezTo>
                      <a:pt x="1529342" y="1527453"/>
                      <a:pt x="1504577" y="1581745"/>
                      <a:pt x="1456952" y="1615083"/>
                    </a:cubicBezTo>
                    <a:cubicBezTo>
                      <a:pt x="1429330" y="1634133"/>
                      <a:pt x="1397897" y="1644610"/>
                      <a:pt x="1365512" y="1644610"/>
                    </a:cubicBezTo>
                    <a:close/>
                    <a:moveTo>
                      <a:pt x="1249307" y="4405"/>
                    </a:moveTo>
                    <a:cubicBezTo>
                      <a:pt x="1218827" y="4405"/>
                      <a:pt x="1187395" y="13930"/>
                      <a:pt x="1160725" y="32980"/>
                    </a:cubicBezTo>
                    <a:lnTo>
                      <a:pt x="71065" y="795933"/>
                    </a:lnTo>
                    <a:cubicBezTo>
                      <a:pt x="25345" y="828318"/>
                      <a:pt x="580" y="880705"/>
                      <a:pt x="6295" y="935950"/>
                    </a:cubicBezTo>
                    <a:cubicBezTo>
                      <a:pt x="12010" y="991195"/>
                      <a:pt x="44395" y="1038820"/>
                      <a:pt x="94877" y="1062633"/>
                    </a:cubicBezTo>
                    <a:lnTo>
                      <a:pt x="1300742" y="1624608"/>
                    </a:lnTo>
                    <a:cubicBezTo>
                      <a:pt x="1351225" y="1648420"/>
                      <a:pt x="1408375" y="1642705"/>
                      <a:pt x="1454095" y="1611273"/>
                    </a:cubicBezTo>
                    <a:cubicBezTo>
                      <a:pt x="1499815" y="1578888"/>
                      <a:pt x="1524580" y="1527453"/>
                      <a:pt x="1518865" y="1471255"/>
                    </a:cubicBezTo>
                    <a:lnTo>
                      <a:pt x="1403612" y="145375"/>
                    </a:lnTo>
                    <a:cubicBezTo>
                      <a:pt x="1398850" y="90130"/>
                      <a:pt x="1365512" y="42505"/>
                      <a:pt x="1315030" y="18693"/>
                    </a:cubicBezTo>
                    <a:cubicBezTo>
                      <a:pt x="1294075" y="9168"/>
                      <a:pt x="1271215" y="4405"/>
                      <a:pt x="1249307" y="4405"/>
                    </a:cubicBezTo>
                    <a:close/>
                  </a:path>
                </a:pathLst>
              </a:custGeom>
              <a:grpFill/>
              <a:ln w="9525" cap="flat">
                <a:noFill/>
                <a:prstDash val="solid"/>
                <a:miter/>
              </a:ln>
            </p:spPr>
            <p:txBody>
              <a:bodyPr rtlCol="0" anchor="ctr"/>
              <a:lstStyle/>
              <a:p>
                <a:endParaRPr lang="en-US" sz="1730" dirty="0"/>
              </a:p>
            </p:txBody>
          </p:sp>
          <p:sp>
            <p:nvSpPr>
              <p:cNvPr id="67" name="Freeform: Shape 66">
                <a:extLst>
                  <a:ext uri="{FF2B5EF4-FFF2-40B4-BE49-F238E27FC236}">
                    <a16:creationId xmlns:a16="http://schemas.microsoft.com/office/drawing/2014/main" id="{1CB79995-5784-46B8-8607-92B5827FD726}"/>
                  </a:ext>
                </a:extLst>
              </p:cNvPr>
              <p:cNvSpPr/>
              <p:nvPr/>
            </p:nvSpPr>
            <p:spPr>
              <a:xfrm>
                <a:off x="5498775" y="2833512"/>
                <a:ext cx="1599894" cy="1610534"/>
              </a:xfrm>
              <a:custGeom>
                <a:avLst/>
                <a:gdLst>
                  <a:gd name="connsiteX0" fmla="*/ 1116654 w 1599894"/>
                  <a:gd name="connsiteY0" fmla="*/ 1610535 h 1610534"/>
                  <a:gd name="connsiteX1" fmla="*/ 1006164 w 1599894"/>
                  <a:gd name="connsiteY1" fmla="*/ 1565767 h 1610534"/>
                  <a:gd name="connsiteX2" fmla="*/ 48901 w 1599894"/>
                  <a:gd name="connsiteY2" fmla="*/ 641842 h 1610534"/>
                  <a:gd name="connsiteX3" fmla="*/ 5086 w 1599894"/>
                  <a:gd name="connsiteY3" fmla="*/ 488490 h 1610534"/>
                  <a:gd name="connsiteX4" fmla="*/ 116529 w 1599894"/>
                  <a:gd name="connsiteY4" fmla="*/ 373237 h 1610534"/>
                  <a:gd name="connsiteX5" fmla="*/ 1395736 w 1599894"/>
                  <a:gd name="connsiteY5" fmla="*/ 6525 h 1610534"/>
                  <a:gd name="connsiteX6" fmla="*/ 1550994 w 1599894"/>
                  <a:gd name="connsiteY6" fmla="*/ 45577 h 1610534"/>
                  <a:gd name="connsiteX7" fmla="*/ 1594809 w 1599894"/>
                  <a:gd name="connsiteY7" fmla="*/ 198930 h 1610534"/>
                  <a:gd name="connsiteX8" fmla="*/ 1271911 w 1599894"/>
                  <a:gd name="connsiteY8" fmla="*/ 1488615 h 1610534"/>
                  <a:gd name="connsiteX9" fmla="*/ 1160469 w 1599894"/>
                  <a:gd name="connsiteY9" fmla="*/ 1603867 h 1610534"/>
                  <a:gd name="connsiteX10" fmla="*/ 1116654 w 1599894"/>
                  <a:gd name="connsiteY10" fmla="*/ 1610535 h 1610534"/>
                  <a:gd name="connsiteX11" fmla="*/ 1439551 w 1599894"/>
                  <a:gd name="connsiteY11" fmla="*/ 4620 h 1610534"/>
                  <a:gd name="connsiteX12" fmla="*/ 1396689 w 1599894"/>
                  <a:gd name="connsiteY12" fmla="*/ 10335 h 1610534"/>
                  <a:gd name="connsiteX13" fmla="*/ 117481 w 1599894"/>
                  <a:gd name="connsiteY13" fmla="*/ 378000 h 1610534"/>
                  <a:gd name="connsiteX14" fmla="*/ 9849 w 1599894"/>
                  <a:gd name="connsiteY14" fmla="*/ 489442 h 1610534"/>
                  <a:gd name="connsiteX15" fmla="*/ 52711 w 1599894"/>
                  <a:gd name="connsiteY15" fmla="*/ 638033 h 1610534"/>
                  <a:gd name="connsiteX16" fmla="*/ 1009974 w 1599894"/>
                  <a:gd name="connsiteY16" fmla="*/ 1561958 h 1610534"/>
                  <a:gd name="connsiteX17" fmla="*/ 1159516 w 1599894"/>
                  <a:gd name="connsiteY17" fmla="*/ 1599105 h 1610534"/>
                  <a:gd name="connsiteX18" fmla="*/ 1267149 w 1599894"/>
                  <a:gd name="connsiteY18" fmla="*/ 1487663 h 1610534"/>
                  <a:gd name="connsiteX19" fmla="*/ 1589094 w 1599894"/>
                  <a:gd name="connsiteY19" fmla="*/ 197025 h 1610534"/>
                  <a:gd name="connsiteX20" fmla="*/ 1546231 w 1599894"/>
                  <a:gd name="connsiteY20" fmla="*/ 48435 h 1610534"/>
                  <a:gd name="connsiteX21" fmla="*/ 1439551 w 1599894"/>
                  <a:gd name="connsiteY21" fmla="*/ 4620 h 1610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99894" h="1610534">
                    <a:moveTo>
                      <a:pt x="1116654" y="1610535"/>
                    </a:moveTo>
                    <a:cubicBezTo>
                      <a:pt x="1075696" y="1610535"/>
                      <a:pt x="1036644" y="1595295"/>
                      <a:pt x="1006164" y="1565767"/>
                    </a:cubicBezTo>
                    <a:lnTo>
                      <a:pt x="48901" y="641842"/>
                    </a:lnTo>
                    <a:cubicBezTo>
                      <a:pt x="6991" y="601837"/>
                      <a:pt x="-9201" y="544687"/>
                      <a:pt x="5086" y="488490"/>
                    </a:cubicBezTo>
                    <a:cubicBezTo>
                      <a:pt x="19374" y="432292"/>
                      <a:pt x="60331" y="389430"/>
                      <a:pt x="116529" y="373237"/>
                    </a:cubicBezTo>
                    <a:lnTo>
                      <a:pt x="1395736" y="6525"/>
                    </a:lnTo>
                    <a:cubicBezTo>
                      <a:pt x="1450981" y="-9668"/>
                      <a:pt x="1509084" y="4620"/>
                      <a:pt x="1550994" y="45577"/>
                    </a:cubicBezTo>
                    <a:cubicBezTo>
                      <a:pt x="1592904" y="85582"/>
                      <a:pt x="1609096" y="142732"/>
                      <a:pt x="1594809" y="198930"/>
                    </a:cubicBezTo>
                    <a:lnTo>
                      <a:pt x="1271911" y="1488615"/>
                    </a:lnTo>
                    <a:cubicBezTo>
                      <a:pt x="1257624" y="1544813"/>
                      <a:pt x="1216666" y="1587675"/>
                      <a:pt x="1160469" y="1603867"/>
                    </a:cubicBezTo>
                    <a:cubicBezTo>
                      <a:pt x="1146181" y="1607678"/>
                      <a:pt x="1130941" y="1610535"/>
                      <a:pt x="1116654" y="1610535"/>
                    </a:cubicBezTo>
                    <a:close/>
                    <a:moveTo>
                      <a:pt x="1439551" y="4620"/>
                    </a:moveTo>
                    <a:cubicBezTo>
                      <a:pt x="1425264" y="4620"/>
                      <a:pt x="1410976" y="6525"/>
                      <a:pt x="1396689" y="10335"/>
                    </a:cubicBezTo>
                    <a:lnTo>
                      <a:pt x="117481" y="378000"/>
                    </a:lnTo>
                    <a:cubicBezTo>
                      <a:pt x="64141" y="393240"/>
                      <a:pt x="24136" y="435150"/>
                      <a:pt x="9849" y="489442"/>
                    </a:cubicBezTo>
                    <a:cubicBezTo>
                      <a:pt x="-3487" y="543735"/>
                      <a:pt x="12706" y="598980"/>
                      <a:pt x="52711" y="638033"/>
                    </a:cubicBezTo>
                    <a:lnTo>
                      <a:pt x="1009974" y="1561958"/>
                    </a:lnTo>
                    <a:cubicBezTo>
                      <a:pt x="1049979" y="1601010"/>
                      <a:pt x="1106176" y="1614345"/>
                      <a:pt x="1159516" y="1599105"/>
                    </a:cubicBezTo>
                    <a:cubicBezTo>
                      <a:pt x="1212856" y="1583865"/>
                      <a:pt x="1252861" y="1541955"/>
                      <a:pt x="1267149" y="1487663"/>
                    </a:cubicBezTo>
                    <a:lnTo>
                      <a:pt x="1589094" y="197025"/>
                    </a:lnTo>
                    <a:cubicBezTo>
                      <a:pt x="1602429" y="142732"/>
                      <a:pt x="1586236" y="87487"/>
                      <a:pt x="1546231" y="48435"/>
                    </a:cubicBezTo>
                    <a:cubicBezTo>
                      <a:pt x="1516704" y="19860"/>
                      <a:pt x="1478604" y="4620"/>
                      <a:pt x="1439551" y="4620"/>
                    </a:cubicBezTo>
                    <a:close/>
                  </a:path>
                </a:pathLst>
              </a:custGeom>
              <a:grpFill/>
              <a:ln w="9525" cap="flat">
                <a:noFill/>
                <a:prstDash val="solid"/>
                <a:miter/>
              </a:ln>
            </p:spPr>
            <p:txBody>
              <a:bodyPr rtlCol="0" anchor="ctr"/>
              <a:lstStyle/>
              <a:p>
                <a:endParaRPr lang="en-US" sz="1730" dirty="0"/>
              </a:p>
            </p:txBody>
          </p:sp>
          <p:sp>
            <p:nvSpPr>
              <p:cNvPr id="68" name="Freeform: Shape 67">
                <a:extLst>
                  <a:ext uri="{FF2B5EF4-FFF2-40B4-BE49-F238E27FC236}">
                    <a16:creationId xmlns:a16="http://schemas.microsoft.com/office/drawing/2014/main" id="{C2CD6B3F-A5CA-4C9E-A462-6CF2EE2A5719}"/>
                  </a:ext>
                </a:extLst>
              </p:cNvPr>
              <p:cNvSpPr/>
              <p:nvPr/>
            </p:nvSpPr>
            <p:spPr>
              <a:xfrm>
                <a:off x="5574695" y="3024613"/>
                <a:ext cx="1649985" cy="1506110"/>
              </a:xfrm>
              <a:custGeom>
                <a:avLst/>
                <a:gdLst>
                  <a:gd name="connsiteX0" fmla="*/ 764509 w 1649985"/>
                  <a:gd name="connsiteY0" fmla="*/ 1506111 h 1506110"/>
                  <a:gd name="connsiteX1" fmla="*/ 755937 w 1649985"/>
                  <a:gd name="connsiteY1" fmla="*/ 1506111 h 1506110"/>
                  <a:gd name="connsiteX2" fmla="*/ 621634 w 1649985"/>
                  <a:gd name="connsiteY2" fmla="*/ 1419433 h 1506110"/>
                  <a:gd name="connsiteX3" fmla="*/ 17749 w 1649985"/>
                  <a:gd name="connsiteY3" fmla="*/ 232618 h 1506110"/>
                  <a:gd name="connsiteX4" fmla="*/ 26322 w 1649985"/>
                  <a:gd name="connsiteY4" fmla="*/ 72598 h 1506110"/>
                  <a:gd name="connsiteX5" fmla="*/ 169197 w 1649985"/>
                  <a:gd name="connsiteY5" fmla="*/ 208 h 1506110"/>
                  <a:gd name="connsiteX6" fmla="*/ 1497934 w 1649985"/>
                  <a:gd name="connsiteY6" fmla="*/ 69741 h 1506110"/>
                  <a:gd name="connsiteX7" fmla="*/ 1632237 w 1649985"/>
                  <a:gd name="connsiteY7" fmla="*/ 156418 h 1506110"/>
                  <a:gd name="connsiteX8" fmla="*/ 1623664 w 1649985"/>
                  <a:gd name="connsiteY8" fmla="*/ 316438 h 1506110"/>
                  <a:gd name="connsiteX9" fmla="*/ 898812 w 1649985"/>
                  <a:gd name="connsiteY9" fmla="*/ 1431816 h 1506110"/>
                  <a:gd name="connsiteX10" fmla="*/ 764509 w 1649985"/>
                  <a:gd name="connsiteY10" fmla="*/ 1506111 h 1506110"/>
                  <a:gd name="connsiteX11" fmla="*/ 22512 w 1649985"/>
                  <a:gd name="connsiteY11" fmla="*/ 230713 h 1506110"/>
                  <a:gd name="connsiteX12" fmla="*/ 626397 w 1649985"/>
                  <a:gd name="connsiteY12" fmla="*/ 1415623 h 1506110"/>
                  <a:gd name="connsiteX13" fmla="*/ 755937 w 1649985"/>
                  <a:gd name="connsiteY13" fmla="*/ 1499443 h 1506110"/>
                  <a:gd name="connsiteX14" fmla="*/ 893097 w 1649985"/>
                  <a:gd name="connsiteY14" fmla="*/ 1428958 h 1506110"/>
                  <a:gd name="connsiteX15" fmla="*/ 1617949 w 1649985"/>
                  <a:gd name="connsiteY15" fmla="*/ 313581 h 1506110"/>
                  <a:gd name="connsiteX16" fmla="*/ 1625569 w 1649985"/>
                  <a:gd name="connsiteY16" fmla="*/ 159276 h 1506110"/>
                  <a:gd name="connsiteX17" fmla="*/ 1496029 w 1649985"/>
                  <a:gd name="connsiteY17" fmla="*/ 75456 h 1506110"/>
                  <a:gd name="connsiteX18" fmla="*/ 168244 w 1649985"/>
                  <a:gd name="connsiteY18" fmla="*/ 5923 h 1506110"/>
                  <a:gd name="connsiteX19" fmla="*/ 31084 w 1649985"/>
                  <a:gd name="connsiteY19" fmla="*/ 76408 h 1506110"/>
                  <a:gd name="connsiteX20" fmla="*/ 22512 w 1649985"/>
                  <a:gd name="connsiteY20" fmla="*/ 230713 h 15061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649985" h="1506110">
                    <a:moveTo>
                      <a:pt x="764509" y="1506111"/>
                    </a:moveTo>
                    <a:cubicBezTo>
                      <a:pt x="761652" y="1506111"/>
                      <a:pt x="758794" y="1506111"/>
                      <a:pt x="755937" y="1506111"/>
                    </a:cubicBezTo>
                    <a:cubicBezTo>
                      <a:pt x="697834" y="1503253"/>
                      <a:pt x="648304" y="1470868"/>
                      <a:pt x="621634" y="1419433"/>
                    </a:cubicBezTo>
                    <a:lnTo>
                      <a:pt x="17749" y="232618"/>
                    </a:lnTo>
                    <a:cubicBezTo>
                      <a:pt x="-8921" y="181183"/>
                      <a:pt x="-5111" y="121176"/>
                      <a:pt x="26322" y="72598"/>
                    </a:cubicBezTo>
                    <a:cubicBezTo>
                      <a:pt x="57754" y="24021"/>
                      <a:pt x="111094" y="-2649"/>
                      <a:pt x="169197" y="208"/>
                    </a:cubicBezTo>
                    <a:lnTo>
                      <a:pt x="1497934" y="69741"/>
                    </a:lnTo>
                    <a:cubicBezTo>
                      <a:pt x="1556037" y="72598"/>
                      <a:pt x="1605567" y="104983"/>
                      <a:pt x="1632237" y="156418"/>
                    </a:cubicBezTo>
                    <a:cubicBezTo>
                      <a:pt x="1658907" y="207853"/>
                      <a:pt x="1655097" y="267861"/>
                      <a:pt x="1623664" y="316438"/>
                    </a:cubicBezTo>
                    <a:lnTo>
                      <a:pt x="898812" y="1431816"/>
                    </a:lnTo>
                    <a:cubicBezTo>
                      <a:pt x="868332" y="1478488"/>
                      <a:pt x="818802" y="1506111"/>
                      <a:pt x="764509" y="1506111"/>
                    </a:cubicBezTo>
                    <a:close/>
                    <a:moveTo>
                      <a:pt x="22512" y="230713"/>
                    </a:moveTo>
                    <a:lnTo>
                      <a:pt x="626397" y="1415623"/>
                    </a:lnTo>
                    <a:cubicBezTo>
                      <a:pt x="652114" y="1465153"/>
                      <a:pt x="699739" y="1496586"/>
                      <a:pt x="755937" y="1499443"/>
                    </a:cubicBezTo>
                    <a:cubicBezTo>
                      <a:pt x="812134" y="1502301"/>
                      <a:pt x="862617" y="1476583"/>
                      <a:pt x="893097" y="1428958"/>
                    </a:cubicBezTo>
                    <a:lnTo>
                      <a:pt x="1617949" y="313581"/>
                    </a:lnTo>
                    <a:cubicBezTo>
                      <a:pt x="1648429" y="266908"/>
                      <a:pt x="1651287" y="208806"/>
                      <a:pt x="1625569" y="159276"/>
                    </a:cubicBezTo>
                    <a:cubicBezTo>
                      <a:pt x="1599852" y="109746"/>
                      <a:pt x="1552227" y="78313"/>
                      <a:pt x="1496029" y="75456"/>
                    </a:cubicBezTo>
                    <a:lnTo>
                      <a:pt x="168244" y="5923"/>
                    </a:lnTo>
                    <a:cubicBezTo>
                      <a:pt x="112999" y="3066"/>
                      <a:pt x="61564" y="28783"/>
                      <a:pt x="31084" y="76408"/>
                    </a:cubicBezTo>
                    <a:cubicBezTo>
                      <a:pt x="604" y="123081"/>
                      <a:pt x="-3206" y="181183"/>
                      <a:pt x="22512" y="230713"/>
                    </a:cubicBezTo>
                    <a:close/>
                  </a:path>
                </a:pathLst>
              </a:custGeom>
              <a:grpFill/>
              <a:ln w="9525" cap="flat">
                <a:noFill/>
                <a:prstDash val="solid"/>
                <a:miter/>
              </a:ln>
            </p:spPr>
            <p:txBody>
              <a:bodyPr rtlCol="0" anchor="ctr"/>
              <a:lstStyle/>
              <a:p>
                <a:endParaRPr lang="en-US" sz="1730" dirty="0"/>
              </a:p>
            </p:txBody>
          </p:sp>
          <p:sp>
            <p:nvSpPr>
              <p:cNvPr id="69" name="Freeform: Shape 68">
                <a:extLst>
                  <a:ext uri="{FF2B5EF4-FFF2-40B4-BE49-F238E27FC236}">
                    <a16:creationId xmlns:a16="http://schemas.microsoft.com/office/drawing/2014/main" id="{078CAE18-6328-4577-A1E2-68D4E723AA5D}"/>
                  </a:ext>
                </a:extLst>
              </p:cNvPr>
              <p:cNvSpPr/>
              <p:nvPr/>
            </p:nvSpPr>
            <p:spPr>
              <a:xfrm>
                <a:off x="5703352" y="2884241"/>
                <a:ext cx="1552692" cy="1637910"/>
              </a:xfrm>
              <a:custGeom>
                <a:avLst/>
                <a:gdLst>
                  <a:gd name="connsiteX0" fmla="*/ 345340 w 1552692"/>
                  <a:gd name="connsiteY0" fmla="*/ 1637910 h 1637910"/>
                  <a:gd name="connsiteX1" fmla="*/ 285332 w 1552692"/>
                  <a:gd name="connsiteY1" fmla="*/ 1626480 h 1637910"/>
                  <a:gd name="connsiteX2" fmla="*/ 187225 w 1552692"/>
                  <a:gd name="connsiteY2" fmla="*/ 1500750 h 1637910"/>
                  <a:gd name="connsiteX3" fmla="*/ 1487 w 1552692"/>
                  <a:gd name="connsiteY3" fmla="*/ 182490 h 1637910"/>
                  <a:gd name="connsiteX4" fmla="*/ 61495 w 1552692"/>
                  <a:gd name="connsiteY4" fmla="*/ 33900 h 1637910"/>
                  <a:gd name="connsiteX5" fmla="*/ 219610 w 1552692"/>
                  <a:gd name="connsiteY5" fmla="*/ 11993 h 1637910"/>
                  <a:gd name="connsiteX6" fmla="*/ 1453097 w 1552692"/>
                  <a:gd name="connsiteY6" fmla="*/ 510150 h 1637910"/>
                  <a:gd name="connsiteX7" fmla="*/ 1551205 w 1552692"/>
                  <a:gd name="connsiteY7" fmla="*/ 635880 h 1637910"/>
                  <a:gd name="connsiteX8" fmla="*/ 1491197 w 1552692"/>
                  <a:gd name="connsiteY8" fmla="*/ 784470 h 1637910"/>
                  <a:gd name="connsiteX9" fmla="*/ 442495 w 1552692"/>
                  <a:gd name="connsiteY9" fmla="*/ 1603620 h 1637910"/>
                  <a:gd name="connsiteX10" fmla="*/ 345340 w 1552692"/>
                  <a:gd name="connsiteY10" fmla="*/ 1637910 h 1637910"/>
                  <a:gd name="connsiteX11" fmla="*/ 7202 w 1552692"/>
                  <a:gd name="connsiteY11" fmla="*/ 182490 h 1637910"/>
                  <a:gd name="connsiteX12" fmla="*/ 191987 w 1552692"/>
                  <a:gd name="connsiteY12" fmla="*/ 1499798 h 1637910"/>
                  <a:gd name="connsiteX13" fmla="*/ 287237 w 1552692"/>
                  <a:gd name="connsiteY13" fmla="*/ 1621718 h 1637910"/>
                  <a:gd name="connsiteX14" fmla="*/ 439637 w 1552692"/>
                  <a:gd name="connsiteY14" fmla="*/ 1599810 h 1637910"/>
                  <a:gd name="connsiteX15" fmla="*/ 1488340 w 1552692"/>
                  <a:gd name="connsiteY15" fmla="*/ 780660 h 1637910"/>
                  <a:gd name="connsiteX16" fmla="*/ 1546442 w 1552692"/>
                  <a:gd name="connsiteY16" fmla="*/ 637785 h 1637910"/>
                  <a:gd name="connsiteX17" fmla="*/ 1451192 w 1552692"/>
                  <a:gd name="connsiteY17" fmla="*/ 515865 h 1637910"/>
                  <a:gd name="connsiteX18" fmla="*/ 217705 w 1552692"/>
                  <a:gd name="connsiteY18" fmla="*/ 17708 h 1637910"/>
                  <a:gd name="connsiteX19" fmla="*/ 65305 w 1552692"/>
                  <a:gd name="connsiteY19" fmla="*/ 39615 h 1637910"/>
                  <a:gd name="connsiteX20" fmla="*/ 7202 w 1552692"/>
                  <a:gd name="connsiteY20" fmla="*/ 182490 h 1637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552692" h="1637910">
                    <a:moveTo>
                      <a:pt x="345340" y="1637910"/>
                    </a:moveTo>
                    <a:cubicBezTo>
                      <a:pt x="325337" y="1637910"/>
                      <a:pt x="304382" y="1634100"/>
                      <a:pt x="285332" y="1626480"/>
                    </a:cubicBezTo>
                    <a:cubicBezTo>
                      <a:pt x="231992" y="1604573"/>
                      <a:pt x="194845" y="1557900"/>
                      <a:pt x="187225" y="1500750"/>
                    </a:cubicBezTo>
                    <a:lnTo>
                      <a:pt x="1487" y="182490"/>
                    </a:lnTo>
                    <a:cubicBezTo>
                      <a:pt x="-6133" y="125340"/>
                      <a:pt x="15775" y="70095"/>
                      <a:pt x="61495" y="33900"/>
                    </a:cubicBezTo>
                    <a:cubicBezTo>
                      <a:pt x="107215" y="-1342"/>
                      <a:pt x="166270" y="-9915"/>
                      <a:pt x="219610" y="11993"/>
                    </a:cubicBezTo>
                    <a:lnTo>
                      <a:pt x="1453097" y="510150"/>
                    </a:lnTo>
                    <a:cubicBezTo>
                      <a:pt x="1506437" y="532058"/>
                      <a:pt x="1543585" y="578730"/>
                      <a:pt x="1551205" y="635880"/>
                    </a:cubicBezTo>
                    <a:cubicBezTo>
                      <a:pt x="1558825" y="693030"/>
                      <a:pt x="1536917" y="748275"/>
                      <a:pt x="1491197" y="784470"/>
                    </a:cubicBezTo>
                    <a:lnTo>
                      <a:pt x="442495" y="1603620"/>
                    </a:lnTo>
                    <a:cubicBezTo>
                      <a:pt x="414872" y="1626480"/>
                      <a:pt x="380582" y="1637910"/>
                      <a:pt x="345340" y="1637910"/>
                    </a:cubicBezTo>
                    <a:close/>
                    <a:moveTo>
                      <a:pt x="7202" y="182490"/>
                    </a:moveTo>
                    <a:lnTo>
                      <a:pt x="191987" y="1499798"/>
                    </a:lnTo>
                    <a:cubicBezTo>
                      <a:pt x="199607" y="1555043"/>
                      <a:pt x="234850" y="1600763"/>
                      <a:pt x="287237" y="1621718"/>
                    </a:cubicBezTo>
                    <a:cubicBezTo>
                      <a:pt x="338672" y="1642673"/>
                      <a:pt x="395822" y="1635053"/>
                      <a:pt x="439637" y="1599810"/>
                    </a:cubicBezTo>
                    <a:lnTo>
                      <a:pt x="1488340" y="780660"/>
                    </a:lnTo>
                    <a:cubicBezTo>
                      <a:pt x="1532155" y="746370"/>
                      <a:pt x="1554062" y="693030"/>
                      <a:pt x="1546442" y="637785"/>
                    </a:cubicBezTo>
                    <a:cubicBezTo>
                      <a:pt x="1538822" y="582540"/>
                      <a:pt x="1503580" y="536820"/>
                      <a:pt x="1451192" y="515865"/>
                    </a:cubicBezTo>
                    <a:lnTo>
                      <a:pt x="217705" y="17708"/>
                    </a:lnTo>
                    <a:cubicBezTo>
                      <a:pt x="166270" y="-3247"/>
                      <a:pt x="109120" y="4373"/>
                      <a:pt x="65305" y="39615"/>
                    </a:cubicBezTo>
                    <a:cubicBezTo>
                      <a:pt x="20537" y="72953"/>
                      <a:pt x="-418" y="127245"/>
                      <a:pt x="7202" y="182490"/>
                    </a:cubicBezTo>
                    <a:close/>
                  </a:path>
                </a:pathLst>
              </a:custGeom>
              <a:grpFill/>
              <a:ln w="9525" cap="flat">
                <a:noFill/>
                <a:prstDash val="solid"/>
                <a:miter/>
              </a:ln>
            </p:spPr>
            <p:txBody>
              <a:bodyPr rtlCol="0" anchor="ctr"/>
              <a:lstStyle/>
              <a:p>
                <a:endParaRPr lang="en-US" sz="1730" dirty="0"/>
              </a:p>
            </p:txBody>
          </p:sp>
          <p:sp>
            <p:nvSpPr>
              <p:cNvPr id="70" name="Freeform: Shape 69">
                <a:extLst>
                  <a:ext uri="{FF2B5EF4-FFF2-40B4-BE49-F238E27FC236}">
                    <a16:creationId xmlns:a16="http://schemas.microsoft.com/office/drawing/2014/main" id="{EBA2E409-2F87-44E1-BDE0-C3F0C5F0EE68}"/>
                  </a:ext>
                </a:extLst>
              </p:cNvPr>
              <p:cNvSpPr/>
              <p:nvPr/>
            </p:nvSpPr>
            <p:spPr>
              <a:xfrm>
                <a:off x="5617251" y="2793839"/>
                <a:ext cx="1577256" cy="1626394"/>
              </a:xfrm>
              <a:custGeom>
                <a:avLst/>
                <a:gdLst>
                  <a:gd name="connsiteX0" fmla="*/ 159026 w 1577256"/>
                  <a:gd name="connsiteY0" fmla="*/ 1626395 h 1626394"/>
                  <a:gd name="connsiteX1" fmla="*/ 55203 w 1577256"/>
                  <a:gd name="connsiteY1" fmla="*/ 1587342 h 1626394"/>
                  <a:gd name="connsiteX2" fmla="*/ 2816 w 1577256"/>
                  <a:gd name="connsiteY2" fmla="*/ 1435895 h 1626394"/>
                  <a:gd name="connsiteX3" fmla="*/ 256181 w 1577256"/>
                  <a:gd name="connsiteY3" fmla="*/ 130017 h 1626394"/>
                  <a:gd name="connsiteX4" fmla="*/ 360956 w 1577256"/>
                  <a:gd name="connsiteY4" fmla="*/ 9050 h 1626394"/>
                  <a:gd name="connsiteX5" fmla="*/ 518118 w 1577256"/>
                  <a:gd name="connsiteY5" fmla="*/ 39530 h 1626394"/>
                  <a:gd name="connsiteX6" fmla="*/ 1522053 w 1577256"/>
                  <a:gd name="connsiteY6" fmla="*/ 912019 h 1626394"/>
                  <a:gd name="connsiteX7" fmla="*/ 1574441 w 1577256"/>
                  <a:gd name="connsiteY7" fmla="*/ 1063467 h 1626394"/>
                  <a:gd name="connsiteX8" fmla="*/ 1469666 w 1577256"/>
                  <a:gd name="connsiteY8" fmla="*/ 1184435 h 1626394"/>
                  <a:gd name="connsiteX9" fmla="*/ 211413 w 1577256"/>
                  <a:gd name="connsiteY9" fmla="*/ 1616870 h 1626394"/>
                  <a:gd name="connsiteX10" fmla="*/ 159026 w 1577256"/>
                  <a:gd name="connsiteY10" fmla="*/ 1626395 h 1626394"/>
                  <a:gd name="connsiteX11" fmla="*/ 259038 w 1577256"/>
                  <a:gd name="connsiteY11" fmla="*/ 130017 h 1626394"/>
                  <a:gd name="connsiteX12" fmla="*/ 261896 w 1577256"/>
                  <a:gd name="connsiteY12" fmla="*/ 130970 h 1626394"/>
                  <a:gd name="connsiteX13" fmla="*/ 7578 w 1577256"/>
                  <a:gd name="connsiteY13" fmla="*/ 1436847 h 1626394"/>
                  <a:gd name="connsiteX14" fmla="*/ 58061 w 1577256"/>
                  <a:gd name="connsiteY14" fmla="*/ 1582580 h 1626394"/>
                  <a:gd name="connsiteX15" fmla="*/ 209508 w 1577256"/>
                  <a:gd name="connsiteY15" fmla="*/ 1612107 h 1626394"/>
                  <a:gd name="connsiteX16" fmla="*/ 1467761 w 1577256"/>
                  <a:gd name="connsiteY16" fmla="*/ 1178720 h 1626394"/>
                  <a:gd name="connsiteX17" fmla="*/ 1568726 w 1577256"/>
                  <a:gd name="connsiteY17" fmla="*/ 1062515 h 1626394"/>
                  <a:gd name="connsiteX18" fmla="*/ 1518243 w 1577256"/>
                  <a:gd name="connsiteY18" fmla="*/ 916782 h 1626394"/>
                  <a:gd name="connsiteX19" fmla="*/ 514308 w 1577256"/>
                  <a:gd name="connsiteY19" fmla="*/ 43340 h 1626394"/>
                  <a:gd name="connsiteX20" fmla="*/ 362861 w 1577256"/>
                  <a:gd name="connsiteY20" fmla="*/ 13812 h 1626394"/>
                  <a:gd name="connsiteX21" fmla="*/ 261896 w 1577256"/>
                  <a:gd name="connsiteY21" fmla="*/ 130017 h 1626394"/>
                  <a:gd name="connsiteX22" fmla="*/ 259038 w 1577256"/>
                  <a:gd name="connsiteY22" fmla="*/ 130017 h 1626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577256" h="1626394">
                    <a:moveTo>
                      <a:pt x="159026" y="1626395"/>
                    </a:moveTo>
                    <a:cubicBezTo>
                      <a:pt x="120926" y="1626395"/>
                      <a:pt x="84731" y="1613060"/>
                      <a:pt x="55203" y="1587342"/>
                    </a:cubicBezTo>
                    <a:cubicBezTo>
                      <a:pt x="11388" y="1549242"/>
                      <a:pt x="-7662" y="1493045"/>
                      <a:pt x="2816" y="1435895"/>
                    </a:cubicBezTo>
                    <a:lnTo>
                      <a:pt x="256181" y="130017"/>
                    </a:lnTo>
                    <a:cubicBezTo>
                      <a:pt x="267611" y="72867"/>
                      <a:pt x="306663" y="28100"/>
                      <a:pt x="360956" y="9050"/>
                    </a:cubicBezTo>
                    <a:cubicBezTo>
                      <a:pt x="415248" y="-10000"/>
                      <a:pt x="474303" y="1430"/>
                      <a:pt x="518118" y="39530"/>
                    </a:cubicBezTo>
                    <a:lnTo>
                      <a:pt x="1522053" y="912019"/>
                    </a:lnTo>
                    <a:cubicBezTo>
                      <a:pt x="1565868" y="950119"/>
                      <a:pt x="1584918" y="1006317"/>
                      <a:pt x="1574441" y="1063467"/>
                    </a:cubicBezTo>
                    <a:cubicBezTo>
                      <a:pt x="1563011" y="1120617"/>
                      <a:pt x="1523958" y="1165385"/>
                      <a:pt x="1469666" y="1184435"/>
                    </a:cubicBezTo>
                    <a:lnTo>
                      <a:pt x="211413" y="1616870"/>
                    </a:lnTo>
                    <a:cubicBezTo>
                      <a:pt x="194268" y="1623537"/>
                      <a:pt x="176171" y="1626395"/>
                      <a:pt x="159026" y="1626395"/>
                    </a:cubicBezTo>
                    <a:close/>
                    <a:moveTo>
                      <a:pt x="259038" y="130017"/>
                    </a:moveTo>
                    <a:lnTo>
                      <a:pt x="261896" y="130970"/>
                    </a:lnTo>
                    <a:lnTo>
                      <a:pt x="7578" y="1436847"/>
                    </a:lnTo>
                    <a:cubicBezTo>
                      <a:pt x="-2899" y="1492092"/>
                      <a:pt x="16151" y="1546385"/>
                      <a:pt x="58061" y="1582580"/>
                    </a:cubicBezTo>
                    <a:cubicBezTo>
                      <a:pt x="99971" y="1618775"/>
                      <a:pt x="157121" y="1630205"/>
                      <a:pt x="209508" y="1612107"/>
                    </a:cubicBezTo>
                    <a:lnTo>
                      <a:pt x="1467761" y="1178720"/>
                    </a:lnTo>
                    <a:cubicBezTo>
                      <a:pt x="1520148" y="1160622"/>
                      <a:pt x="1558248" y="1116807"/>
                      <a:pt x="1568726" y="1062515"/>
                    </a:cubicBezTo>
                    <a:cubicBezTo>
                      <a:pt x="1579203" y="1007269"/>
                      <a:pt x="1560153" y="952977"/>
                      <a:pt x="1518243" y="916782"/>
                    </a:cubicBezTo>
                    <a:lnTo>
                      <a:pt x="514308" y="43340"/>
                    </a:lnTo>
                    <a:cubicBezTo>
                      <a:pt x="472398" y="7145"/>
                      <a:pt x="415248" y="-4285"/>
                      <a:pt x="362861" y="13812"/>
                    </a:cubicBezTo>
                    <a:cubicBezTo>
                      <a:pt x="310473" y="31910"/>
                      <a:pt x="272373" y="75725"/>
                      <a:pt x="261896" y="130017"/>
                    </a:cubicBezTo>
                    <a:lnTo>
                      <a:pt x="259038" y="130017"/>
                    </a:lnTo>
                    <a:close/>
                  </a:path>
                </a:pathLst>
              </a:custGeom>
              <a:grpFill/>
              <a:ln w="9525" cap="flat">
                <a:noFill/>
                <a:prstDash val="solid"/>
                <a:miter/>
              </a:ln>
            </p:spPr>
            <p:txBody>
              <a:bodyPr rtlCol="0" anchor="ctr"/>
              <a:lstStyle/>
              <a:p>
                <a:endParaRPr lang="en-US" sz="1730" dirty="0"/>
              </a:p>
            </p:txBody>
          </p:sp>
          <p:sp>
            <p:nvSpPr>
              <p:cNvPr id="71" name="Freeform: Shape 70">
                <a:extLst>
                  <a:ext uri="{FF2B5EF4-FFF2-40B4-BE49-F238E27FC236}">
                    <a16:creationId xmlns:a16="http://schemas.microsoft.com/office/drawing/2014/main" id="{4B3569C1-CDDE-4300-A777-F5A88095235D}"/>
                  </a:ext>
                </a:extLst>
              </p:cNvPr>
              <p:cNvSpPr/>
              <p:nvPr/>
            </p:nvSpPr>
            <p:spPr>
              <a:xfrm>
                <a:off x="5392895" y="2761931"/>
                <a:ext cx="1648777" cy="1472564"/>
              </a:xfrm>
              <a:custGeom>
                <a:avLst/>
                <a:gdLst>
                  <a:gd name="connsiteX0" fmla="*/ 1490186 w 1648777"/>
                  <a:gd name="connsiteY0" fmla="*/ 1472565 h 1472564"/>
                  <a:gd name="connsiteX1" fmla="*/ 159544 w 1648777"/>
                  <a:gd name="connsiteY1" fmla="*/ 1472565 h 1472564"/>
                  <a:gd name="connsiteX2" fmla="*/ 21431 w 1648777"/>
                  <a:gd name="connsiteY2" fmla="*/ 1392555 h 1472564"/>
                  <a:gd name="connsiteX3" fmla="*/ 21431 w 1648777"/>
                  <a:gd name="connsiteY3" fmla="*/ 1232535 h 1472564"/>
                  <a:gd name="connsiteX4" fmla="*/ 686276 w 1648777"/>
                  <a:gd name="connsiteY4" fmla="*/ 80010 h 1472564"/>
                  <a:gd name="connsiteX5" fmla="*/ 824389 w 1648777"/>
                  <a:gd name="connsiteY5" fmla="*/ 0 h 1472564"/>
                  <a:gd name="connsiteX6" fmla="*/ 824389 w 1648777"/>
                  <a:gd name="connsiteY6" fmla="*/ 0 h 1472564"/>
                  <a:gd name="connsiteX7" fmla="*/ 962501 w 1648777"/>
                  <a:gd name="connsiteY7" fmla="*/ 80010 h 1472564"/>
                  <a:gd name="connsiteX8" fmla="*/ 1627346 w 1648777"/>
                  <a:gd name="connsiteY8" fmla="*/ 1232535 h 1472564"/>
                  <a:gd name="connsiteX9" fmla="*/ 1627346 w 1648777"/>
                  <a:gd name="connsiteY9" fmla="*/ 1392555 h 1472564"/>
                  <a:gd name="connsiteX10" fmla="*/ 1490186 w 1648777"/>
                  <a:gd name="connsiteY10" fmla="*/ 1472565 h 1472564"/>
                  <a:gd name="connsiteX11" fmla="*/ 691039 w 1648777"/>
                  <a:gd name="connsiteY11" fmla="*/ 83820 h 1472564"/>
                  <a:gd name="connsiteX12" fmla="*/ 26194 w 1648777"/>
                  <a:gd name="connsiteY12" fmla="*/ 1236345 h 1472564"/>
                  <a:gd name="connsiteX13" fmla="*/ 26194 w 1648777"/>
                  <a:gd name="connsiteY13" fmla="*/ 1390650 h 1472564"/>
                  <a:gd name="connsiteX14" fmla="*/ 159544 w 1648777"/>
                  <a:gd name="connsiteY14" fmla="*/ 1467803 h 1472564"/>
                  <a:gd name="connsiteX15" fmla="*/ 1490186 w 1648777"/>
                  <a:gd name="connsiteY15" fmla="*/ 1467803 h 1472564"/>
                  <a:gd name="connsiteX16" fmla="*/ 1623536 w 1648777"/>
                  <a:gd name="connsiteY16" fmla="*/ 1390650 h 1472564"/>
                  <a:gd name="connsiteX17" fmla="*/ 1623536 w 1648777"/>
                  <a:gd name="connsiteY17" fmla="*/ 1236345 h 1472564"/>
                  <a:gd name="connsiteX18" fmla="*/ 958691 w 1648777"/>
                  <a:gd name="connsiteY18" fmla="*/ 83820 h 1472564"/>
                  <a:gd name="connsiteX19" fmla="*/ 825341 w 1648777"/>
                  <a:gd name="connsiteY19" fmla="*/ 6668 h 1472564"/>
                  <a:gd name="connsiteX20" fmla="*/ 691039 w 1648777"/>
                  <a:gd name="connsiteY20" fmla="*/ 83820 h 1472564"/>
                  <a:gd name="connsiteX21" fmla="*/ 691039 w 1648777"/>
                  <a:gd name="connsiteY21" fmla="*/ 83820 h 14725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8777" h="1472564">
                    <a:moveTo>
                      <a:pt x="1490186" y="1472565"/>
                    </a:moveTo>
                    <a:lnTo>
                      <a:pt x="159544" y="1472565"/>
                    </a:lnTo>
                    <a:cubicBezTo>
                      <a:pt x="101441" y="1472565"/>
                      <a:pt x="50006" y="1443038"/>
                      <a:pt x="21431" y="1392555"/>
                    </a:cubicBezTo>
                    <a:cubicBezTo>
                      <a:pt x="-7144" y="1342073"/>
                      <a:pt x="-7144" y="1283018"/>
                      <a:pt x="21431" y="1232535"/>
                    </a:cubicBezTo>
                    <a:lnTo>
                      <a:pt x="686276" y="80010"/>
                    </a:lnTo>
                    <a:cubicBezTo>
                      <a:pt x="714851" y="29528"/>
                      <a:pt x="767239" y="0"/>
                      <a:pt x="824389" y="0"/>
                    </a:cubicBezTo>
                    <a:cubicBezTo>
                      <a:pt x="824389" y="0"/>
                      <a:pt x="824389" y="0"/>
                      <a:pt x="824389" y="0"/>
                    </a:cubicBezTo>
                    <a:cubicBezTo>
                      <a:pt x="882491" y="0"/>
                      <a:pt x="933926" y="29528"/>
                      <a:pt x="962501" y="80010"/>
                    </a:cubicBezTo>
                    <a:lnTo>
                      <a:pt x="1627346" y="1232535"/>
                    </a:lnTo>
                    <a:cubicBezTo>
                      <a:pt x="1655921" y="1283018"/>
                      <a:pt x="1655921" y="1342073"/>
                      <a:pt x="1627346" y="1392555"/>
                    </a:cubicBezTo>
                    <a:cubicBezTo>
                      <a:pt x="1599724" y="1443038"/>
                      <a:pt x="1548289" y="1472565"/>
                      <a:pt x="1490186" y="1472565"/>
                    </a:cubicBezTo>
                    <a:close/>
                    <a:moveTo>
                      <a:pt x="691039" y="83820"/>
                    </a:moveTo>
                    <a:lnTo>
                      <a:pt x="26194" y="1236345"/>
                    </a:lnTo>
                    <a:cubicBezTo>
                      <a:pt x="-1429" y="1284923"/>
                      <a:pt x="-1429" y="1342073"/>
                      <a:pt x="26194" y="1390650"/>
                    </a:cubicBezTo>
                    <a:cubicBezTo>
                      <a:pt x="53816" y="1439228"/>
                      <a:pt x="104299" y="1467803"/>
                      <a:pt x="159544" y="1467803"/>
                    </a:cubicBezTo>
                    <a:lnTo>
                      <a:pt x="1490186" y="1467803"/>
                    </a:lnTo>
                    <a:cubicBezTo>
                      <a:pt x="1546384" y="1467803"/>
                      <a:pt x="1595914" y="1439228"/>
                      <a:pt x="1623536" y="1390650"/>
                    </a:cubicBezTo>
                    <a:cubicBezTo>
                      <a:pt x="1651159" y="1342073"/>
                      <a:pt x="1651159" y="1284923"/>
                      <a:pt x="1623536" y="1236345"/>
                    </a:cubicBezTo>
                    <a:lnTo>
                      <a:pt x="958691" y="83820"/>
                    </a:lnTo>
                    <a:cubicBezTo>
                      <a:pt x="931069" y="35243"/>
                      <a:pt x="880586" y="6668"/>
                      <a:pt x="825341" y="6668"/>
                    </a:cubicBezTo>
                    <a:cubicBezTo>
                      <a:pt x="769144" y="6668"/>
                      <a:pt x="719614" y="35243"/>
                      <a:pt x="691039" y="83820"/>
                    </a:cubicBezTo>
                    <a:lnTo>
                      <a:pt x="691039" y="83820"/>
                    </a:lnTo>
                    <a:close/>
                  </a:path>
                </a:pathLst>
              </a:custGeom>
              <a:grpFill/>
              <a:ln w="9525" cap="flat">
                <a:noFill/>
                <a:prstDash val="solid"/>
                <a:miter/>
              </a:ln>
            </p:spPr>
            <p:txBody>
              <a:bodyPr rtlCol="0" anchor="ctr"/>
              <a:lstStyle/>
              <a:p>
                <a:endParaRPr lang="en-US" sz="1730" dirty="0"/>
              </a:p>
            </p:txBody>
          </p:sp>
        </p:grpSp>
        <p:sp>
          <p:nvSpPr>
            <p:cNvPr id="39" name="Oval 38">
              <a:extLst>
                <a:ext uri="{FF2B5EF4-FFF2-40B4-BE49-F238E27FC236}">
                  <a16:creationId xmlns:a16="http://schemas.microsoft.com/office/drawing/2014/main" id="{9AE111FB-FF99-4626-BF15-A4F33CA3E1B5}"/>
                </a:ext>
              </a:extLst>
            </p:cNvPr>
            <p:cNvSpPr/>
            <p:nvPr/>
          </p:nvSpPr>
          <p:spPr bwMode="auto">
            <a:xfrm>
              <a:off x="7282905" y="3548967"/>
              <a:ext cx="124272" cy="124290"/>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a:gradFill>
                  <a:gsLst>
                    <a:gs pos="0">
                      <a:srgbClr val="FFFFFF"/>
                    </a:gs>
                    <a:gs pos="100000">
                      <a:srgbClr val="FFFFFF"/>
                    </a:gs>
                  </a:gsLst>
                  <a:lin ang="5400000" scaled="0"/>
                </a:gradFill>
                <a:ea typeface="Segoe UI" pitchFamily="34" charset="0"/>
                <a:cs typeface="Segoe UI" pitchFamily="34" charset="0"/>
              </a:endParaRPr>
            </a:p>
          </p:txBody>
        </p:sp>
        <p:sp>
          <p:nvSpPr>
            <p:cNvPr id="40" name="Oval 39">
              <a:extLst>
                <a:ext uri="{FF2B5EF4-FFF2-40B4-BE49-F238E27FC236}">
                  <a16:creationId xmlns:a16="http://schemas.microsoft.com/office/drawing/2014/main" id="{EEBF4D1F-7718-4CBE-B978-16FFCC2E3239}"/>
                </a:ext>
              </a:extLst>
            </p:cNvPr>
            <p:cNvSpPr/>
            <p:nvPr/>
          </p:nvSpPr>
          <p:spPr bwMode="auto">
            <a:xfrm>
              <a:off x="10896617" y="2909240"/>
              <a:ext cx="124272" cy="124290"/>
            </a:xfrm>
            <a:prstGeom prst="ellipse">
              <a:avLst/>
            </a:prstGeom>
            <a:solidFill>
              <a:schemeClr val="accent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a:gradFill>
                  <a:gsLst>
                    <a:gs pos="0">
                      <a:srgbClr val="FFFFFF"/>
                    </a:gs>
                    <a:gs pos="100000">
                      <a:srgbClr val="FFFFFF"/>
                    </a:gs>
                  </a:gsLst>
                  <a:lin ang="5400000" scaled="0"/>
                </a:gradFill>
                <a:ea typeface="Segoe UI" pitchFamily="34" charset="0"/>
                <a:cs typeface="Segoe UI" pitchFamily="34" charset="0"/>
              </a:endParaRPr>
            </a:p>
          </p:txBody>
        </p:sp>
        <p:sp>
          <p:nvSpPr>
            <p:cNvPr id="41" name="Oval 40">
              <a:extLst>
                <a:ext uri="{FF2B5EF4-FFF2-40B4-BE49-F238E27FC236}">
                  <a16:creationId xmlns:a16="http://schemas.microsoft.com/office/drawing/2014/main" id="{59426D11-A3B4-4FDE-8641-D925588DAB39}"/>
                </a:ext>
              </a:extLst>
            </p:cNvPr>
            <p:cNvSpPr/>
            <p:nvPr/>
          </p:nvSpPr>
          <p:spPr bwMode="auto">
            <a:xfrm>
              <a:off x="9437993" y="5187887"/>
              <a:ext cx="124272" cy="124290"/>
            </a:xfrm>
            <a:prstGeom prst="ellipse">
              <a:avLst/>
            </a:prstGeom>
            <a:solidFill>
              <a:schemeClr val="accent5">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a:gradFill>
                  <a:gsLst>
                    <a:gs pos="0">
                      <a:srgbClr val="FFFFFF"/>
                    </a:gs>
                    <a:gs pos="100000">
                      <a:srgbClr val="FFFFFF"/>
                    </a:gs>
                  </a:gsLst>
                  <a:lin ang="5400000" scaled="0"/>
                </a:gradFill>
                <a:ea typeface="Segoe UI" pitchFamily="34" charset="0"/>
                <a:cs typeface="Segoe UI" pitchFamily="34" charset="0"/>
              </a:endParaRPr>
            </a:p>
          </p:txBody>
        </p:sp>
        <p:sp>
          <p:nvSpPr>
            <p:cNvPr id="42" name="Oval 41">
              <a:extLst>
                <a:ext uri="{FF2B5EF4-FFF2-40B4-BE49-F238E27FC236}">
                  <a16:creationId xmlns:a16="http://schemas.microsoft.com/office/drawing/2014/main" id="{57EDB010-9BE7-4344-984B-7453B4FF8307}"/>
                </a:ext>
              </a:extLst>
            </p:cNvPr>
            <p:cNvSpPr/>
            <p:nvPr/>
          </p:nvSpPr>
          <p:spPr bwMode="auto">
            <a:xfrm>
              <a:off x="9087616" y="1541433"/>
              <a:ext cx="124272" cy="124290"/>
            </a:xfrm>
            <a:prstGeom prst="ellipse">
              <a:avLst/>
            </a:prstGeom>
            <a:solidFill>
              <a:schemeClr val="accent5">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a:gradFill>
                  <a:gsLst>
                    <a:gs pos="0">
                      <a:srgbClr val="FFFFFF"/>
                    </a:gs>
                    <a:gs pos="100000">
                      <a:srgbClr val="FFFFFF"/>
                    </a:gs>
                  </a:gsLst>
                  <a:lin ang="5400000" scaled="0"/>
                </a:gradFill>
                <a:ea typeface="Segoe UI" pitchFamily="34" charset="0"/>
                <a:cs typeface="Segoe UI" pitchFamily="34" charset="0"/>
              </a:endParaRPr>
            </a:p>
          </p:txBody>
        </p:sp>
        <p:sp>
          <p:nvSpPr>
            <p:cNvPr id="43" name="Oval 42">
              <a:extLst>
                <a:ext uri="{FF2B5EF4-FFF2-40B4-BE49-F238E27FC236}">
                  <a16:creationId xmlns:a16="http://schemas.microsoft.com/office/drawing/2014/main" id="{786CA2CE-9797-4C92-9057-B3C8D9338727}"/>
                </a:ext>
              </a:extLst>
            </p:cNvPr>
            <p:cNvSpPr/>
            <p:nvPr/>
          </p:nvSpPr>
          <p:spPr bwMode="auto">
            <a:xfrm>
              <a:off x="9052314" y="3314275"/>
              <a:ext cx="229418" cy="229450"/>
            </a:xfrm>
            <a:prstGeom prst="ellipse">
              <a:avLst/>
            </a:prstGeom>
            <a:solidFill>
              <a:schemeClr val="accent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a:gradFill>
                  <a:gsLst>
                    <a:gs pos="0">
                      <a:srgbClr val="FFFFFF"/>
                    </a:gs>
                    <a:gs pos="100000">
                      <a:srgbClr val="FFFFFF"/>
                    </a:gs>
                  </a:gsLst>
                  <a:lin ang="5400000" scaled="0"/>
                </a:gradFill>
                <a:ea typeface="Segoe UI" pitchFamily="34" charset="0"/>
                <a:cs typeface="Segoe UI" pitchFamily="34" charset="0"/>
              </a:endParaRPr>
            </a:p>
          </p:txBody>
        </p:sp>
        <p:sp>
          <p:nvSpPr>
            <p:cNvPr id="44" name="Oval 43">
              <a:extLst>
                <a:ext uri="{FF2B5EF4-FFF2-40B4-BE49-F238E27FC236}">
                  <a16:creationId xmlns:a16="http://schemas.microsoft.com/office/drawing/2014/main" id="{F9A1662E-1481-432B-8DC4-FF834AA60F57}"/>
                </a:ext>
              </a:extLst>
            </p:cNvPr>
            <p:cNvSpPr/>
            <p:nvPr/>
          </p:nvSpPr>
          <p:spPr bwMode="auto">
            <a:xfrm>
              <a:off x="9104887" y="2889394"/>
              <a:ext cx="124272" cy="124290"/>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a:gradFill>
                  <a:gsLst>
                    <a:gs pos="0">
                      <a:srgbClr val="FFFFFF"/>
                    </a:gs>
                    <a:gs pos="100000">
                      <a:srgbClr val="FFFFFF"/>
                    </a:gs>
                  </a:gsLst>
                  <a:lin ang="5400000" scaled="0"/>
                </a:gradFill>
                <a:ea typeface="Segoe UI" pitchFamily="34" charset="0"/>
                <a:cs typeface="Segoe UI" pitchFamily="34" charset="0"/>
              </a:endParaRPr>
            </a:p>
          </p:txBody>
        </p:sp>
        <p:sp>
          <p:nvSpPr>
            <p:cNvPr id="45" name="Oval 44">
              <a:extLst>
                <a:ext uri="{FF2B5EF4-FFF2-40B4-BE49-F238E27FC236}">
                  <a16:creationId xmlns:a16="http://schemas.microsoft.com/office/drawing/2014/main" id="{715F718A-84C5-42DA-9B9C-64E200753714}"/>
                </a:ext>
              </a:extLst>
            </p:cNvPr>
            <p:cNvSpPr/>
            <p:nvPr/>
          </p:nvSpPr>
          <p:spPr bwMode="auto">
            <a:xfrm>
              <a:off x="9104887" y="3844315"/>
              <a:ext cx="124272" cy="124290"/>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a:gradFill>
                  <a:gsLst>
                    <a:gs pos="0">
                      <a:srgbClr val="FFFFFF"/>
                    </a:gs>
                    <a:gs pos="100000">
                      <a:srgbClr val="FFFFFF"/>
                    </a:gs>
                  </a:gsLst>
                  <a:lin ang="5400000" scaled="0"/>
                </a:gradFill>
                <a:ea typeface="Segoe UI" pitchFamily="34" charset="0"/>
                <a:cs typeface="Segoe UI" pitchFamily="34" charset="0"/>
              </a:endParaRPr>
            </a:p>
          </p:txBody>
        </p:sp>
        <p:sp>
          <p:nvSpPr>
            <p:cNvPr id="46" name="Oval 45">
              <a:extLst>
                <a:ext uri="{FF2B5EF4-FFF2-40B4-BE49-F238E27FC236}">
                  <a16:creationId xmlns:a16="http://schemas.microsoft.com/office/drawing/2014/main" id="{48AC1770-CB0D-4E0F-BBE4-41A23A7256AC}"/>
                </a:ext>
              </a:extLst>
            </p:cNvPr>
            <p:cNvSpPr/>
            <p:nvPr/>
          </p:nvSpPr>
          <p:spPr bwMode="auto">
            <a:xfrm rot="16200000">
              <a:off x="8628699" y="3366864"/>
              <a:ext cx="124290" cy="124272"/>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a:gradFill>
                  <a:gsLst>
                    <a:gs pos="0">
                      <a:srgbClr val="FFFFFF"/>
                    </a:gs>
                    <a:gs pos="100000">
                      <a:srgbClr val="FFFFFF"/>
                    </a:gs>
                  </a:gsLst>
                  <a:lin ang="5400000" scaled="0"/>
                </a:gradFill>
                <a:ea typeface="Segoe UI" pitchFamily="34" charset="0"/>
                <a:cs typeface="Segoe UI" pitchFamily="34" charset="0"/>
              </a:endParaRPr>
            </a:p>
          </p:txBody>
        </p:sp>
        <p:sp>
          <p:nvSpPr>
            <p:cNvPr id="47" name="Oval 46">
              <a:extLst>
                <a:ext uri="{FF2B5EF4-FFF2-40B4-BE49-F238E27FC236}">
                  <a16:creationId xmlns:a16="http://schemas.microsoft.com/office/drawing/2014/main" id="{4DE4736B-6655-4B31-833F-1C130B67E3D0}"/>
                </a:ext>
              </a:extLst>
            </p:cNvPr>
            <p:cNvSpPr/>
            <p:nvPr/>
          </p:nvSpPr>
          <p:spPr bwMode="auto">
            <a:xfrm rot="16200000">
              <a:off x="9583486" y="3366864"/>
              <a:ext cx="124290" cy="124272"/>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a:gradFill>
                  <a:gsLst>
                    <a:gs pos="0">
                      <a:srgbClr val="FFFFFF"/>
                    </a:gs>
                    <a:gs pos="100000">
                      <a:srgbClr val="FFFFFF"/>
                    </a:gs>
                  </a:gsLst>
                  <a:lin ang="5400000" scaled="0"/>
                </a:gradFill>
                <a:ea typeface="Segoe UI" pitchFamily="34" charset="0"/>
                <a:cs typeface="Segoe UI" pitchFamily="34" charset="0"/>
              </a:endParaRPr>
            </a:p>
          </p:txBody>
        </p:sp>
      </p:grpSp>
      <p:sp>
        <p:nvSpPr>
          <p:cNvPr id="73" name="Oval 72">
            <a:extLst>
              <a:ext uri="{FF2B5EF4-FFF2-40B4-BE49-F238E27FC236}">
                <a16:creationId xmlns:a16="http://schemas.microsoft.com/office/drawing/2014/main" id="{D0AF593D-8F0F-49DF-AD28-7681AA93EE30}"/>
              </a:ext>
              <a:ext uri="{C183D7F6-B498-43B3-948B-1728B52AA6E4}">
                <adec:decorative xmlns:adec="http://schemas.microsoft.com/office/drawing/2017/decorative" val="1"/>
              </a:ext>
            </a:extLst>
          </p:cNvPr>
          <p:cNvSpPr/>
          <p:nvPr userDrawn="1"/>
        </p:nvSpPr>
        <p:spPr bwMode="auto">
          <a:xfrm>
            <a:off x="6383137" y="589416"/>
            <a:ext cx="5671978" cy="5679168"/>
          </a:xfrm>
          <a:prstGeom prst="ellipse">
            <a:avLst/>
          </a:prstGeom>
          <a:noFill/>
          <a:ln w="19050">
            <a:solidFill>
              <a:schemeClr val="bg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pic>
        <p:nvPicPr>
          <p:cNvPr id="74" name="Picture 73" descr="A picture containing drawing&#10;&#10;Description automatically generated">
            <a:extLst>
              <a:ext uri="{FF2B5EF4-FFF2-40B4-BE49-F238E27FC236}">
                <a16:creationId xmlns:a16="http://schemas.microsoft.com/office/drawing/2014/main" id="{86A7D1FD-08AE-45DD-835C-1512BC9704EB}"/>
              </a:ext>
            </a:extLst>
          </p:cNvPr>
          <p:cNvPicPr>
            <a:picLocks noChangeAspect="1"/>
          </p:cNvPicPr>
          <p:nvPr userDrawn="1"/>
        </p:nvPicPr>
        <p:blipFill>
          <a:blip r:embed="rId2"/>
          <a:stretch>
            <a:fillRect/>
          </a:stretch>
        </p:blipFill>
        <p:spPr>
          <a:xfrm>
            <a:off x="136885" y="159691"/>
            <a:ext cx="2635247" cy="871753"/>
          </a:xfrm>
          <a:prstGeom prst="rect">
            <a:avLst/>
          </a:prstGeom>
        </p:spPr>
      </p:pic>
      <p:grpSp>
        <p:nvGrpSpPr>
          <p:cNvPr id="75" name="Group 74">
            <a:extLst>
              <a:ext uri="{FF2B5EF4-FFF2-40B4-BE49-F238E27FC236}">
                <a16:creationId xmlns:a16="http://schemas.microsoft.com/office/drawing/2014/main" id="{E36999C9-37DC-4A9E-BB47-66A369720E62}"/>
              </a:ext>
            </a:extLst>
          </p:cNvPr>
          <p:cNvGrpSpPr/>
          <p:nvPr userDrawn="1"/>
        </p:nvGrpSpPr>
        <p:grpSpPr>
          <a:xfrm>
            <a:off x="6600946" y="859776"/>
            <a:ext cx="5148588" cy="5138447"/>
            <a:chOff x="6600946" y="859776"/>
            <a:chExt cx="5148588" cy="5138447"/>
          </a:xfrm>
        </p:grpSpPr>
        <p:grpSp>
          <p:nvGrpSpPr>
            <p:cNvPr id="76" name="Graphic 1">
              <a:extLst>
                <a:ext uri="{FF2B5EF4-FFF2-40B4-BE49-F238E27FC236}">
                  <a16:creationId xmlns:a16="http://schemas.microsoft.com/office/drawing/2014/main" id="{DA51EB53-290C-4F53-A605-622B4ECB6104}"/>
                </a:ext>
              </a:extLst>
            </p:cNvPr>
            <p:cNvGrpSpPr/>
            <p:nvPr/>
          </p:nvGrpSpPr>
          <p:grpSpPr>
            <a:xfrm>
              <a:off x="6600946" y="859776"/>
              <a:ext cx="5148588" cy="5138447"/>
              <a:chOff x="5179859" y="2459480"/>
              <a:chExt cx="2077534" cy="2073148"/>
            </a:xfrm>
            <a:gradFill>
              <a:gsLst>
                <a:gs pos="100000">
                  <a:schemeClr val="tx2"/>
                </a:gs>
                <a:gs pos="23000">
                  <a:schemeClr val="accent5"/>
                </a:gs>
              </a:gsLst>
              <a:lin ang="10800000" scaled="1"/>
            </a:gradFill>
          </p:grpSpPr>
          <p:sp>
            <p:nvSpPr>
              <p:cNvPr id="86" name="Freeform: Shape 85">
                <a:extLst>
                  <a:ext uri="{FF2B5EF4-FFF2-40B4-BE49-F238E27FC236}">
                    <a16:creationId xmlns:a16="http://schemas.microsoft.com/office/drawing/2014/main" id="{6C2BBDBF-485E-4BAF-8204-01210CE551DD}"/>
                  </a:ext>
                </a:extLst>
              </p:cNvPr>
              <p:cNvSpPr/>
              <p:nvPr/>
            </p:nvSpPr>
            <p:spPr>
              <a:xfrm>
                <a:off x="5496685" y="2820334"/>
                <a:ext cx="1592644" cy="1616092"/>
              </a:xfrm>
              <a:custGeom>
                <a:avLst/>
                <a:gdLst>
                  <a:gd name="connsiteX0" fmla="*/ 1132079 w 1592644"/>
                  <a:gd name="connsiteY0" fmla="*/ 1616093 h 1616092"/>
                  <a:gd name="connsiteX1" fmla="*/ 1023494 w 1592644"/>
                  <a:gd name="connsiteY1" fmla="*/ 1573230 h 1616092"/>
                  <a:gd name="connsiteX2" fmla="*/ 50991 w 1592644"/>
                  <a:gd name="connsiteY2" fmla="*/ 665498 h 1616092"/>
                  <a:gd name="connsiteX3" fmla="*/ 4319 w 1592644"/>
                  <a:gd name="connsiteY3" fmla="*/ 513098 h 1616092"/>
                  <a:gd name="connsiteX4" fmla="*/ 112904 w 1592644"/>
                  <a:gd name="connsiteY4" fmla="*/ 395940 h 1616092"/>
                  <a:gd name="connsiteX5" fmla="*/ 1385444 w 1592644"/>
                  <a:gd name="connsiteY5" fmla="*/ 7320 h 1616092"/>
                  <a:gd name="connsiteX6" fmla="*/ 1541654 w 1592644"/>
                  <a:gd name="connsiteY6" fmla="*/ 43515 h 1616092"/>
                  <a:gd name="connsiteX7" fmla="*/ 1588326 w 1592644"/>
                  <a:gd name="connsiteY7" fmla="*/ 195915 h 1616092"/>
                  <a:gd name="connsiteX8" fmla="*/ 1289241 w 1592644"/>
                  <a:gd name="connsiteY8" fmla="*/ 1492268 h 1616092"/>
                  <a:gd name="connsiteX9" fmla="*/ 1180656 w 1592644"/>
                  <a:gd name="connsiteY9" fmla="*/ 1609425 h 1616092"/>
                  <a:gd name="connsiteX10" fmla="*/ 1132079 w 1592644"/>
                  <a:gd name="connsiteY10" fmla="*/ 1616093 h 1616092"/>
                  <a:gd name="connsiteX11" fmla="*/ 54801 w 1592644"/>
                  <a:gd name="connsiteY11" fmla="*/ 661688 h 1616092"/>
                  <a:gd name="connsiteX12" fmla="*/ 1028256 w 1592644"/>
                  <a:gd name="connsiteY12" fmla="*/ 1569420 h 1616092"/>
                  <a:gd name="connsiteX13" fmla="*/ 1178751 w 1592644"/>
                  <a:gd name="connsiteY13" fmla="*/ 1603710 h 1616092"/>
                  <a:gd name="connsiteX14" fmla="*/ 1284479 w 1592644"/>
                  <a:gd name="connsiteY14" fmla="*/ 1490363 h 1616092"/>
                  <a:gd name="connsiteX15" fmla="*/ 1583564 w 1592644"/>
                  <a:gd name="connsiteY15" fmla="*/ 194010 h 1616092"/>
                  <a:gd name="connsiteX16" fmla="*/ 1538796 w 1592644"/>
                  <a:gd name="connsiteY16" fmla="*/ 46373 h 1616092"/>
                  <a:gd name="connsiteX17" fmla="*/ 1388301 w 1592644"/>
                  <a:gd name="connsiteY17" fmla="*/ 12083 h 1616092"/>
                  <a:gd name="connsiteX18" fmla="*/ 114809 w 1592644"/>
                  <a:gd name="connsiteY18" fmla="*/ 401655 h 1616092"/>
                  <a:gd name="connsiteX19" fmla="*/ 9081 w 1592644"/>
                  <a:gd name="connsiteY19" fmla="*/ 515003 h 1616092"/>
                  <a:gd name="connsiteX20" fmla="*/ 54801 w 1592644"/>
                  <a:gd name="connsiteY20" fmla="*/ 661688 h 1616092"/>
                  <a:gd name="connsiteX21" fmla="*/ 54801 w 1592644"/>
                  <a:gd name="connsiteY21" fmla="*/ 661688 h 1616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92644" h="1616092">
                    <a:moveTo>
                      <a:pt x="1132079" y="1616093"/>
                    </a:moveTo>
                    <a:cubicBezTo>
                      <a:pt x="1092074" y="1616093"/>
                      <a:pt x="1053974" y="1600853"/>
                      <a:pt x="1023494" y="1573230"/>
                    </a:cubicBezTo>
                    <a:lnTo>
                      <a:pt x="50991" y="665498"/>
                    </a:lnTo>
                    <a:cubicBezTo>
                      <a:pt x="9081" y="626445"/>
                      <a:pt x="-9016" y="569295"/>
                      <a:pt x="4319" y="513098"/>
                    </a:cubicBezTo>
                    <a:cubicBezTo>
                      <a:pt x="17654" y="456900"/>
                      <a:pt x="57659" y="413085"/>
                      <a:pt x="112904" y="395940"/>
                    </a:cubicBezTo>
                    <a:lnTo>
                      <a:pt x="1385444" y="7320"/>
                    </a:lnTo>
                    <a:cubicBezTo>
                      <a:pt x="1440689" y="-9825"/>
                      <a:pt x="1498791" y="3510"/>
                      <a:pt x="1541654" y="43515"/>
                    </a:cubicBezTo>
                    <a:cubicBezTo>
                      <a:pt x="1583564" y="82568"/>
                      <a:pt x="1601661" y="139718"/>
                      <a:pt x="1588326" y="195915"/>
                    </a:cubicBezTo>
                    <a:lnTo>
                      <a:pt x="1289241" y="1492268"/>
                    </a:lnTo>
                    <a:cubicBezTo>
                      <a:pt x="1275906" y="1548465"/>
                      <a:pt x="1235901" y="1592280"/>
                      <a:pt x="1180656" y="1609425"/>
                    </a:cubicBezTo>
                    <a:cubicBezTo>
                      <a:pt x="1163511" y="1614188"/>
                      <a:pt x="1148271" y="1616093"/>
                      <a:pt x="1132079" y="1616093"/>
                    </a:cubicBezTo>
                    <a:close/>
                    <a:moveTo>
                      <a:pt x="54801" y="661688"/>
                    </a:moveTo>
                    <a:lnTo>
                      <a:pt x="1028256" y="1569420"/>
                    </a:lnTo>
                    <a:cubicBezTo>
                      <a:pt x="1069214" y="1607520"/>
                      <a:pt x="1125411" y="1620855"/>
                      <a:pt x="1178751" y="1603710"/>
                    </a:cubicBezTo>
                    <a:cubicBezTo>
                      <a:pt x="1232091" y="1587518"/>
                      <a:pt x="1271144" y="1545608"/>
                      <a:pt x="1284479" y="1490363"/>
                    </a:cubicBezTo>
                    <a:lnTo>
                      <a:pt x="1583564" y="194010"/>
                    </a:lnTo>
                    <a:cubicBezTo>
                      <a:pt x="1595946" y="139718"/>
                      <a:pt x="1578801" y="84473"/>
                      <a:pt x="1538796" y="46373"/>
                    </a:cubicBezTo>
                    <a:cubicBezTo>
                      <a:pt x="1497839" y="8273"/>
                      <a:pt x="1441641" y="-5062"/>
                      <a:pt x="1388301" y="12083"/>
                    </a:cubicBezTo>
                    <a:lnTo>
                      <a:pt x="114809" y="401655"/>
                    </a:lnTo>
                    <a:cubicBezTo>
                      <a:pt x="61469" y="417848"/>
                      <a:pt x="22416" y="459758"/>
                      <a:pt x="9081" y="515003"/>
                    </a:cubicBezTo>
                    <a:cubicBezTo>
                      <a:pt x="-3301" y="568343"/>
                      <a:pt x="13844" y="623588"/>
                      <a:pt x="54801" y="661688"/>
                    </a:cubicBezTo>
                    <a:lnTo>
                      <a:pt x="54801" y="661688"/>
                    </a:lnTo>
                    <a:close/>
                  </a:path>
                </a:pathLst>
              </a:custGeom>
              <a:grpFill/>
              <a:ln w="9525" cap="flat">
                <a:noFill/>
                <a:prstDash val="solid"/>
                <a:miter/>
              </a:ln>
            </p:spPr>
            <p:txBody>
              <a:bodyPr rtlCol="0" anchor="ctr"/>
              <a:lstStyle/>
              <a:p>
                <a:endParaRPr lang="en-US" sz="1730" dirty="0"/>
              </a:p>
            </p:txBody>
          </p:sp>
          <p:sp>
            <p:nvSpPr>
              <p:cNvPr id="87" name="Freeform: Shape 86">
                <a:extLst>
                  <a:ext uri="{FF2B5EF4-FFF2-40B4-BE49-F238E27FC236}">
                    <a16:creationId xmlns:a16="http://schemas.microsoft.com/office/drawing/2014/main" id="{4F4BF196-1B8D-42AC-9132-9FDF784C453A}"/>
                  </a:ext>
                </a:extLst>
              </p:cNvPr>
              <p:cNvSpPr/>
              <p:nvPr/>
            </p:nvSpPr>
            <p:spPr>
              <a:xfrm>
                <a:off x="5569965" y="3033304"/>
                <a:ext cx="1648967" cy="1494562"/>
              </a:xfrm>
              <a:custGeom>
                <a:avLst/>
                <a:gdLst>
                  <a:gd name="connsiteX0" fmla="*/ 784479 w 1648967"/>
                  <a:gd name="connsiteY0" fmla="*/ 1494562 h 1494562"/>
                  <a:gd name="connsiteX1" fmla="*/ 778764 w 1648967"/>
                  <a:gd name="connsiteY1" fmla="*/ 1494562 h 1494562"/>
                  <a:gd name="connsiteX2" fmla="*/ 643509 w 1648967"/>
                  <a:gd name="connsiteY2" fmla="*/ 1409790 h 1494562"/>
                  <a:gd name="connsiteX3" fmla="*/ 18669 w 1648967"/>
                  <a:gd name="connsiteY3" fmla="*/ 235357 h 1494562"/>
                  <a:gd name="connsiteX4" fmla="*/ 18669 w 1648967"/>
                  <a:gd name="connsiteY4" fmla="*/ 235357 h 1494562"/>
                  <a:gd name="connsiteX5" fmla="*/ 24384 w 1648967"/>
                  <a:gd name="connsiteY5" fmla="*/ 75337 h 1494562"/>
                  <a:gd name="connsiteX6" fmla="*/ 165354 w 1648967"/>
                  <a:gd name="connsiteY6" fmla="*/ 90 h 1494562"/>
                  <a:gd name="connsiteX7" fmla="*/ 1495044 w 1648967"/>
                  <a:gd name="connsiteY7" fmla="*/ 46762 h 1494562"/>
                  <a:gd name="connsiteX8" fmla="*/ 1630299 w 1648967"/>
                  <a:gd name="connsiteY8" fmla="*/ 131535 h 1494562"/>
                  <a:gd name="connsiteX9" fmla="*/ 1624584 w 1648967"/>
                  <a:gd name="connsiteY9" fmla="*/ 291555 h 1494562"/>
                  <a:gd name="connsiteX10" fmla="*/ 919734 w 1648967"/>
                  <a:gd name="connsiteY10" fmla="*/ 1419315 h 1494562"/>
                  <a:gd name="connsiteX11" fmla="*/ 784479 w 1648967"/>
                  <a:gd name="connsiteY11" fmla="*/ 1494562 h 1494562"/>
                  <a:gd name="connsiteX12" fmla="*/ 158686 w 1648967"/>
                  <a:gd name="connsiteY12" fmla="*/ 5805 h 1494562"/>
                  <a:gd name="connsiteX13" fmla="*/ 28194 w 1648967"/>
                  <a:gd name="connsiteY13" fmla="*/ 78195 h 1494562"/>
                  <a:gd name="connsiteX14" fmla="*/ 22479 w 1648967"/>
                  <a:gd name="connsiteY14" fmla="*/ 232500 h 1494562"/>
                  <a:gd name="connsiteX15" fmla="*/ 22479 w 1648967"/>
                  <a:gd name="connsiteY15" fmla="*/ 232500 h 1494562"/>
                  <a:gd name="connsiteX16" fmla="*/ 647319 w 1648967"/>
                  <a:gd name="connsiteY16" fmla="*/ 1406932 h 1494562"/>
                  <a:gd name="connsiteX17" fmla="*/ 777812 w 1648967"/>
                  <a:gd name="connsiteY17" fmla="*/ 1488847 h 1494562"/>
                  <a:gd name="connsiteX18" fmla="*/ 914019 w 1648967"/>
                  <a:gd name="connsiteY18" fmla="*/ 1416457 h 1494562"/>
                  <a:gd name="connsiteX19" fmla="*/ 1618869 w 1648967"/>
                  <a:gd name="connsiteY19" fmla="*/ 288697 h 1494562"/>
                  <a:gd name="connsiteX20" fmla="*/ 1624584 w 1648967"/>
                  <a:gd name="connsiteY20" fmla="*/ 134392 h 1494562"/>
                  <a:gd name="connsiteX21" fmla="*/ 1494092 w 1648967"/>
                  <a:gd name="connsiteY21" fmla="*/ 52477 h 1494562"/>
                  <a:gd name="connsiteX22" fmla="*/ 164402 w 1648967"/>
                  <a:gd name="connsiteY22" fmla="*/ 5805 h 1494562"/>
                  <a:gd name="connsiteX23" fmla="*/ 158686 w 1648967"/>
                  <a:gd name="connsiteY23" fmla="*/ 5805 h 14945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48967" h="1494562">
                    <a:moveTo>
                      <a:pt x="784479" y="1494562"/>
                    </a:moveTo>
                    <a:cubicBezTo>
                      <a:pt x="782574" y="1494562"/>
                      <a:pt x="780669" y="1494562"/>
                      <a:pt x="778764" y="1494562"/>
                    </a:cubicBezTo>
                    <a:cubicBezTo>
                      <a:pt x="720662" y="1492657"/>
                      <a:pt x="670179" y="1461225"/>
                      <a:pt x="643509" y="1409790"/>
                    </a:cubicBezTo>
                    <a:lnTo>
                      <a:pt x="18669" y="235357"/>
                    </a:lnTo>
                    <a:lnTo>
                      <a:pt x="18669" y="235357"/>
                    </a:lnTo>
                    <a:cubicBezTo>
                      <a:pt x="-8001" y="183922"/>
                      <a:pt x="-6096" y="124867"/>
                      <a:pt x="24384" y="75337"/>
                    </a:cubicBezTo>
                    <a:cubicBezTo>
                      <a:pt x="54864" y="26760"/>
                      <a:pt x="107252" y="-1815"/>
                      <a:pt x="165354" y="90"/>
                    </a:cubicBezTo>
                    <a:lnTo>
                      <a:pt x="1495044" y="46762"/>
                    </a:lnTo>
                    <a:cubicBezTo>
                      <a:pt x="1553147" y="48667"/>
                      <a:pt x="1603629" y="80100"/>
                      <a:pt x="1630299" y="131535"/>
                    </a:cubicBezTo>
                    <a:cubicBezTo>
                      <a:pt x="1656969" y="182970"/>
                      <a:pt x="1655064" y="242025"/>
                      <a:pt x="1624584" y="291555"/>
                    </a:cubicBezTo>
                    <a:lnTo>
                      <a:pt x="919734" y="1419315"/>
                    </a:lnTo>
                    <a:cubicBezTo>
                      <a:pt x="890206" y="1466940"/>
                      <a:pt x="839724" y="1494562"/>
                      <a:pt x="784479" y="1494562"/>
                    </a:cubicBezTo>
                    <a:close/>
                    <a:moveTo>
                      <a:pt x="158686" y="5805"/>
                    </a:moveTo>
                    <a:cubicBezTo>
                      <a:pt x="105347" y="5805"/>
                      <a:pt x="56769" y="32475"/>
                      <a:pt x="28194" y="78195"/>
                    </a:cubicBezTo>
                    <a:cubicBezTo>
                      <a:pt x="-1334" y="125820"/>
                      <a:pt x="-3239" y="182970"/>
                      <a:pt x="22479" y="232500"/>
                    </a:cubicBezTo>
                    <a:lnTo>
                      <a:pt x="22479" y="232500"/>
                    </a:lnTo>
                    <a:lnTo>
                      <a:pt x="647319" y="1406932"/>
                    </a:lnTo>
                    <a:cubicBezTo>
                      <a:pt x="673989" y="1456462"/>
                      <a:pt x="722567" y="1486942"/>
                      <a:pt x="777812" y="1488847"/>
                    </a:cubicBezTo>
                    <a:cubicBezTo>
                      <a:pt x="834009" y="1490752"/>
                      <a:pt x="884492" y="1464082"/>
                      <a:pt x="914019" y="1416457"/>
                    </a:cubicBezTo>
                    <a:lnTo>
                      <a:pt x="1618869" y="288697"/>
                    </a:lnTo>
                    <a:cubicBezTo>
                      <a:pt x="1648397" y="241072"/>
                      <a:pt x="1650302" y="183922"/>
                      <a:pt x="1624584" y="134392"/>
                    </a:cubicBezTo>
                    <a:cubicBezTo>
                      <a:pt x="1597914" y="84862"/>
                      <a:pt x="1549337" y="54382"/>
                      <a:pt x="1494092" y="52477"/>
                    </a:cubicBezTo>
                    <a:lnTo>
                      <a:pt x="164402" y="5805"/>
                    </a:lnTo>
                    <a:cubicBezTo>
                      <a:pt x="162497" y="5805"/>
                      <a:pt x="160592" y="5805"/>
                      <a:pt x="158686" y="5805"/>
                    </a:cubicBezTo>
                    <a:close/>
                  </a:path>
                </a:pathLst>
              </a:custGeom>
              <a:grpFill/>
              <a:ln w="9525" cap="flat">
                <a:noFill/>
                <a:prstDash val="solid"/>
                <a:miter/>
              </a:ln>
            </p:spPr>
            <p:txBody>
              <a:bodyPr rtlCol="0" anchor="ctr"/>
              <a:lstStyle/>
              <a:p>
                <a:endParaRPr lang="en-US" sz="1730" dirty="0"/>
              </a:p>
            </p:txBody>
          </p:sp>
          <p:sp>
            <p:nvSpPr>
              <p:cNvPr id="88" name="Freeform: Shape 87">
                <a:extLst>
                  <a:ext uri="{FF2B5EF4-FFF2-40B4-BE49-F238E27FC236}">
                    <a16:creationId xmlns:a16="http://schemas.microsoft.com/office/drawing/2014/main" id="{4764628E-4600-45ED-9BA2-558A7FC18656}"/>
                  </a:ext>
                </a:extLst>
              </p:cNvPr>
              <p:cNvSpPr/>
              <p:nvPr/>
            </p:nvSpPr>
            <p:spPr>
              <a:xfrm>
                <a:off x="5695335" y="2890984"/>
                <a:ext cx="1562058" cy="1634024"/>
              </a:xfrm>
              <a:custGeom>
                <a:avLst/>
                <a:gdLst>
                  <a:gd name="connsiteX0" fmla="*/ 368597 w 1562058"/>
                  <a:gd name="connsiteY0" fmla="*/ 1634025 h 1634024"/>
                  <a:gd name="connsiteX1" fmla="*/ 310494 w 1562058"/>
                  <a:gd name="connsiteY1" fmla="*/ 1623547 h 1634024"/>
                  <a:gd name="connsiteX2" fmla="*/ 209529 w 1562058"/>
                  <a:gd name="connsiteY2" fmla="*/ 1499722 h 1634024"/>
                  <a:gd name="connsiteX3" fmla="*/ 1884 w 1562058"/>
                  <a:gd name="connsiteY3" fmla="*/ 185272 h 1634024"/>
                  <a:gd name="connsiteX4" fmla="*/ 59034 w 1562058"/>
                  <a:gd name="connsiteY4" fmla="*/ 35730 h 1634024"/>
                  <a:gd name="connsiteX5" fmla="*/ 217149 w 1562058"/>
                  <a:gd name="connsiteY5" fmla="*/ 10965 h 1634024"/>
                  <a:gd name="connsiteX6" fmla="*/ 1459210 w 1562058"/>
                  <a:gd name="connsiteY6" fmla="*/ 488167 h 1634024"/>
                  <a:gd name="connsiteX7" fmla="*/ 1560174 w 1562058"/>
                  <a:gd name="connsiteY7" fmla="*/ 611992 h 1634024"/>
                  <a:gd name="connsiteX8" fmla="*/ 1503024 w 1562058"/>
                  <a:gd name="connsiteY8" fmla="*/ 761535 h 1634024"/>
                  <a:gd name="connsiteX9" fmla="*/ 469562 w 1562058"/>
                  <a:gd name="connsiteY9" fmla="*/ 1598782 h 1634024"/>
                  <a:gd name="connsiteX10" fmla="*/ 368597 w 1562058"/>
                  <a:gd name="connsiteY10" fmla="*/ 1634025 h 1634024"/>
                  <a:gd name="connsiteX11" fmla="*/ 159047 w 1562058"/>
                  <a:gd name="connsiteY11" fmla="*/ 5250 h 1634024"/>
                  <a:gd name="connsiteX12" fmla="*/ 62844 w 1562058"/>
                  <a:gd name="connsiteY12" fmla="*/ 39540 h 1634024"/>
                  <a:gd name="connsiteX13" fmla="*/ 7599 w 1562058"/>
                  <a:gd name="connsiteY13" fmla="*/ 183367 h 1634024"/>
                  <a:gd name="connsiteX14" fmla="*/ 215244 w 1562058"/>
                  <a:gd name="connsiteY14" fmla="*/ 1497818 h 1634024"/>
                  <a:gd name="connsiteX15" fmla="*/ 312399 w 1562058"/>
                  <a:gd name="connsiteY15" fmla="*/ 1617832 h 1634024"/>
                  <a:gd name="connsiteX16" fmla="*/ 464799 w 1562058"/>
                  <a:gd name="connsiteY16" fmla="*/ 1594020 h 1634024"/>
                  <a:gd name="connsiteX17" fmla="*/ 1498262 w 1562058"/>
                  <a:gd name="connsiteY17" fmla="*/ 756772 h 1634024"/>
                  <a:gd name="connsiteX18" fmla="*/ 1553507 w 1562058"/>
                  <a:gd name="connsiteY18" fmla="*/ 612945 h 1634024"/>
                  <a:gd name="connsiteX19" fmla="*/ 1456352 w 1562058"/>
                  <a:gd name="connsiteY19" fmla="*/ 492930 h 1634024"/>
                  <a:gd name="connsiteX20" fmla="*/ 215244 w 1562058"/>
                  <a:gd name="connsiteY20" fmla="*/ 15727 h 1634024"/>
                  <a:gd name="connsiteX21" fmla="*/ 159047 w 1562058"/>
                  <a:gd name="connsiteY21" fmla="*/ 5250 h 16340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62058" h="1634024">
                    <a:moveTo>
                      <a:pt x="368597" y="1634025"/>
                    </a:moveTo>
                    <a:cubicBezTo>
                      <a:pt x="349547" y="1634025"/>
                      <a:pt x="329544" y="1630215"/>
                      <a:pt x="310494" y="1623547"/>
                    </a:cubicBezTo>
                    <a:cubicBezTo>
                      <a:pt x="256202" y="1602593"/>
                      <a:pt x="219054" y="1556872"/>
                      <a:pt x="209529" y="1499722"/>
                    </a:cubicBezTo>
                    <a:lnTo>
                      <a:pt x="1884" y="185272"/>
                    </a:lnTo>
                    <a:cubicBezTo>
                      <a:pt x="-6688" y="128122"/>
                      <a:pt x="14267" y="72877"/>
                      <a:pt x="59034" y="35730"/>
                    </a:cubicBezTo>
                    <a:cubicBezTo>
                      <a:pt x="103802" y="-465"/>
                      <a:pt x="162857" y="-9990"/>
                      <a:pt x="217149" y="10965"/>
                    </a:cubicBezTo>
                    <a:lnTo>
                      <a:pt x="1459210" y="488167"/>
                    </a:lnTo>
                    <a:cubicBezTo>
                      <a:pt x="1513502" y="509122"/>
                      <a:pt x="1550649" y="554842"/>
                      <a:pt x="1560174" y="611992"/>
                    </a:cubicBezTo>
                    <a:cubicBezTo>
                      <a:pt x="1568747" y="669142"/>
                      <a:pt x="1547792" y="724387"/>
                      <a:pt x="1503024" y="761535"/>
                    </a:cubicBezTo>
                    <a:lnTo>
                      <a:pt x="469562" y="1598782"/>
                    </a:lnTo>
                    <a:cubicBezTo>
                      <a:pt x="439082" y="1621643"/>
                      <a:pt x="404792" y="1634025"/>
                      <a:pt x="368597" y="1634025"/>
                    </a:cubicBezTo>
                    <a:close/>
                    <a:moveTo>
                      <a:pt x="159047" y="5250"/>
                    </a:moveTo>
                    <a:cubicBezTo>
                      <a:pt x="124757" y="5250"/>
                      <a:pt x="90467" y="16680"/>
                      <a:pt x="62844" y="39540"/>
                    </a:cubicBezTo>
                    <a:cubicBezTo>
                      <a:pt x="19029" y="74782"/>
                      <a:pt x="-973" y="128122"/>
                      <a:pt x="7599" y="183367"/>
                    </a:cubicBezTo>
                    <a:lnTo>
                      <a:pt x="215244" y="1497818"/>
                    </a:lnTo>
                    <a:cubicBezTo>
                      <a:pt x="223817" y="1553062"/>
                      <a:pt x="260012" y="1597830"/>
                      <a:pt x="312399" y="1617832"/>
                    </a:cubicBezTo>
                    <a:cubicBezTo>
                      <a:pt x="364787" y="1637835"/>
                      <a:pt x="421937" y="1629262"/>
                      <a:pt x="464799" y="1594020"/>
                    </a:cubicBezTo>
                    <a:lnTo>
                      <a:pt x="1498262" y="756772"/>
                    </a:lnTo>
                    <a:cubicBezTo>
                      <a:pt x="1542077" y="721530"/>
                      <a:pt x="1562080" y="668190"/>
                      <a:pt x="1553507" y="612945"/>
                    </a:cubicBezTo>
                    <a:cubicBezTo>
                      <a:pt x="1544935" y="557700"/>
                      <a:pt x="1508740" y="512932"/>
                      <a:pt x="1456352" y="492930"/>
                    </a:cubicBezTo>
                    <a:lnTo>
                      <a:pt x="215244" y="15727"/>
                    </a:lnTo>
                    <a:cubicBezTo>
                      <a:pt x="197147" y="9060"/>
                      <a:pt x="178097" y="5250"/>
                      <a:pt x="159047" y="5250"/>
                    </a:cubicBezTo>
                    <a:close/>
                  </a:path>
                </a:pathLst>
              </a:custGeom>
              <a:grpFill/>
              <a:ln w="9525" cap="flat">
                <a:noFill/>
                <a:prstDash val="solid"/>
                <a:miter/>
              </a:ln>
            </p:spPr>
            <p:txBody>
              <a:bodyPr rtlCol="0" anchor="ctr"/>
              <a:lstStyle/>
              <a:p>
                <a:endParaRPr lang="en-US" sz="1730" dirty="0"/>
              </a:p>
            </p:txBody>
          </p:sp>
          <p:sp>
            <p:nvSpPr>
              <p:cNvPr id="89" name="Freeform: Shape 88">
                <a:extLst>
                  <a:ext uri="{FF2B5EF4-FFF2-40B4-BE49-F238E27FC236}">
                    <a16:creationId xmlns:a16="http://schemas.microsoft.com/office/drawing/2014/main" id="{0FF231AA-2D8E-4765-8347-F7B4CF5E1B24}"/>
                  </a:ext>
                </a:extLst>
              </p:cNvPr>
              <p:cNvSpPr/>
              <p:nvPr/>
            </p:nvSpPr>
            <p:spPr>
              <a:xfrm>
                <a:off x="5630741" y="2796715"/>
                <a:ext cx="1568373" cy="1631138"/>
              </a:xfrm>
              <a:custGeom>
                <a:avLst/>
                <a:gdLst>
                  <a:gd name="connsiteX0" fmla="*/ 158870 w 1568373"/>
                  <a:gd name="connsiteY0" fmla="*/ 1631139 h 1631138"/>
                  <a:gd name="connsiteX1" fmla="*/ 56953 w 1568373"/>
                  <a:gd name="connsiteY1" fmla="*/ 1593991 h 1631138"/>
                  <a:gd name="connsiteX2" fmla="*/ 2660 w 1568373"/>
                  <a:gd name="connsiteY2" fmla="*/ 1443496 h 1631138"/>
                  <a:gd name="connsiteX3" fmla="*/ 232213 w 1568373"/>
                  <a:gd name="connsiteY3" fmla="*/ 132856 h 1631138"/>
                  <a:gd name="connsiteX4" fmla="*/ 335083 w 1568373"/>
                  <a:gd name="connsiteY4" fmla="*/ 9984 h 1631138"/>
                  <a:gd name="connsiteX5" fmla="*/ 492246 w 1568373"/>
                  <a:gd name="connsiteY5" fmla="*/ 37606 h 1631138"/>
                  <a:gd name="connsiteX6" fmla="*/ 1511421 w 1568373"/>
                  <a:gd name="connsiteY6" fmla="*/ 892951 h 1631138"/>
                  <a:gd name="connsiteX7" fmla="*/ 1565713 w 1568373"/>
                  <a:gd name="connsiteY7" fmla="*/ 1043446 h 1631138"/>
                  <a:gd name="connsiteX8" fmla="*/ 1462843 w 1568373"/>
                  <a:gd name="connsiteY8" fmla="*/ 1166319 h 1631138"/>
                  <a:gd name="connsiteX9" fmla="*/ 214116 w 1568373"/>
                  <a:gd name="connsiteY9" fmla="*/ 1620662 h 1631138"/>
                  <a:gd name="connsiteX10" fmla="*/ 158870 w 1568373"/>
                  <a:gd name="connsiteY10" fmla="*/ 1631139 h 1631138"/>
                  <a:gd name="connsiteX11" fmla="*/ 390328 w 1568373"/>
                  <a:gd name="connsiteY11" fmla="*/ 6174 h 1631138"/>
                  <a:gd name="connsiteX12" fmla="*/ 336988 w 1568373"/>
                  <a:gd name="connsiteY12" fmla="*/ 15699 h 1631138"/>
                  <a:gd name="connsiteX13" fmla="*/ 237928 w 1568373"/>
                  <a:gd name="connsiteY13" fmla="*/ 133809 h 1631138"/>
                  <a:gd name="connsiteX14" fmla="*/ 7423 w 1568373"/>
                  <a:gd name="connsiteY14" fmla="*/ 1444449 h 1631138"/>
                  <a:gd name="connsiteX15" fmla="*/ 59810 w 1568373"/>
                  <a:gd name="connsiteY15" fmla="*/ 1589229 h 1631138"/>
                  <a:gd name="connsiteX16" fmla="*/ 212210 w 1568373"/>
                  <a:gd name="connsiteY16" fmla="*/ 1615899 h 1631138"/>
                  <a:gd name="connsiteX17" fmla="*/ 1461891 w 1568373"/>
                  <a:gd name="connsiteY17" fmla="*/ 1160604 h 1631138"/>
                  <a:gd name="connsiteX18" fmla="*/ 1560951 w 1568373"/>
                  <a:gd name="connsiteY18" fmla="*/ 1042494 h 1631138"/>
                  <a:gd name="connsiteX19" fmla="*/ 1508563 w 1568373"/>
                  <a:gd name="connsiteY19" fmla="*/ 897714 h 1631138"/>
                  <a:gd name="connsiteX20" fmla="*/ 489388 w 1568373"/>
                  <a:gd name="connsiteY20" fmla="*/ 42369 h 1631138"/>
                  <a:gd name="connsiteX21" fmla="*/ 390328 w 1568373"/>
                  <a:gd name="connsiteY21" fmla="*/ 6174 h 1631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68373" h="1631138">
                    <a:moveTo>
                      <a:pt x="158870" y="1631139"/>
                    </a:moveTo>
                    <a:cubicBezTo>
                      <a:pt x="121723" y="1631139"/>
                      <a:pt x="86481" y="1617804"/>
                      <a:pt x="56953" y="1593991"/>
                    </a:cubicBezTo>
                    <a:cubicBezTo>
                      <a:pt x="13138" y="1556844"/>
                      <a:pt x="-7817" y="1500646"/>
                      <a:pt x="2660" y="1443496"/>
                    </a:cubicBezTo>
                    <a:lnTo>
                      <a:pt x="232213" y="132856"/>
                    </a:lnTo>
                    <a:cubicBezTo>
                      <a:pt x="242691" y="75706"/>
                      <a:pt x="280791" y="29986"/>
                      <a:pt x="335083" y="9984"/>
                    </a:cubicBezTo>
                    <a:cubicBezTo>
                      <a:pt x="389375" y="-10019"/>
                      <a:pt x="448431" y="459"/>
                      <a:pt x="492246" y="37606"/>
                    </a:cubicBezTo>
                    <a:lnTo>
                      <a:pt x="1511421" y="892951"/>
                    </a:lnTo>
                    <a:cubicBezTo>
                      <a:pt x="1555236" y="930099"/>
                      <a:pt x="1576191" y="986296"/>
                      <a:pt x="1565713" y="1043446"/>
                    </a:cubicBezTo>
                    <a:cubicBezTo>
                      <a:pt x="1555236" y="1100596"/>
                      <a:pt x="1517136" y="1146316"/>
                      <a:pt x="1462843" y="1166319"/>
                    </a:cubicBezTo>
                    <a:lnTo>
                      <a:pt x="214116" y="1620662"/>
                    </a:lnTo>
                    <a:cubicBezTo>
                      <a:pt x="196018" y="1627329"/>
                      <a:pt x="176968" y="1631139"/>
                      <a:pt x="158870" y="1631139"/>
                    </a:cubicBezTo>
                    <a:close/>
                    <a:moveTo>
                      <a:pt x="390328" y="6174"/>
                    </a:moveTo>
                    <a:cubicBezTo>
                      <a:pt x="372231" y="6174"/>
                      <a:pt x="354133" y="9031"/>
                      <a:pt x="336988" y="15699"/>
                    </a:cubicBezTo>
                    <a:cubicBezTo>
                      <a:pt x="284600" y="34749"/>
                      <a:pt x="247453" y="78564"/>
                      <a:pt x="237928" y="133809"/>
                    </a:cubicBezTo>
                    <a:lnTo>
                      <a:pt x="7423" y="1444449"/>
                    </a:lnTo>
                    <a:cubicBezTo>
                      <a:pt x="-2102" y="1499694"/>
                      <a:pt x="17900" y="1553987"/>
                      <a:pt x="59810" y="1589229"/>
                    </a:cubicBezTo>
                    <a:cubicBezTo>
                      <a:pt x="102673" y="1625424"/>
                      <a:pt x="159823" y="1634949"/>
                      <a:pt x="212210" y="1615899"/>
                    </a:cubicBezTo>
                    <a:lnTo>
                      <a:pt x="1461891" y="1160604"/>
                    </a:lnTo>
                    <a:cubicBezTo>
                      <a:pt x="1514278" y="1141554"/>
                      <a:pt x="1551426" y="1097739"/>
                      <a:pt x="1560951" y="1042494"/>
                    </a:cubicBezTo>
                    <a:cubicBezTo>
                      <a:pt x="1570476" y="987249"/>
                      <a:pt x="1550473" y="932956"/>
                      <a:pt x="1508563" y="897714"/>
                    </a:cubicBezTo>
                    <a:lnTo>
                      <a:pt x="489388" y="42369"/>
                    </a:lnTo>
                    <a:cubicBezTo>
                      <a:pt x="460813" y="18556"/>
                      <a:pt x="426523" y="6174"/>
                      <a:pt x="390328" y="6174"/>
                    </a:cubicBezTo>
                    <a:close/>
                  </a:path>
                </a:pathLst>
              </a:custGeom>
              <a:grpFill/>
              <a:ln w="9525" cap="flat">
                <a:noFill/>
                <a:prstDash val="solid"/>
                <a:miter/>
              </a:ln>
            </p:spPr>
            <p:txBody>
              <a:bodyPr rtlCol="0" anchor="ctr"/>
              <a:lstStyle/>
              <a:p>
                <a:endParaRPr lang="en-US" sz="1730" dirty="0"/>
              </a:p>
            </p:txBody>
          </p:sp>
          <p:sp>
            <p:nvSpPr>
              <p:cNvPr id="90" name="Freeform: Shape 89">
                <a:extLst>
                  <a:ext uri="{FF2B5EF4-FFF2-40B4-BE49-F238E27FC236}">
                    <a16:creationId xmlns:a16="http://schemas.microsoft.com/office/drawing/2014/main" id="{F7229D2F-8FC4-464C-9BCD-CABAB62CE399}"/>
                  </a:ext>
                </a:extLst>
              </p:cNvPr>
              <p:cNvSpPr/>
              <p:nvPr/>
            </p:nvSpPr>
            <p:spPr>
              <a:xfrm>
                <a:off x="5402873" y="2763813"/>
                <a:ext cx="1649777" cy="1482113"/>
              </a:xfrm>
              <a:custGeom>
                <a:avLst/>
                <a:gdLst>
                  <a:gd name="connsiteX0" fmla="*/ 160044 w 1649777"/>
                  <a:gd name="connsiteY0" fmla="*/ 1482113 h 1482113"/>
                  <a:gd name="connsiteX1" fmla="*/ 22884 w 1649777"/>
                  <a:gd name="connsiteY1" fmla="*/ 1404961 h 1482113"/>
                  <a:gd name="connsiteX2" fmla="*/ 20026 w 1649777"/>
                  <a:gd name="connsiteY2" fmla="*/ 1244941 h 1482113"/>
                  <a:gd name="connsiteX3" fmla="*/ 664869 w 1649777"/>
                  <a:gd name="connsiteY3" fmla="*/ 81938 h 1482113"/>
                  <a:gd name="connsiteX4" fmla="*/ 667726 w 1649777"/>
                  <a:gd name="connsiteY4" fmla="*/ 82891 h 1482113"/>
                  <a:gd name="connsiteX5" fmla="*/ 664869 w 1649777"/>
                  <a:gd name="connsiteY5" fmla="*/ 81938 h 1482113"/>
                  <a:gd name="connsiteX6" fmla="*/ 802029 w 1649777"/>
                  <a:gd name="connsiteY6" fmla="*/ 23 h 1482113"/>
                  <a:gd name="connsiteX7" fmla="*/ 942046 w 1649777"/>
                  <a:gd name="connsiteY7" fmla="*/ 77176 h 1482113"/>
                  <a:gd name="connsiteX8" fmla="*/ 1626894 w 1649777"/>
                  <a:gd name="connsiteY8" fmla="*/ 1217318 h 1482113"/>
                  <a:gd name="connsiteX9" fmla="*/ 1629751 w 1649777"/>
                  <a:gd name="connsiteY9" fmla="*/ 1377338 h 1482113"/>
                  <a:gd name="connsiteX10" fmla="*/ 1492591 w 1649777"/>
                  <a:gd name="connsiteY10" fmla="*/ 1459253 h 1482113"/>
                  <a:gd name="connsiteX11" fmla="*/ 161949 w 1649777"/>
                  <a:gd name="connsiteY11" fmla="*/ 1482113 h 1482113"/>
                  <a:gd name="connsiteX12" fmla="*/ 160044 w 1649777"/>
                  <a:gd name="connsiteY12" fmla="*/ 1482113 h 1482113"/>
                  <a:gd name="connsiteX13" fmla="*/ 804886 w 1649777"/>
                  <a:gd name="connsiteY13" fmla="*/ 4786 h 1482113"/>
                  <a:gd name="connsiteX14" fmla="*/ 802029 w 1649777"/>
                  <a:gd name="connsiteY14" fmla="*/ 4786 h 1482113"/>
                  <a:gd name="connsiteX15" fmla="*/ 669631 w 1649777"/>
                  <a:gd name="connsiteY15" fmla="*/ 83843 h 1482113"/>
                  <a:gd name="connsiteX16" fmla="*/ 24789 w 1649777"/>
                  <a:gd name="connsiteY16" fmla="*/ 1247798 h 1482113"/>
                  <a:gd name="connsiteX17" fmla="*/ 27646 w 1649777"/>
                  <a:gd name="connsiteY17" fmla="*/ 1402103 h 1482113"/>
                  <a:gd name="connsiteX18" fmla="*/ 162901 w 1649777"/>
                  <a:gd name="connsiteY18" fmla="*/ 1477351 h 1482113"/>
                  <a:gd name="connsiteX19" fmla="*/ 1493544 w 1649777"/>
                  <a:gd name="connsiteY19" fmla="*/ 1454491 h 1482113"/>
                  <a:gd name="connsiteX20" fmla="*/ 1625941 w 1649777"/>
                  <a:gd name="connsiteY20" fmla="*/ 1375433 h 1482113"/>
                  <a:gd name="connsiteX21" fmla="*/ 1623084 w 1649777"/>
                  <a:gd name="connsiteY21" fmla="*/ 1221128 h 1482113"/>
                  <a:gd name="connsiteX22" fmla="*/ 937284 w 1649777"/>
                  <a:gd name="connsiteY22" fmla="*/ 79081 h 1482113"/>
                  <a:gd name="connsiteX23" fmla="*/ 804886 w 1649777"/>
                  <a:gd name="connsiteY23" fmla="*/ 4786 h 14821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49777" h="1482113">
                    <a:moveTo>
                      <a:pt x="160044" y="1482113"/>
                    </a:moveTo>
                    <a:cubicBezTo>
                      <a:pt x="103846" y="1482113"/>
                      <a:pt x="52411" y="1453538"/>
                      <a:pt x="22884" y="1404961"/>
                    </a:cubicBezTo>
                    <a:cubicBezTo>
                      <a:pt x="-6644" y="1355431"/>
                      <a:pt x="-7596" y="1295423"/>
                      <a:pt x="20026" y="1244941"/>
                    </a:cubicBezTo>
                    <a:lnTo>
                      <a:pt x="664869" y="81938"/>
                    </a:lnTo>
                    <a:lnTo>
                      <a:pt x="667726" y="82891"/>
                    </a:lnTo>
                    <a:lnTo>
                      <a:pt x="664869" y="81938"/>
                    </a:lnTo>
                    <a:cubicBezTo>
                      <a:pt x="692491" y="31456"/>
                      <a:pt x="743926" y="976"/>
                      <a:pt x="802029" y="23"/>
                    </a:cubicBezTo>
                    <a:cubicBezTo>
                      <a:pt x="859179" y="-929"/>
                      <a:pt x="912519" y="27646"/>
                      <a:pt x="942046" y="77176"/>
                    </a:cubicBezTo>
                    <a:lnTo>
                      <a:pt x="1626894" y="1217318"/>
                    </a:lnTo>
                    <a:cubicBezTo>
                      <a:pt x="1656421" y="1266848"/>
                      <a:pt x="1657374" y="1326856"/>
                      <a:pt x="1629751" y="1377338"/>
                    </a:cubicBezTo>
                    <a:cubicBezTo>
                      <a:pt x="1602129" y="1427821"/>
                      <a:pt x="1550694" y="1458301"/>
                      <a:pt x="1492591" y="1459253"/>
                    </a:cubicBezTo>
                    <a:lnTo>
                      <a:pt x="161949" y="1482113"/>
                    </a:lnTo>
                    <a:cubicBezTo>
                      <a:pt x="161949" y="1482113"/>
                      <a:pt x="160996" y="1482113"/>
                      <a:pt x="160044" y="1482113"/>
                    </a:cubicBezTo>
                    <a:close/>
                    <a:moveTo>
                      <a:pt x="804886" y="4786"/>
                    </a:moveTo>
                    <a:cubicBezTo>
                      <a:pt x="803934" y="4786"/>
                      <a:pt x="802981" y="4786"/>
                      <a:pt x="802029" y="4786"/>
                    </a:cubicBezTo>
                    <a:cubicBezTo>
                      <a:pt x="745831" y="5738"/>
                      <a:pt x="697254" y="35266"/>
                      <a:pt x="669631" y="83843"/>
                    </a:cubicBezTo>
                    <a:lnTo>
                      <a:pt x="24789" y="1247798"/>
                    </a:lnTo>
                    <a:cubicBezTo>
                      <a:pt x="-1881" y="1296376"/>
                      <a:pt x="-929" y="1354478"/>
                      <a:pt x="27646" y="1402103"/>
                    </a:cubicBezTo>
                    <a:cubicBezTo>
                      <a:pt x="56221" y="1449728"/>
                      <a:pt x="106704" y="1478303"/>
                      <a:pt x="162901" y="1477351"/>
                    </a:cubicBezTo>
                    <a:lnTo>
                      <a:pt x="1493544" y="1454491"/>
                    </a:lnTo>
                    <a:cubicBezTo>
                      <a:pt x="1549741" y="1453538"/>
                      <a:pt x="1598319" y="1424011"/>
                      <a:pt x="1625941" y="1375433"/>
                    </a:cubicBezTo>
                    <a:cubicBezTo>
                      <a:pt x="1652611" y="1326856"/>
                      <a:pt x="1651659" y="1268753"/>
                      <a:pt x="1623084" y="1221128"/>
                    </a:cubicBezTo>
                    <a:lnTo>
                      <a:pt x="937284" y="79081"/>
                    </a:lnTo>
                    <a:cubicBezTo>
                      <a:pt x="908709" y="32408"/>
                      <a:pt x="860131" y="4786"/>
                      <a:pt x="804886" y="4786"/>
                    </a:cubicBezTo>
                    <a:close/>
                  </a:path>
                </a:pathLst>
              </a:custGeom>
              <a:grpFill/>
              <a:ln w="9525" cap="flat">
                <a:noFill/>
                <a:prstDash val="solid"/>
                <a:miter/>
              </a:ln>
            </p:spPr>
            <p:txBody>
              <a:bodyPr rtlCol="0" anchor="ctr"/>
              <a:lstStyle/>
              <a:p>
                <a:endParaRPr lang="en-US" sz="1730" dirty="0"/>
              </a:p>
            </p:txBody>
          </p:sp>
          <p:sp>
            <p:nvSpPr>
              <p:cNvPr id="91" name="Freeform: Shape 90">
                <a:extLst>
                  <a:ext uri="{FF2B5EF4-FFF2-40B4-BE49-F238E27FC236}">
                    <a16:creationId xmlns:a16="http://schemas.microsoft.com/office/drawing/2014/main" id="{A14CA388-F9E3-41D0-B796-51DA17C6F161}"/>
                  </a:ext>
                </a:extLst>
              </p:cNvPr>
              <p:cNvSpPr/>
              <p:nvPr/>
            </p:nvSpPr>
            <p:spPr>
              <a:xfrm>
                <a:off x="5247730" y="2789965"/>
                <a:ext cx="1584777" cy="1622649"/>
              </a:xfrm>
              <a:custGeom>
                <a:avLst/>
                <a:gdLst>
                  <a:gd name="connsiteX0" fmla="*/ 1425801 w 1584777"/>
                  <a:gd name="connsiteY0" fmla="*/ 1622649 h 1622649"/>
                  <a:gd name="connsiteX1" fmla="*/ 1375319 w 1584777"/>
                  <a:gd name="connsiteY1" fmla="*/ 1615029 h 1622649"/>
                  <a:gd name="connsiteX2" fmla="*/ 110399 w 1584777"/>
                  <a:gd name="connsiteY2" fmla="*/ 1203549 h 1622649"/>
                  <a:gd name="connsiteX3" fmla="*/ 3719 w 1584777"/>
                  <a:gd name="connsiteY3" fmla="*/ 1084487 h 1622649"/>
                  <a:gd name="connsiteX4" fmla="*/ 53249 w 1584777"/>
                  <a:gd name="connsiteY4" fmla="*/ 932087 h 1622649"/>
                  <a:gd name="connsiteX5" fmla="*/ 1041944 w 1584777"/>
                  <a:gd name="connsiteY5" fmla="*/ 41499 h 1622649"/>
                  <a:gd name="connsiteX6" fmla="*/ 1043849 w 1584777"/>
                  <a:gd name="connsiteY6" fmla="*/ 43404 h 1622649"/>
                  <a:gd name="connsiteX7" fmla="*/ 1041944 w 1584777"/>
                  <a:gd name="connsiteY7" fmla="*/ 41499 h 1622649"/>
                  <a:gd name="connsiteX8" fmla="*/ 1198154 w 1584777"/>
                  <a:gd name="connsiteY8" fmla="*/ 8162 h 1622649"/>
                  <a:gd name="connsiteX9" fmla="*/ 1304834 w 1584777"/>
                  <a:gd name="connsiteY9" fmla="*/ 127224 h 1622649"/>
                  <a:gd name="connsiteX10" fmla="*/ 1581059 w 1584777"/>
                  <a:gd name="connsiteY10" fmla="*/ 1428339 h 1622649"/>
                  <a:gd name="connsiteX11" fmla="*/ 1531529 w 1584777"/>
                  <a:gd name="connsiteY11" fmla="*/ 1580739 h 1622649"/>
                  <a:gd name="connsiteX12" fmla="*/ 1425801 w 1584777"/>
                  <a:gd name="connsiteY12" fmla="*/ 1622649 h 1622649"/>
                  <a:gd name="connsiteX13" fmla="*/ 1147671 w 1584777"/>
                  <a:gd name="connsiteY13" fmla="*/ 6257 h 1622649"/>
                  <a:gd name="connsiteX14" fmla="*/ 1044801 w 1584777"/>
                  <a:gd name="connsiteY14" fmla="*/ 46262 h 1622649"/>
                  <a:gd name="connsiteX15" fmla="*/ 56106 w 1584777"/>
                  <a:gd name="connsiteY15" fmla="*/ 936849 h 1622649"/>
                  <a:gd name="connsiteX16" fmla="*/ 8481 w 1584777"/>
                  <a:gd name="connsiteY16" fmla="*/ 1083534 h 1622649"/>
                  <a:gd name="connsiteX17" fmla="*/ 111351 w 1584777"/>
                  <a:gd name="connsiteY17" fmla="*/ 1197834 h 1622649"/>
                  <a:gd name="connsiteX18" fmla="*/ 1376272 w 1584777"/>
                  <a:gd name="connsiteY18" fmla="*/ 1609314 h 1622649"/>
                  <a:gd name="connsiteX19" fmla="*/ 1526766 w 1584777"/>
                  <a:gd name="connsiteY19" fmla="*/ 1576929 h 1622649"/>
                  <a:gd name="connsiteX20" fmla="*/ 1574391 w 1584777"/>
                  <a:gd name="connsiteY20" fmla="*/ 1430244 h 1622649"/>
                  <a:gd name="connsiteX21" fmla="*/ 1298166 w 1584777"/>
                  <a:gd name="connsiteY21" fmla="*/ 129129 h 1622649"/>
                  <a:gd name="connsiteX22" fmla="*/ 1195297 w 1584777"/>
                  <a:gd name="connsiteY22" fmla="*/ 14829 h 1622649"/>
                  <a:gd name="connsiteX23" fmla="*/ 1147671 w 1584777"/>
                  <a:gd name="connsiteY23" fmla="*/ 6257 h 16226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584777" h="1622649">
                    <a:moveTo>
                      <a:pt x="1425801" y="1622649"/>
                    </a:moveTo>
                    <a:cubicBezTo>
                      <a:pt x="1409609" y="1622649"/>
                      <a:pt x="1392464" y="1619792"/>
                      <a:pt x="1375319" y="1615029"/>
                    </a:cubicBezTo>
                    <a:lnTo>
                      <a:pt x="110399" y="1203549"/>
                    </a:lnTo>
                    <a:cubicBezTo>
                      <a:pt x="55154" y="1185452"/>
                      <a:pt x="15149" y="1141637"/>
                      <a:pt x="3719" y="1084487"/>
                    </a:cubicBezTo>
                    <a:cubicBezTo>
                      <a:pt x="-8664" y="1028289"/>
                      <a:pt x="10386" y="971139"/>
                      <a:pt x="53249" y="932087"/>
                    </a:cubicBezTo>
                    <a:lnTo>
                      <a:pt x="1041944" y="41499"/>
                    </a:lnTo>
                    <a:lnTo>
                      <a:pt x="1043849" y="43404"/>
                    </a:lnTo>
                    <a:lnTo>
                      <a:pt x="1041944" y="41499"/>
                    </a:lnTo>
                    <a:cubicBezTo>
                      <a:pt x="1084806" y="2447"/>
                      <a:pt x="1142909" y="-9936"/>
                      <a:pt x="1198154" y="8162"/>
                    </a:cubicBezTo>
                    <a:cubicBezTo>
                      <a:pt x="1253399" y="26259"/>
                      <a:pt x="1293404" y="70074"/>
                      <a:pt x="1304834" y="127224"/>
                    </a:cubicBezTo>
                    <a:lnTo>
                      <a:pt x="1581059" y="1428339"/>
                    </a:lnTo>
                    <a:cubicBezTo>
                      <a:pt x="1593441" y="1484537"/>
                      <a:pt x="1574391" y="1541687"/>
                      <a:pt x="1531529" y="1580739"/>
                    </a:cubicBezTo>
                    <a:cubicBezTo>
                      <a:pt x="1502001" y="1608362"/>
                      <a:pt x="1463901" y="1622649"/>
                      <a:pt x="1425801" y="1622649"/>
                    </a:cubicBezTo>
                    <a:close/>
                    <a:moveTo>
                      <a:pt x="1147671" y="6257"/>
                    </a:moveTo>
                    <a:cubicBezTo>
                      <a:pt x="1110524" y="6257"/>
                      <a:pt x="1074329" y="19592"/>
                      <a:pt x="1044801" y="46262"/>
                    </a:cubicBezTo>
                    <a:lnTo>
                      <a:pt x="56106" y="936849"/>
                    </a:lnTo>
                    <a:cubicBezTo>
                      <a:pt x="14196" y="973997"/>
                      <a:pt x="-2949" y="1029242"/>
                      <a:pt x="8481" y="1083534"/>
                    </a:cubicBezTo>
                    <a:cubicBezTo>
                      <a:pt x="19911" y="1137827"/>
                      <a:pt x="58964" y="1180689"/>
                      <a:pt x="111351" y="1197834"/>
                    </a:cubicBezTo>
                    <a:lnTo>
                      <a:pt x="1376272" y="1609314"/>
                    </a:lnTo>
                    <a:cubicBezTo>
                      <a:pt x="1429611" y="1626459"/>
                      <a:pt x="1485809" y="1615029"/>
                      <a:pt x="1526766" y="1576929"/>
                    </a:cubicBezTo>
                    <a:cubicBezTo>
                      <a:pt x="1568676" y="1539782"/>
                      <a:pt x="1585822" y="1484537"/>
                      <a:pt x="1574391" y="1430244"/>
                    </a:cubicBezTo>
                    <a:lnTo>
                      <a:pt x="1298166" y="129129"/>
                    </a:lnTo>
                    <a:cubicBezTo>
                      <a:pt x="1286736" y="74837"/>
                      <a:pt x="1247684" y="31974"/>
                      <a:pt x="1195297" y="14829"/>
                    </a:cubicBezTo>
                    <a:cubicBezTo>
                      <a:pt x="1180056" y="9114"/>
                      <a:pt x="1163864" y="6257"/>
                      <a:pt x="1147671" y="6257"/>
                    </a:cubicBezTo>
                    <a:close/>
                  </a:path>
                </a:pathLst>
              </a:custGeom>
              <a:grpFill/>
              <a:ln w="9525" cap="flat">
                <a:noFill/>
                <a:prstDash val="solid"/>
                <a:miter/>
              </a:ln>
            </p:spPr>
            <p:txBody>
              <a:bodyPr rtlCol="0" anchor="ctr"/>
              <a:lstStyle/>
              <a:p>
                <a:endParaRPr lang="en-US" sz="1730" dirty="0"/>
              </a:p>
            </p:txBody>
          </p:sp>
          <p:sp>
            <p:nvSpPr>
              <p:cNvPr id="92" name="Freeform: Shape 91">
                <a:extLst>
                  <a:ext uri="{FF2B5EF4-FFF2-40B4-BE49-F238E27FC236}">
                    <a16:creationId xmlns:a16="http://schemas.microsoft.com/office/drawing/2014/main" id="{23FDE7DC-2F32-4DC1-BCF5-8C3EEB129968}"/>
                  </a:ext>
                </a:extLst>
              </p:cNvPr>
              <p:cNvSpPr/>
              <p:nvPr/>
            </p:nvSpPr>
            <p:spPr>
              <a:xfrm>
                <a:off x="5179859" y="2878404"/>
                <a:ext cx="1545260" cy="1640889"/>
              </a:xfrm>
              <a:custGeom>
                <a:avLst/>
                <a:gdLst>
                  <a:gd name="connsiteX0" fmla="*/ 1222210 w 1545260"/>
                  <a:gd name="connsiteY0" fmla="*/ 1640890 h 1640889"/>
                  <a:gd name="connsiteX1" fmla="*/ 1126008 w 1545260"/>
                  <a:gd name="connsiteY1" fmla="*/ 1608505 h 1640889"/>
                  <a:gd name="connsiteX2" fmla="*/ 63970 w 1545260"/>
                  <a:gd name="connsiteY2" fmla="*/ 807452 h 1640889"/>
                  <a:gd name="connsiteX3" fmla="*/ 1105 w 1545260"/>
                  <a:gd name="connsiteY3" fmla="*/ 660767 h 1640889"/>
                  <a:gd name="connsiteX4" fmla="*/ 97308 w 1545260"/>
                  <a:gd name="connsiteY4" fmla="*/ 533132 h 1640889"/>
                  <a:gd name="connsiteX5" fmla="*/ 1322223 w 1545260"/>
                  <a:gd name="connsiteY5" fmla="*/ 13067 h 1640889"/>
                  <a:gd name="connsiteX6" fmla="*/ 1481290 w 1545260"/>
                  <a:gd name="connsiteY6" fmla="*/ 32117 h 1640889"/>
                  <a:gd name="connsiteX7" fmla="*/ 1544155 w 1545260"/>
                  <a:gd name="connsiteY7" fmla="*/ 178802 h 1640889"/>
                  <a:gd name="connsiteX8" fmla="*/ 1382230 w 1545260"/>
                  <a:gd name="connsiteY8" fmla="*/ 1498967 h 1640889"/>
                  <a:gd name="connsiteX9" fmla="*/ 1286028 w 1545260"/>
                  <a:gd name="connsiteY9" fmla="*/ 1626602 h 1640889"/>
                  <a:gd name="connsiteX10" fmla="*/ 1222210 w 1545260"/>
                  <a:gd name="connsiteY10" fmla="*/ 1640890 h 1640889"/>
                  <a:gd name="connsiteX11" fmla="*/ 1323175 w 1545260"/>
                  <a:gd name="connsiteY11" fmla="*/ 15925 h 1640889"/>
                  <a:gd name="connsiteX12" fmla="*/ 1324128 w 1545260"/>
                  <a:gd name="connsiteY12" fmla="*/ 18782 h 1640889"/>
                  <a:gd name="connsiteX13" fmla="*/ 100165 w 1545260"/>
                  <a:gd name="connsiteY13" fmla="*/ 537895 h 1640889"/>
                  <a:gd name="connsiteX14" fmla="*/ 6820 w 1545260"/>
                  <a:gd name="connsiteY14" fmla="*/ 660767 h 1640889"/>
                  <a:gd name="connsiteX15" fmla="*/ 66828 w 1545260"/>
                  <a:gd name="connsiteY15" fmla="*/ 803642 h 1640889"/>
                  <a:gd name="connsiteX16" fmla="*/ 1128865 w 1545260"/>
                  <a:gd name="connsiteY16" fmla="*/ 1604695 h 1640889"/>
                  <a:gd name="connsiteX17" fmla="*/ 1282218 w 1545260"/>
                  <a:gd name="connsiteY17" fmla="*/ 1623745 h 1640889"/>
                  <a:gd name="connsiteX18" fmla="*/ 1375563 w 1545260"/>
                  <a:gd name="connsiteY18" fmla="*/ 1500872 h 1640889"/>
                  <a:gd name="connsiteX19" fmla="*/ 1537488 w 1545260"/>
                  <a:gd name="connsiteY19" fmla="*/ 180707 h 1640889"/>
                  <a:gd name="connsiteX20" fmla="*/ 1477480 w 1545260"/>
                  <a:gd name="connsiteY20" fmla="*/ 38785 h 1640889"/>
                  <a:gd name="connsiteX21" fmla="*/ 1324128 w 1545260"/>
                  <a:gd name="connsiteY21" fmla="*/ 19735 h 1640889"/>
                  <a:gd name="connsiteX22" fmla="*/ 1323175 w 1545260"/>
                  <a:gd name="connsiteY22" fmla="*/ 15925 h 16408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545260" h="1640889">
                    <a:moveTo>
                      <a:pt x="1222210" y="1640890"/>
                    </a:moveTo>
                    <a:cubicBezTo>
                      <a:pt x="1187920" y="1640890"/>
                      <a:pt x="1154583" y="1629460"/>
                      <a:pt x="1126008" y="1608505"/>
                    </a:cubicBezTo>
                    <a:lnTo>
                      <a:pt x="63970" y="807452"/>
                    </a:lnTo>
                    <a:cubicBezTo>
                      <a:pt x="18250" y="772210"/>
                      <a:pt x="-5562" y="717917"/>
                      <a:pt x="1105" y="660767"/>
                    </a:cubicBezTo>
                    <a:cubicBezTo>
                      <a:pt x="7773" y="603617"/>
                      <a:pt x="43968" y="555992"/>
                      <a:pt x="97308" y="533132"/>
                    </a:cubicBezTo>
                    <a:lnTo>
                      <a:pt x="1322223" y="13067"/>
                    </a:lnTo>
                    <a:cubicBezTo>
                      <a:pt x="1375563" y="-9793"/>
                      <a:pt x="1434618" y="-2173"/>
                      <a:pt x="1481290" y="32117"/>
                    </a:cubicBezTo>
                    <a:cubicBezTo>
                      <a:pt x="1527010" y="67360"/>
                      <a:pt x="1550823" y="121652"/>
                      <a:pt x="1544155" y="178802"/>
                    </a:cubicBezTo>
                    <a:lnTo>
                      <a:pt x="1382230" y="1498967"/>
                    </a:lnTo>
                    <a:cubicBezTo>
                      <a:pt x="1375563" y="1556117"/>
                      <a:pt x="1339368" y="1603742"/>
                      <a:pt x="1286028" y="1626602"/>
                    </a:cubicBezTo>
                    <a:cubicBezTo>
                      <a:pt x="1264120" y="1636127"/>
                      <a:pt x="1243165" y="1640890"/>
                      <a:pt x="1222210" y="1640890"/>
                    </a:cubicBezTo>
                    <a:close/>
                    <a:moveTo>
                      <a:pt x="1323175" y="15925"/>
                    </a:moveTo>
                    <a:lnTo>
                      <a:pt x="1324128" y="18782"/>
                    </a:lnTo>
                    <a:lnTo>
                      <a:pt x="100165" y="537895"/>
                    </a:lnTo>
                    <a:cubicBezTo>
                      <a:pt x="48730" y="559802"/>
                      <a:pt x="14440" y="605522"/>
                      <a:pt x="6820" y="660767"/>
                    </a:cubicBezTo>
                    <a:cubicBezTo>
                      <a:pt x="153" y="716965"/>
                      <a:pt x="23013" y="769352"/>
                      <a:pt x="66828" y="803642"/>
                    </a:cubicBezTo>
                    <a:lnTo>
                      <a:pt x="1128865" y="1604695"/>
                    </a:lnTo>
                    <a:cubicBezTo>
                      <a:pt x="1173633" y="1638032"/>
                      <a:pt x="1230783" y="1645652"/>
                      <a:pt x="1282218" y="1623745"/>
                    </a:cubicBezTo>
                    <a:cubicBezTo>
                      <a:pt x="1333653" y="1601837"/>
                      <a:pt x="1367943" y="1556117"/>
                      <a:pt x="1375563" y="1500872"/>
                    </a:cubicBezTo>
                    <a:lnTo>
                      <a:pt x="1537488" y="180707"/>
                    </a:lnTo>
                    <a:cubicBezTo>
                      <a:pt x="1544155" y="125462"/>
                      <a:pt x="1521295" y="72122"/>
                      <a:pt x="1477480" y="38785"/>
                    </a:cubicBezTo>
                    <a:cubicBezTo>
                      <a:pt x="1432713" y="5447"/>
                      <a:pt x="1375563" y="-2173"/>
                      <a:pt x="1324128" y="19735"/>
                    </a:cubicBezTo>
                    <a:lnTo>
                      <a:pt x="1323175" y="15925"/>
                    </a:lnTo>
                    <a:close/>
                  </a:path>
                </a:pathLst>
              </a:custGeom>
              <a:grpFill/>
              <a:ln w="9525" cap="flat">
                <a:noFill/>
                <a:prstDash val="solid"/>
                <a:miter/>
              </a:ln>
            </p:spPr>
            <p:txBody>
              <a:bodyPr rtlCol="0" anchor="ctr"/>
              <a:lstStyle/>
              <a:p>
                <a:endParaRPr lang="en-US" sz="1730" dirty="0"/>
              </a:p>
            </p:txBody>
          </p:sp>
          <p:sp>
            <p:nvSpPr>
              <p:cNvPr id="93" name="Freeform: Shape 92">
                <a:extLst>
                  <a:ext uri="{FF2B5EF4-FFF2-40B4-BE49-F238E27FC236}">
                    <a16:creationId xmlns:a16="http://schemas.microsoft.com/office/drawing/2014/main" id="{0DBF770F-0526-4479-BCD7-5528475D7BD3}"/>
                  </a:ext>
                </a:extLst>
              </p:cNvPr>
              <p:cNvSpPr/>
              <p:nvPr/>
            </p:nvSpPr>
            <p:spPr>
              <a:xfrm>
                <a:off x="5208682" y="3017783"/>
                <a:ext cx="1646681" cy="1514845"/>
              </a:xfrm>
              <a:custGeom>
                <a:avLst/>
                <a:gdLst>
                  <a:gd name="connsiteX0" fmla="*/ 902875 w 1646681"/>
                  <a:gd name="connsiteY0" fmla="*/ 1514846 h 1514845"/>
                  <a:gd name="connsiteX1" fmla="*/ 770477 w 1646681"/>
                  <a:gd name="connsiteY1" fmla="*/ 1444361 h 1514845"/>
                  <a:gd name="connsiteX2" fmla="*/ 27527 w 1646681"/>
                  <a:gd name="connsiteY2" fmla="*/ 341366 h 1514845"/>
                  <a:gd name="connsiteX3" fmla="*/ 16097 w 1646681"/>
                  <a:gd name="connsiteY3" fmla="*/ 182298 h 1514845"/>
                  <a:gd name="connsiteX4" fmla="*/ 148495 w 1646681"/>
                  <a:gd name="connsiteY4" fmla="*/ 92763 h 1514845"/>
                  <a:gd name="connsiteX5" fmla="*/ 1475327 w 1646681"/>
                  <a:gd name="connsiteY5" fmla="*/ 371 h 1514845"/>
                  <a:gd name="connsiteX6" fmla="*/ 1619155 w 1646681"/>
                  <a:gd name="connsiteY6" fmla="*/ 70856 h 1514845"/>
                  <a:gd name="connsiteX7" fmla="*/ 1630585 w 1646681"/>
                  <a:gd name="connsiteY7" fmla="*/ 229923 h 1514845"/>
                  <a:gd name="connsiteX8" fmla="*/ 1047655 w 1646681"/>
                  <a:gd name="connsiteY8" fmla="*/ 1424358 h 1514845"/>
                  <a:gd name="connsiteX9" fmla="*/ 915257 w 1646681"/>
                  <a:gd name="connsiteY9" fmla="*/ 1513893 h 1514845"/>
                  <a:gd name="connsiteX10" fmla="*/ 902875 w 1646681"/>
                  <a:gd name="connsiteY10" fmla="*/ 1514846 h 1514845"/>
                  <a:gd name="connsiteX11" fmla="*/ 1475327 w 1646681"/>
                  <a:gd name="connsiteY11" fmla="*/ 2276 h 1514845"/>
                  <a:gd name="connsiteX12" fmla="*/ 1475327 w 1646681"/>
                  <a:gd name="connsiteY12" fmla="*/ 5133 h 1514845"/>
                  <a:gd name="connsiteX13" fmla="*/ 148495 w 1646681"/>
                  <a:gd name="connsiteY13" fmla="*/ 97526 h 1514845"/>
                  <a:gd name="connsiteX14" fmla="*/ 20860 w 1646681"/>
                  <a:gd name="connsiteY14" fmla="*/ 184203 h 1514845"/>
                  <a:gd name="connsiteX15" fmla="*/ 31337 w 1646681"/>
                  <a:gd name="connsiteY15" fmla="*/ 338508 h 1514845"/>
                  <a:gd name="connsiteX16" fmla="*/ 775240 w 1646681"/>
                  <a:gd name="connsiteY16" fmla="*/ 1441503 h 1514845"/>
                  <a:gd name="connsiteX17" fmla="*/ 914305 w 1646681"/>
                  <a:gd name="connsiteY17" fmla="*/ 1509131 h 1514845"/>
                  <a:gd name="connsiteX18" fmla="*/ 1041940 w 1646681"/>
                  <a:gd name="connsiteY18" fmla="*/ 1422453 h 1514845"/>
                  <a:gd name="connsiteX19" fmla="*/ 1624870 w 1646681"/>
                  <a:gd name="connsiteY19" fmla="*/ 227066 h 1514845"/>
                  <a:gd name="connsiteX20" fmla="*/ 1614392 w 1646681"/>
                  <a:gd name="connsiteY20" fmla="*/ 72761 h 1514845"/>
                  <a:gd name="connsiteX21" fmla="*/ 1475327 w 1646681"/>
                  <a:gd name="connsiteY21" fmla="*/ 5133 h 1514845"/>
                  <a:gd name="connsiteX22" fmla="*/ 1475327 w 1646681"/>
                  <a:gd name="connsiteY22" fmla="*/ 2276 h 1514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646681" h="1514845">
                    <a:moveTo>
                      <a:pt x="902875" y="1514846"/>
                    </a:moveTo>
                    <a:cubicBezTo>
                      <a:pt x="849535" y="1514846"/>
                      <a:pt x="800957" y="1489128"/>
                      <a:pt x="770477" y="1444361"/>
                    </a:cubicBezTo>
                    <a:lnTo>
                      <a:pt x="27527" y="341366"/>
                    </a:lnTo>
                    <a:cubicBezTo>
                      <a:pt x="-4858" y="293741"/>
                      <a:pt x="-8668" y="233733"/>
                      <a:pt x="16097" y="182298"/>
                    </a:cubicBezTo>
                    <a:cubicBezTo>
                      <a:pt x="41815" y="129911"/>
                      <a:pt x="91345" y="96573"/>
                      <a:pt x="148495" y="92763"/>
                    </a:cubicBezTo>
                    <a:lnTo>
                      <a:pt x="1475327" y="371"/>
                    </a:lnTo>
                    <a:cubicBezTo>
                      <a:pt x="1533430" y="-3439"/>
                      <a:pt x="1586770" y="22278"/>
                      <a:pt x="1619155" y="70856"/>
                    </a:cubicBezTo>
                    <a:cubicBezTo>
                      <a:pt x="1651540" y="118481"/>
                      <a:pt x="1655350" y="178488"/>
                      <a:pt x="1630585" y="229923"/>
                    </a:cubicBezTo>
                    <a:lnTo>
                      <a:pt x="1047655" y="1424358"/>
                    </a:lnTo>
                    <a:cubicBezTo>
                      <a:pt x="1021937" y="1476746"/>
                      <a:pt x="972407" y="1510083"/>
                      <a:pt x="915257" y="1513893"/>
                    </a:cubicBezTo>
                    <a:cubicBezTo>
                      <a:pt x="910495" y="1513893"/>
                      <a:pt x="906685" y="1514846"/>
                      <a:pt x="902875" y="1514846"/>
                    </a:cubicBezTo>
                    <a:close/>
                    <a:moveTo>
                      <a:pt x="1475327" y="2276"/>
                    </a:moveTo>
                    <a:lnTo>
                      <a:pt x="1475327" y="5133"/>
                    </a:lnTo>
                    <a:lnTo>
                      <a:pt x="148495" y="97526"/>
                    </a:lnTo>
                    <a:cubicBezTo>
                      <a:pt x="93250" y="101336"/>
                      <a:pt x="45625" y="133720"/>
                      <a:pt x="20860" y="184203"/>
                    </a:cubicBezTo>
                    <a:cubicBezTo>
                      <a:pt x="-3905" y="234686"/>
                      <a:pt x="857" y="291836"/>
                      <a:pt x="31337" y="338508"/>
                    </a:cubicBezTo>
                    <a:lnTo>
                      <a:pt x="775240" y="1441503"/>
                    </a:lnTo>
                    <a:cubicBezTo>
                      <a:pt x="806672" y="1488176"/>
                      <a:pt x="858107" y="1512941"/>
                      <a:pt x="914305" y="1509131"/>
                    </a:cubicBezTo>
                    <a:cubicBezTo>
                      <a:pt x="969550" y="1505321"/>
                      <a:pt x="1018127" y="1472936"/>
                      <a:pt x="1041940" y="1422453"/>
                    </a:cubicBezTo>
                    <a:lnTo>
                      <a:pt x="1624870" y="227066"/>
                    </a:lnTo>
                    <a:cubicBezTo>
                      <a:pt x="1649635" y="176583"/>
                      <a:pt x="1644872" y="119433"/>
                      <a:pt x="1614392" y="72761"/>
                    </a:cubicBezTo>
                    <a:cubicBezTo>
                      <a:pt x="1582960" y="26088"/>
                      <a:pt x="1531525" y="1323"/>
                      <a:pt x="1475327" y="5133"/>
                    </a:cubicBezTo>
                    <a:lnTo>
                      <a:pt x="1475327" y="2276"/>
                    </a:lnTo>
                    <a:close/>
                  </a:path>
                </a:pathLst>
              </a:custGeom>
              <a:grpFill/>
              <a:ln w="9525" cap="flat">
                <a:noFill/>
                <a:prstDash val="solid"/>
                <a:miter/>
              </a:ln>
            </p:spPr>
            <p:txBody>
              <a:bodyPr rtlCol="0" anchor="ctr"/>
              <a:lstStyle/>
              <a:p>
                <a:endParaRPr lang="en-US" sz="1730" dirty="0"/>
              </a:p>
            </p:txBody>
          </p:sp>
          <p:sp>
            <p:nvSpPr>
              <p:cNvPr id="94" name="Freeform: Shape 93">
                <a:extLst>
                  <a:ext uri="{FF2B5EF4-FFF2-40B4-BE49-F238E27FC236}">
                    <a16:creationId xmlns:a16="http://schemas.microsoft.com/office/drawing/2014/main" id="{7801916B-4620-42D6-91C0-A9AC61B8C928}"/>
                  </a:ext>
                </a:extLst>
              </p:cNvPr>
              <p:cNvSpPr/>
              <p:nvPr/>
            </p:nvSpPr>
            <p:spPr>
              <a:xfrm>
                <a:off x="5329614" y="2845675"/>
                <a:ext cx="1604843" cy="1605039"/>
              </a:xfrm>
              <a:custGeom>
                <a:avLst/>
                <a:gdLst>
                  <a:gd name="connsiteX0" fmla="*/ 504765 w 1604843"/>
                  <a:gd name="connsiteY0" fmla="*/ 1605039 h 1605039"/>
                  <a:gd name="connsiteX1" fmla="*/ 462856 w 1604843"/>
                  <a:gd name="connsiteY1" fmla="*/ 1599324 h 1605039"/>
                  <a:gd name="connsiteX2" fmla="*/ 349508 w 1604843"/>
                  <a:gd name="connsiteY2" fmla="*/ 1485977 h 1605039"/>
                  <a:gd name="connsiteX3" fmla="*/ 5655 w 1604843"/>
                  <a:gd name="connsiteY3" fmla="*/ 201054 h 1605039"/>
                  <a:gd name="connsiteX4" fmla="*/ 46613 w 1604843"/>
                  <a:gd name="connsiteY4" fmla="*/ 46749 h 1605039"/>
                  <a:gd name="connsiteX5" fmla="*/ 200918 w 1604843"/>
                  <a:gd name="connsiteY5" fmla="*/ 5792 h 1605039"/>
                  <a:gd name="connsiteX6" fmla="*/ 1485841 w 1604843"/>
                  <a:gd name="connsiteY6" fmla="*/ 350597 h 1605039"/>
                  <a:gd name="connsiteX7" fmla="*/ 1599188 w 1604843"/>
                  <a:gd name="connsiteY7" fmla="*/ 463944 h 1605039"/>
                  <a:gd name="connsiteX8" fmla="*/ 1558231 w 1604843"/>
                  <a:gd name="connsiteY8" fmla="*/ 618249 h 1605039"/>
                  <a:gd name="connsiteX9" fmla="*/ 617161 w 1604843"/>
                  <a:gd name="connsiteY9" fmla="*/ 1559319 h 1605039"/>
                  <a:gd name="connsiteX10" fmla="*/ 504765 w 1604843"/>
                  <a:gd name="connsiteY10" fmla="*/ 1605039 h 1605039"/>
                  <a:gd name="connsiteX11" fmla="*/ 159008 w 1604843"/>
                  <a:gd name="connsiteY11" fmla="*/ 4839 h 1605039"/>
                  <a:gd name="connsiteX12" fmla="*/ 50423 w 1604843"/>
                  <a:gd name="connsiteY12" fmla="*/ 50559 h 1605039"/>
                  <a:gd name="connsiteX13" fmla="*/ 10418 w 1604843"/>
                  <a:gd name="connsiteY13" fmla="*/ 200102 h 1605039"/>
                  <a:gd name="connsiteX14" fmla="*/ 355223 w 1604843"/>
                  <a:gd name="connsiteY14" fmla="*/ 1485024 h 1605039"/>
                  <a:gd name="connsiteX15" fmla="*/ 464760 w 1604843"/>
                  <a:gd name="connsiteY15" fmla="*/ 1594562 h 1605039"/>
                  <a:gd name="connsiteX16" fmla="*/ 614303 w 1604843"/>
                  <a:gd name="connsiteY16" fmla="*/ 1554557 h 1605039"/>
                  <a:gd name="connsiteX17" fmla="*/ 1555373 w 1604843"/>
                  <a:gd name="connsiteY17" fmla="*/ 613487 h 1605039"/>
                  <a:gd name="connsiteX18" fmla="*/ 1595378 w 1604843"/>
                  <a:gd name="connsiteY18" fmla="*/ 463944 h 1605039"/>
                  <a:gd name="connsiteX19" fmla="*/ 1485841 w 1604843"/>
                  <a:gd name="connsiteY19" fmla="*/ 354407 h 1605039"/>
                  <a:gd name="connsiteX20" fmla="*/ 199965 w 1604843"/>
                  <a:gd name="connsiteY20" fmla="*/ 10554 h 1605039"/>
                  <a:gd name="connsiteX21" fmla="*/ 159008 w 1604843"/>
                  <a:gd name="connsiteY21" fmla="*/ 4839 h 1605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04843" h="1605039">
                    <a:moveTo>
                      <a:pt x="504765" y="1605039"/>
                    </a:moveTo>
                    <a:cubicBezTo>
                      <a:pt x="490478" y="1605039"/>
                      <a:pt x="477143" y="1603134"/>
                      <a:pt x="462856" y="1599324"/>
                    </a:cubicBezTo>
                    <a:cubicBezTo>
                      <a:pt x="406658" y="1584084"/>
                      <a:pt x="364748" y="1542174"/>
                      <a:pt x="349508" y="1485977"/>
                    </a:cubicBezTo>
                    <a:lnTo>
                      <a:pt x="5655" y="201054"/>
                    </a:lnTo>
                    <a:cubicBezTo>
                      <a:pt x="-9585" y="144857"/>
                      <a:pt x="6608" y="87707"/>
                      <a:pt x="46613" y="46749"/>
                    </a:cubicBezTo>
                    <a:cubicBezTo>
                      <a:pt x="87570" y="5792"/>
                      <a:pt x="144720" y="-9448"/>
                      <a:pt x="200918" y="5792"/>
                    </a:cubicBezTo>
                    <a:lnTo>
                      <a:pt x="1485841" y="350597"/>
                    </a:lnTo>
                    <a:cubicBezTo>
                      <a:pt x="1542038" y="365837"/>
                      <a:pt x="1583948" y="407747"/>
                      <a:pt x="1599188" y="463944"/>
                    </a:cubicBezTo>
                    <a:cubicBezTo>
                      <a:pt x="1614428" y="520142"/>
                      <a:pt x="1598236" y="577292"/>
                      <a:pt x="1558231" y="618249"/>
                    </a:cubicBezTo>
                    <a:lnTo>
                      <a:pt x="617161" y="1559319"/>
                    </a:lnTo>
                    <a:cubicBezTo>
                      <a:pt x="586681" y="1588847"/>
                      <a:pt x="546675" y="1605039"/>
                      <a:pt x="504765" y="1605039"/>
                    </a:cubicBezTo>
                    <a:close/>
                    <a:moveTo>
                      <a:pt x="159008" y="4839"/>
                    </a:moveTo>
                    <a:cubicBezTo>
                      <a:pt x="119003" y="4839"/>
                      <a:pt x="79950" y="21032"/>
                      <a:pt x="50423" y="50559"/>
                    </a:cubicBezTo>
                    <a:cubicBezTo>
                      <a:pt x="11370" y="89612"/>
                      <a:pt x="-3870" y="145809"/>
                      <a:pt x="10418" y="200102"/>
                    </a:cubicBezTo>
                    <a:lnTo>
                      <a:pt x="355223" y="1485024"/>
                    </a:lnTo>
                    <a:cubicBezTo>
                      <a:pt x="369510" y="1539317"/>
                      <a:pt x="410468" y="1579322"/>
                      <a:pt x="464760" y="1594562"/>
                    </a:cubicBezTo>
                    <a:cubicBezTo>
                      <a:pt x="519053" y="1608849"/>
                      <a:pt x="574298" y="1593609"/>
                      <a:pt x="614303" y="1554557"/>
                    </a:cubicBezTo>
                    <a:lnTo>
                      <a:pt x="1555373" y="613487"/>
                    </a:lnTo>
                    <a:cubicBezTo>
                      <a:pt x="1594426" y="574434"/>
                      <a:pt x="1609666" y="518237"/>
                      <a:pt x="1595378" y="463944"/>
                    </a:cubicBezTo>
                    <a:cubicBezTo>
                      <a:pt x="1581091" y="409652"/>
                      <a:pt x="1540133" y="369647"/>
                      <a:pt x="1485841" y="354407"/>
                    </a:cubicBezTo>
                    <a:lnTo>
                      <a:pt x="199965" y="10554"/>
                    </a:lnTo>
                    <a:cubicBezTo>
                      <a:pt x="185678" y="6744"/>
                      <a:pt x="172343" y="4839"/>
                      <a:pt x="159008" y="4839"/>
                    </a:cubicBezTo>
                    <a:close/>
                  </a:path>
                </a:pathLst>
              </a:custGeom>
              <a:grpFill/>
              <a:ln w="9525" cap="flat">
                <a:noFill/>
                <a:prstDash val="solid"/>
                <a:miter/>
              </a:ln>
            </p:spPr>
            <p:txBody>
              <a:bodyPr rtlCol="0" anchor="ctr"/>
              <a:lstStyle/>
              <a:p>
                <a:endParaRPr lang="en-US" sz="1730" dirty="0"/>
              </a:p>
            </p:txBody>
          </p:sp>
          <p:sp>
            <p:nvSpPr>
              <p:cNvPr id="95" name="Freeform: Shape 94">
                <a:extLst>
                  <a:ext uri="{FF2B5EF4-FFF2-40B4-BE49-F238E27FC236}">
                    <a16:creationId xmlns:a16="http://schemas.microsoft.com/office/drawing/2014/main" id="{A8AD0A9F-2A11-4070-8F9F-46EA6AB4BD92}"/>
                  </a:ext>
                </a:extLst>
              </p:cNvPr>
              <p:cNvSpPr/>
              <p:nvPr/>
            </p:nvSpPr>
            <p:spPr>
              <a:xfrm>
                <a:off x="5435874" y="2634946"/>
                <a:ext cx="1515194" cy="1647175"/>
              </a:xfrm>
              <a:custGeom>
                <a:avLst/>
                <a:gdLst>
                  <a:gd name="connsiteX0" fmla="*/ 160380 w 1515194"/>
                  <a:gd name="connsiteY0" fmla="*/ 1647176 h 1647175"/>
                  <a:gd name="connsiteX1" fmla="*/ 70845 w 1515194"/>
                  <a:gd name="connsiteY1" fmla="*/ 1619553 h 1647175"/>
                  <a:gd name="connsiteX2" fmla="*/ 360 w 1515194"/>
                  <a:gd name="connsiteY2" fmla="*/ 1475726 h 1647175"/>
                  <a:gd name="connsiteX3" fmla="*/ 92752 w 1515194"/>
                  <a:gd name="connsiteY3" fmla="*/ 148893 h 1647175"/>
                  <a:gd name="connsiteX4" fmla="*/ 182287 w 1515194"/>
                  <a:gd name="connsiteY4" fmla="*/ 16496 h 1647175"/>
                  <a:gd name="connsiteX5" fmla="*/ 341355 w 1515194"/>
                  <a:gd name="connsiteY5" fmla="*/ 27926 h 1647175"/>
                  <a:gd name="connsiteX6" fmla="*/ 1444350 w 1515194"/>
                  <a:gd name="connsiteY6" fmla="*/ 771828 h 1647175"/>
                  <a:gd name="connsiteX7" fmla="*/ 1514835 w 1515194"/>
                  <a:gd name="connsiteY7" fmla="*/ 915656 h 1647175"/>
                  <a:gd name="connsiteX8" fmla="*/ 1425300 w 1515194"/>
                  <a:gd name="connsiteY8" fmla="*/ 1048053 h 1647175"/>
                  <a:gd name="connsiteX9" fmla="*/ 230865 w 1515194"/>
                  <a:gd name="connsiteY9" fmla="*/ 1630983 h 1647175"/>
                  <a:gd name="connsiteX10" fmla="*/ 160380 w 1515194"/>
                  <a:gd name="connsiteY10" fmla="*/ 1647176 h 1647175"/>
                  <a:gd name="connsiteX11" fmla="*/ 253725 w 1515194"/>
                  <a:gd name="connsiteY11" fmla="*/ 5066 h 1647175"/>
                  <a:gd name="connsiteX12" fmla="*/ 186097 w 1515194"/>
                  <a:gd name="connsiteY12" fmla="*/ 21258 h 1647175"/>
                  <a:gd name="connsiteX13" fmla="*/ 99420 w 1515194"/>
                  <a:gd name="connsiteY13" fmla="*/ 148893 h 1647175"/>
                  <a:gd name="connsiteX14" fmla="*/ 7027 w 1515194"/>
                  <a:gd name="connsiteY14" fmla="*/ 1475726 h 1647175"/>
                  <a:gd name="connsiteX15" fmla="*/ 74655 w 1515194"/>
                  <a:gd name="connsiteY15" fmla="*/ 1614791 h 1647175"/>
                  <a:gd name="connsiteX16" fmla="*/ 228960 w 1515194"/>
                  <a:gd name="connsiteY16" fmla="*/ 1625268 h 1647175"/>
                  <a:gd name="connsiteX17" fmla="*/ 1424347 w 1515194"/>
                  <a:gd name="connsiteY17" fmla="*/ 1042338 h 1647175"/>
                  <a:gd name="connsiteX18" fmla="*/ 1511025 w 1515194"/>
                  <a:gd name="connsiteY18" fmla="*/ 914703 h 1647175"/>
                  <a:gd name="connsiteX19" fmla="*/ 1443397 w 1515194"/>
                  <a:gd name="connsiteY19" fmla="*/ 775638 h 1647175"/>
                  <a:gd name="connsiteX20" fmla="*/ 340402 w 1515194"/>
                  <a:gd name="connsiteY20" fmla="*/ 31736 h 1647175"/>
                  <a:gd name="connsiteX21" fmla="*/ 253725 w 1515194"/>
                  <a:gd name="connsiteY21" fmla="*/ 5066 h 1647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15194" h="1647175">
                    <a:moveTo>
                      <a:pt x="160380" y="1647176"/>
                    </a:moveTo>
                    <a:cubicBezTo>
                      <a:pt x="128947" y="1647176"/>
                      <a:pt x="98467" y="1637651"/>
                      <a:pt x="70845" y="1619553"/>
                    </a:cubicBezTo>
                    <a:cubicBezTo>
                      <a:pt x="23220" y="1587168"/>
                      <a:pt x="-3450" y="1533828"/>
                      <a:pt x="360" y="1475726"/>
                    </a:cubicBezTo>
                    <a:lnTo>
                      <a:pt x="92752" y="148893"/>
                    </a:lnTo>
                    <a:cubicBezTo>
                      <a:pt x="96562" y="90791"/>
                      <a:pt x="129900" y="41261"/>
                      <a:pt x="182287" y="16496"/>
                    </a:cubicBezTo>
                    <a:cubicBezTo>
                      <a:pt x="234675" y="-9222"/>
                      <a:pt x="293730" y="-4459"/>
                      <a:pt x="341355" y="27926"/>
                    </a:cubicBezTo>
                    <a:lnTo>
                      <a:pt x="1444350" y="771828"/>
                    </a:lnTo>
                    <a:cubicBezTo>
                      <a:pt x="1491975" y="804213"/>
                      <a:pt x="1518645" y="857553"/>
                      <a:pt x="1514835" y="915656"/>
                    </a:cubicBezTo>
                    <a:cubicBezTo>
                      <a:pt x="1511025" y="973758"/>
                      <a:pt x="1477687" y="1023288"/>
                      <a:pt x="1425300" y="1048053"/>
                    </a:cubicBezTo>
                    <a:lnTo>
                      <a:pt x="230865" y="1630983"/>
                    </a:lnTo>
                    <a:cubicBezTo>
                      <a:pt x="208005" y="1641461"/>
                      <a:pt x="184192" y="1647176"/>
                      <a:pt x="160380" y="1647176"/>
                    </a:cubicBezTo>
                    <a:close/>
                    <a:moveTo>
                      <a:pt x="253725" y="5066"/>
                    </a:moveTo>
                    <a:cubicBezTo>
                      <a:pt x="230865" y="5066"/>
                      <a:pt x="208005" y="10781"/>
                      <a:pt x="186097" y="21258"/>
                    </a:cubicBezTo>
                    <a:cubicBezTo>
                      <a:pt x="135615" y="46023"/>
                      <a:pt x="103230" y="93648"/>
                      <a:pt x="99420" y="148893"/>
                    </a:cubicBezTo>
                    <a:lnTo>
                      <a:pt x="7027" y="1475726"/>
                    </a:lnTo>
                    <a:cubicBezTo>
                      <a:pt x="3217" y="1530971"/>
                      <a:pt x="27982" y="1583358"/>
                      <a:pt x="74655" y="1614791"/>
                    </a:cubicBezTo>
                    <a:cubicBezTo>
                      <a:pt x="121327" y="1646223"/>
                      <a:pt x="178477" y="1650033"/>
                      <a:pt x="228960" y="1625268"/>
                    </a:cubicBezTo>
                    <a:lnTo>
                      <a:pt x="1424347" y="1042338"/>
                    </a:lnTo>
                    <a:cubicBezTo>
                      <a:pt x="1474830" y="1017573"/>
                      <a:pt x="1507215" y="969948"/>
                      <a:pt x="1511025" y="914703"/>
                    </a:cubicBezTo>
                    <a:cubicBezTo>
                      <a:pt x="1514835" y="859458"/>
                      <a:pt x="1490070" y="807071"/>
                      <a:pt x="1443397" y="775638"/>
                    </a:cubicBezTo>
                    <a:lnTo>
                      <a:pt x="340402" y="31736"/>
                    </a:lnTo>
                    <a:cubicBezTo>
                      <a:pt x="313732" y="14591"/>
                      <a:pt x="284205" y="5066"/>
                      <a:pt x="253725" y="5066"/>
                    </a:cubicBezTo>
                    <a:close/>
                  </a:path>
                </a:pathLst>
              </a:custGeom>
              <a:grpFill/>
              <a:ln w="9525" cap="flat">
                <a:noFill/>
                <a:prstDash val="solid"/>
                <a:miter/>
              </a:ln>
            </p:spPr>
            <p:txBody>
              <a:bodyPr rtlCol="0" anchor="ctr"/>
              <a:lstStyle/>
              <a:p>
                <a:endParaRPr lang="en-US" sz="1730" dirty="0"/>
              </a:p>
            </p:txBody>
          </p:sp>
          <p:sp>
            <p:nvSpPr>
              <p:cNvPr id="96" name="Freeform: Shape 95">
                <a:extLst>
                  <a:ext uri="{FF2B5EF4-FFF2-40B4-BE49-F238E27FC236}">
                    <a16:creationId xmlns:a16="http://schemas.microsoft.com/office/drawing/2014/main" id="{41AFAD6E-DE90-4A89-A0FE-CDAA5F6ED39F}"/>
                  </a:ext>
                </a:extLst>
              </p:cNvPr>
              <p:cNvSpPr/>
              <p:nvPr/>
            </p:nvSpPr>
            <p:spPr>
              <a:xfrm>
                <a:off x="5267647" y="2501714"/>
                <a:ext cx="1640193" cy="1544187"/>
              </a:xfrm>
              <a:custGeom>
                <a:avLst/>
                <a:gdLst>
                  <a:gd name="connsiteX0" fmla="*/ 159062 w 1640193"/>
                  <a:gd name="connsiteY0" fmla="*/ 1544188 h 1544187"/>
                  <a:gd name="connsiteX1" fmla="*/ 32379 w 1640193"/>
                  <a:gd name="connsiteY1" fmla="*/ 1480370 h 1544187"/>
                  <a:gd name="connsiteX2" fmla="*/ 13329 w 1640193"/>
                  <a:gd name="connsiteY2" fmla="*/ 1321303 h 1544187"/>
                  <a:gd name="connsiteX3" fmla="*/ 532442 w 1640193"/>
                  <a:gd name="connsiteY3" fmla="*/ 97340 h 1544187"/>
                  <a:gd name="connsiteX4" fmla="*/ 660077 w 1640193"/>
                  <a:gd name="connsiteY4" fmla="*/ 1138 h 1544187"/>
                  <a:gd name="connsiteX5" fmla="*/ 806762 w 1640193"/>
                  <a:gd name="connsiteY5" fmla="*/ 64003 h 1544187"/>
                  <a:gd name="connsiteX6" fmla="*/ 1607814 w 1640193"/>
                  <a:gd name="connsiteY6" fmla="*/ 1126040 h 1544187"/>
                  <a:gd name="connsiteX7" fmla="*/ 1626864 w 1640193"/>
                  <a:gd name="connsiteY7" fmla="*/ 1285108 h 1544187"/>
                  <a:gd name="connsiteX8" fmla="*/ 1499229 w 1640193"/>
                  <a:gd name="connsiteY8" fmla="*/ 1381310 h 1544187"/>
                  <a:gd name="connsiteX9" fmla="*/ 179064 w 1640193"/>
                  <a:gd name="connsiteY9" fmla="*/ 1543235 h 1544187"/>
                  <a:gd name="connsiteX10" fmla="*/ 159062 w 1640193"/>
                  <a:gd name="connsiteY10" fmla="*/ 1544188 h 1544187"/>
                  <a:gd name="connsiteX11" fmla="*/ 680079 w 1640193"/>
                  <a:gd name="connsiteY11" fmla="*/ 4948 h 1544187"/>
                  <a:gd name="connsiteX12" fmla="*/ 661029 w 1640193"/>
                  <a:gd name="connsiteY12" fmla="*/ 5900 h 1544187"/>
                  <a:gd name="connsiteX13" fmla="*/ 538157 w 1640193"/>
                  <a:gd name="connsiteY13" fmla="*/ 99245 h 1544187"/>
                  <a:gd name="connsiteX14" fmla="*/ 18092 w 1640193"/>
                  <a:gd name="connsiteY14" fmla="*/ 1324160 h 1544187"/>
                  <a:gd name="connsiteX15" fmla="*/ 37142 w 1640193"/>
                  <a:gd name="connsiteY15" fmla="*/ 1477513 h 1544187"/>
                  <a:gd name="connsiteX16" fmla="*/ 179064 w 1640193"/>
                  <a:gd name="connsiteY16" fmla="*/ 1537520 h 1544187"/>
                  <a:gd name="connsiteX17" fmla="*/ 1499229 w 1640193"/>
                  <a:gd name="connsiteY17" fmla="*/ 1375595 h 1544187"/>
                  <a:gd name="connsiteX18" fmla="*/ 1622102 w 1640193"/>
                  <a:gd name="connsiteY18" fmla="*/ 1282250 h 1544187"/>
                  <a:gd name="connsiteX19" fmla="*/ 1603052 w 1640193"/>
                  <a:gd name="connsiteY19" fmla="*/ 1128898 h 1544187"/>
                  <a:gd name="connsiteX20" fmla="*/ 802952 w 1640193"/>
                  <a:gd name="connsiteY20" fmla="*/ 66860 h 1544187"/>
                  <a:gd name="connsiteX21" fmla="*/ 680079 w 1640193"/>
                  <a:gd name="connsiteY21" fmla="*/ 4948 h 1544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0193" h="1544187">
                    <a:moveTo>
                      <a:pt x="159062" y="1544188"/>
                    </a:moveTo>
                    <a:cubicBezTo>
                      <a:pt x="109532" y="1544188"/>
                      <a:pt x="62859" y="1521328"/>
                      <a:pt x="32379" y="1480370"/>
                    </a:cubicBezTo>
                    <a:cubicBezTo>
                      <a:pt x="-2863" y="1434650"/>
                      <a:pt x="-9531" y="1374643"/>
                      <a:pt x="13329" y="1321303"/>
                    </a:cubicBezTo>
                    <a:lnTo>
                      <a:pt x="532442" y="97340"/>
                    </a:lnTo>
                    <a:cubicBezTo>
                      <a:pt x="555302" y="44000"/>
                      <a:pt x="602927" y="7805"/>
                      <a:pt x="660077" y="1138"/>
                    </a:cubicBezTo>
                    <a:cubicBezTo>
                      <a:pt x="717227" y="-5530"/>
                      <a:pt x="772472" y="17330"/>
                      <a:pt x="806762" y="64003"/>
                    </a:cubicBezTo>
                    <a:lnTo>
                      <a:pt x="1607814" y="1126040"/>
                    </a:lnTo>
                    <a:cubicBezTo>
                      <a:pt x="1643057" y="1171760"/>
                      <a:pt x="1649724" y="1231768"/>
                      <a:pt x="1626864" y="1285108"/>
                    </a:cubicBezTo>
                    <a:cubicBezTo>
                      <a:pt x="1604004" y="1338448"/>
                      <a:pt x="1556379" y="1374643"/>
                      <a:pt x="1499229" y="1381310"/>
                    </a:cubicBezTo>
                    <a:lnTo>
                      <a:pt x="179064" y="1543235"/>
                    </a:lnTo>
                    <a:cubicBezTo>
                      <a:pt x="172397" y="1544188"/>
                      <a:pt x="165729" y="1544188"/>
                      <a:pt x="159062" y="1544188"/>
                    </a:cubicBezTo>
                    <a:close/>
                    <a:moveTo>
                      <a:pt x="680079" y="4948"/>
                    </a:moveTo>
                    <a:cubicBezTo>
                      <a:pt x="673412" y="4948"/>
                      <a:pt x="666744" y="4948"/>
                      <a:pt x="661029" y="5900"/>
                    </a:cubicBezTo>
                    <a:cubicBezTo>
                      <a:pt x="605784" y="12568"/>
                      <a:pt x="559112" y="47810"/>
                      <a:pt x="538157" y="99245"/>
                    </a:cubicBezTo>
                    <a:lnTo>
                      <a:pt x="18092" y="1324160"/>
                    </a:lnTo>
                    <a:cubicBezTo>
                      <a:pt x="-3816" y="1375595"/>
                      <a:pt x="2852" y="1432745"/>
                      <a:pt x="37142" y="1477513"/>
                    </a:cubicBezTo>
                    <a:cubicBezTo>
                      <a:pt x="70479" y="1522280"/>
                      <a:pt x="123819" y="1544188"/>
                      <a:pt x="179064" y="1537520"/>
                    </a:cubicBezTo>
                    <a:lnTo>
                      <a:pt x="1499229" y="1375595"/>
                    </a:lnTo>
                    <a:cubicBezTo>
                      <a:pt x="1554474" y="1368928"/>
                      <a:pt x="1601147" y="1333685"/>
                      <a:pt x="1622102" y="1282250"/>
                    </a:cubicBezTo>
                    <a:cubicBezTo>
                      <a:pt x="1644009" y="1230815"/>
                      <a:pt x="1637342" y="1173665"/>
                      <a:pt x="1603052" y="1128898"/>
                    </a:cubicBezTo>
                    <a:lnTo>
                      <a:pt x="802952" y="66860"/>
                    </a:lnTo>
                    <a:cubicBezTo>
                      <a:pt x="773424" y="27808"/>
                      <a:pt x="728657" y="4948"/>
                      <a:pt x="680079" y="4948"/>
                    </a:cubicBezTo>
                    <a:close/>
                  </a:path>
                </a:pathLst>
              </a:custGeom>
              <a:grpFill/>
              <a:ln w="9525" cap="flat">
                <a:noFill/>
                <a:prstDash val="solid"/>
                <a:miter/>
              </a:ln>
            </p:spPr>
            <p:txBody>
              <a:bodyPr rtlCol="0" anchor="ctr"/>
              <a:lstStyle/>
              <a:p>
                <a:endParaRPr lang="en-US" sz="1730" dirty="0"/>
              </a:p>
            </p:txBody>
          </p:sp>
          <p:sp>
            <p:nvSpPr>
              <p:cNvPr id="97" name="Freeform: Shape 96">
                <a:extLst>
                  <a:ext uri="{FF2B5EF4-FFF2-40B4-BE49-F238E27FC236}">
                    <a16:creationId xmlns:a16="http://schemas.microsoft.com/office/drawing/2014/main" id="{5230B106-4FEF-4844-8F8C-F59AD454FE5D}"/>
                  </a:ext>
                </a:extLst>
              </p:cNvPr>
              <p:cNvSpPr/>
              <p:nvPr/>
            </p:nvSpPr>
            <p:spPr>
              <a:xfrm>
                <a:off x="5184232" y="2459493"/>
                <a:ext cx="1623190" cy="1584503"/>
              </a:xfrm>
              <a:custGeom>
                <a:avLst/>
                <a:gdLst>
                  <a:gd name="connsiteX0" fmla="*/ 1462629 w 1623190"/>
                  <a:gd name="connsiteY0" fmla="*/ 1584504 h 1584503"/>
                  <a:gd name="connsiteX1" fmla="*/ 1428339 w 1623190"/>
                  <a:gd name="connsiteY1" fmla="*/ 1580694 h 1584503"/>
                  <a:gd name="connsiteX2" fmla="*/ 127224 w 1623190"/>
                  <a:gd name="connsiteY2" fmla="*/ 1304469 h 1584503"/>
                  <a:gd name="connsiteX3" fmla="*/ 8162 w 1623190"/>
                  <a:gd name="connsiteY3" fmla="*/ 1197789 h 1584503"/>
                  <a:gd name="connsiteX4" fmla="*/ 41499 w 1623190"/>
                  <a:gd name="connsiteY4" fmla="*/ 1041579 h 1584503"/>
                  <a:gd name="connsiteX5" fmla="*/ 932087 w 1623190"/>
                  <a:gd name="connsiteY5" fmla="*/ 52884 h 1584503"/>
                  <a:gd name="connsiteX6" fmla="*/ 1084487 w 1623190"/>
                  <a:gd name="connsiteY6" fmla="*/ 3354 h 1584503"/>
                  <a:gd name="connsiteX7" fmla="*/ 1203549 w 1623190"/>
                  <a:gd name="connsiteY7" fmla="*/ 110034 h 1584503"/>
                  <a:gd name="connsiteX8" fmla="*/ 1615029 w 1623190"/>
                  <a:gd name="connsiteY8" fmla="*/ 1374954 h 1584503"/>
                  <a:gd name="connsiteX9" fmla="*/ 1581692 w 1623190"/>
                  <a:gd name="connsiteY9" fmla="*/ 1531164 h 1584503"/>
                  <a:gd name="connsiteX10" fmla="*/ 1462629 w 1623190"/>
                  <a:gd name="connsiteY10" fmla="*/ 1584504 h 1584503"/>
                  <a:gd name="connsiteX11" fmla="*/ 1050197 w 1623190"/>
                  <a:gd name="connsiteY11" fmla="*/ 5259 h 1584503"/>
                  <a:gd name="connsiteX12" fmla="*/ 935897 w 1623190"/>
                  <a:gd name="connsiteY12" fmla="*/ 56694 h 1584503"/>
                  <a:gd name="connsiteX13" fmla="*/ 45309 w 1623190"/>
                  <a:gd name="connsiteY13" fmla="*/ 1044436 h 1584503"/>
                  <a:gd name="connsiteX14" fmla="*/ 12924 w 1623190"/>
                  <a:gd name="connsiteY14" fmla="*/ 1194931 h 1584503"/>
                  <a:gd name="connsiteX15" fmla="*/ 127224 w 1623190"/>
                  <a:gd name="connsiteY15" fmla="*/ 1297801 h 1584503"/>
                  <a:gd name="connsiteX16" fmla="*/ 1428339 w 1623190"/>
                  <a:gd name="connsiteY16" fmla="*/ 1574026 h 1584503"/>
                  <a:gd name="connsiteX17" fmla="*/ 1575024 w 1623190"/>
                  <a:gd name="connsiteY17" fmla="*/ 1526401 h 1584503"/>
                  <a:gd name="connsiteX18" fmla="*/ 1607409 w 1623190"/>
                  <a:gd name="connsiteY18" fmla="*/ 1375906 h 1584503"/>
                  <a:gd name="connsiteX19" fmla="*/ 1197834 w 1623190"/>
                  <a:gd name="connsiteY19" fmla="*/ 111939 h 1584503"/>
                  <a:gd name="connsiteX20" fmla="*/ 1083534 w 1623190"/>
                  <a:gd name="connsiteY20" fmla="*/ 9069 h 1584503"/>
                  <a:gd name="connsiteX21" fmla="*/ 1050197 w 1623190"/>
                  <a:gd name="connsiteY21" fmla="*/ 5259 h 15845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23190" h="1584503">
                    <a:moveTo>
                      <a:pt x="1462629" y="1584504"/>
                    </a:moveTo>
                    <a:cubicBezTo>
                      <a:pt x="1451199" y="1584504"/>
                      <a:pt x="1439769" y="1583551"/>
                      <a:pt x="1428339" y="1580694"/>
                    </a:cubicBezTo>
                    <a:lnTo>
                      <a:pt x="127224" y="1304469"/>
                    </a:lnTo>
                    <a:cubicBezTo>
                      <a:pt x="71027" y="1292086"/>
                      <a:pt x="26259" y="1252081"/>
                      <a:pt x="8162" y="1197789"/>
                    </a:cubicBezTo>
                    <a:cubicBezTo>
                      <a:pt x="-9936" y="1142544"/>
                      <a:pt x="2447" y="1084441"/>
                      <a:pt x="41499" y="1041579"/>
                    </a:cubicBezTo>
                    <a:lnTo>
                      <a:pt x="932087" y="52884"/>
                    </a:lnTo>
                    <a:cubicBezTo>
                      <a:pt x="971139" y="10021"/>
                      <a:pt x="1027337" y="-8076"/>
                      <a:pt x="1084487" y="3354"/>
                    </a:cubicBezTo>
                    <a:cubicBezTo>
                      <a:pt x="1140684" y="15736"/>
                      <a:pt x="1185452" y="55741"/>
                      <a:pt x="1203549" y="110034"/>
                    </a:cubicBezTo>
                    <a:lnTo>
                      <a:pt x="1615029" y="1374954"/>
                    </a:lnTo>
                    <a:cubicBezTo>
                      <a:pt x="1633127" y="1430199"/>
                      <a:pt x="1620744" y="1488301"/>
                      <a:pt x="1581692" y="1531164"/>
                    </a:cubicBezTo>
                    <a:cubicBezTo>
                      <a:pt x="1549307" y="1566406"/>
                      <a:pt x="1507397" y="1584504"/>
                      <a:pt x="1462629" y="1584504"/>
                    </a:cubicBezTo>
                    <a:close/>
                    <a:moveTo>
                      <a:pt x="1050197" y="5259"/>
                    </a:moveTo>
                    <a:cubicBezTo>
                      <a:pt x="1007334" y="5259"/>
                      <a:pt x="966377" y="23356"/>
                      <a:pt x="935897" y="56694"/>
                    </a:cubicBezTo>
                    <a:lnTo>
                      <a:pt x="45309" y="1044436"/>
                    </a:lnTo>
                    <a:cubicBezTo>
                      <a:pt x="8162" y="1086346"/>
                      <a:pt x="-4221" y="1142544"/>
                      <a:pt x="12924" y="1194931"/>
                    </a:cubicBezTo>
                    <a:cubicBezTo>
                      <a:pt x="30069" y="1248271"/>
                      <a:pt x="72932" y="1286371"/>
                      <a:pt x="127224" y="1297801"/>
                    </a:cubicBezTo>
                    <a:lnTo>
                      <a:pt x="1428339" y="1574026"/>
                    </a:lnTo>
                    <a:cubicBezTo>
                      <a:pt x="1482632" y="1585456"/>
                      <a:pt x="1537877" y="1567359"/>
                      <a:pt x="1575024" y="1526401"/>
                    </a:cubicBezTo>
                    <a:cubicBezTo>
                      <a:pt x="1612172" y="1484491"/>
                      <a:pt x="1624554" y="1428294"/>
                      <a:pt x="1607409" y="1375906"/>
                    </a:cubicBezTo>
                    <a:lnTo>
                      <a:pt x="1197834" y="111939"/>
                    </a:lnTo>
                    <a:cubicBezTo>
                      <a:pt x="1180689" y="58599"/>
                      <a:pt x="1137827" y="20499"/>
                      <a:pt x="1083534" y="9069"/>
                    </a:cubicBezTo>
                    <a:cubicBezTo>
                      <a:pt x="1072104" y="6211"/>
                      <a:pt x="1060674" y="5259"/>
                      <a:pt x="1050197" y="5259"/>
                    </a:cubicBezTo>
                    <a:close/>
                  </a:path>
                </a:pathLst>
              </a:custGeom>
              <a:grpFill/>
              <a:ln w="9525" cap="flat">
                <a:noFill/>
                <a:prstDash val="solid"/>
                <a:miter/>
              </a:ln>
            </p:spPr>
            <p:txBody>
              <a:bodyPr rtlCol="0" anchor="ctr"/>
              <a:lstStyle/>
              <a:p>
                <a:endParaRPr lang="en-US" sz="1730" dirty="0"/>
              </a:p>
            </p:txBody>
          </p:sp>
          <p:sp>
            <p:nvSpPr>
              <p:cNvPr id="98" name="Freeform: Shape 97">
                <a:extLst>
                  <a:ext uri="{FF2B5EF4-FFF2-40B4-BE49-F238E27FC236}">
                    <a16:creationId xmlns:a16="http://schemas.microsoft.com/office/drawing/2014/main" id="{E2C16324-9101-4578-AFBF-AB444817F137}"/>
                  </a:ext>
                </a:extLst>
              </p:cNvPr>
              <p:cNvSpPr/>
              <p:nvPr/>
            </p:nvSpPr>
            <p:spPr>
              <a:xfrm>
                <a:off x="5197133" y="2512353"/>
                <a:ext cx="1483088" cy="1650706"/>
              </a:xfrm>
              <a:custGeom>
                <a:avLst/>
                <a:gdLst>
                  <a:gd name="connsiteX0" fmla="*/ 1300186 w 1483088"/>
                  <a:gd name="connsiteY0" fmla="*/ 1650706 h 1650706"/>
                  <a:gd name="connsiteX1" fmla="*/ 1218271 w 1483088"/>
                  <a:gd name="connsiteY1" fmla="*/ 1627846 h 1650706"/>
                  <a:gd name="connsiteX2" fmla="*/ 77176 w 1483088"/>
                  <a:gd name="connsiteY2" fmla="*/ 942046 h 1650706"/>
                  <a:gd name="connsiteX3" fmla="*/ 23 w 1483088"/>
                  <a:gd name="connsiteY3" fmla="*/ 802029 h 1650706"/>
                  <a:gd name="connsiteX4" fmla="*/ 81938 w 1483088"/>
                  <a:gd name="connsiteY4" fmla="*/ 664869 h 1650706"/>
                  <a:gd name="connsiteX5" fmla="*/ 1245893 w 1483088"/>
                  <a:gd name="connsiteY5" fmla="*/ 20026 h 1650706"/>
                  <a:gd name="connsiteX6" fmla="*/ 1405913 w 1483088"/>
                  <a:gd name="connsiteY6" fmla="*/ 22884 h 1650706"/>
                  <a:gd name="connsiteX7" fmla="*/ 1483066 w 1483088"/>
                  <a:gd name="connsiteY7" fmla="*/ 162901 h 1650706"/>
                  <a:gd name="connsiteX8" fmla="*/ 1460206 w 1483088"/>
                  <a:gd name="connsiteY8" fmla="*/ 1493544 h 1650706"/>
                  <a:gd name="connsiteX9" fmla="*/ 1378291 w 1483088"/>
                  <a:gd name="connsiteY9" fmla="*/ 1630704 h 1650706"/>
                  <a:gd name="connsiteX10" fmla="*/ 1300186 w 1483088"/>
                  <a:gd name="connsiteY10" fmla="*/ 1650706 h 1650706"/>
                  <a:gd name="connsiteX11" fmla="*/ 1323046 w 1483088"/>
                  <a:gd name="connsiteY11" fmla="*/ 5739 h 1650706"/>
                  <a:gd name="connsiteX12" fmla="*/ 1247798 w 1483088"/>
                  <a:gd name="connsiteY12" fmla="*/ 25741 h 1650706"/>
                  <a:gd name="connsiteX13" fmla="*/ 84796 w 1483088"/>
                  <a:gd name="connsiteY13" fmla="*/ 669631 h 1650706"/>
                  <a:gd name="connsiteX14" fmla="*/ 5738 w 1483088"/>
                  <a:gd name="connsiteY14" fmla="*/ 802029 h 1650706"/>
                  <a:gd name="connsiteX15" fmla="*/ 80033 w 1483088"/>
                  <a:gd name="connsiteY15" fmla="*/ 937284 h 1650706"/>
                  <a:gd name="connsiteX16" fmla="*/ 1220176 w 1483088"/>
                  <a:gd name="connsiteY16" fmla="*/ 1622131 h 1650706"/>
                  <a:gd name="connsiteX17" fmla="*/ 1374481 w 1483088"/>
                  <a:gd name="connsiteY17" fmla="*/ 1624989 h 1650706"/>
                  <a:gd name="connsiteX18" fmla="*/ 1453538 w 1483088"/>
                  <a:gd name="connsiteY18" fmla="*/ 1492591 h 1650706"/>
                  <a:gd name="connsiteX19" fmla="*/ 1456396 w 1483088"/>
                  <a:gd name="connsiteY19" fmla="*/ 1492591 h 1650706"/>
                  <a:gd name="connsiteX20" fmla="*/ 1453538 w 1483088"/>
                  <a:gd name="connsiteY20" fmla="*/ 1492591 h 1650706"/>
                  <a:gd name="connsiteX21" fmla="*/ 1476398 w 1483088"/>
                  <a:gd name="connsiteY21" fmla="*/ 161949 h 1650706"/>
                  <a:gd name="connsiteX22" fmla="*/ 1401151 w 1483088"/>
                  <a:gd name="connsiteY22" fmla="*/ 26694 h 1650706"/>
                  <a:gd name="connsiteX23" fmla="*/ 1323046 w 1483088"/>
                  <a:gd name="connsiteY23" fmla="*/ 5739 h 1650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483088" h="1650706">
                    <a:moveTo>
                      <a:pt x="1300186" y="1650706"/>
                    </a:moveTo>
                    <a:cubicBezTo>
                      <a:pt x="1271611" y="1650706"/>
                      <a:pt x="1243036" y="1643086"/>
                      <a:pt x="1218271" y="1627846"/>
                    </a:cubicBezTo>
                    <a:lnTo>
                      <a:pt x="77176" y="942046"/>
                    </a:lnTo>
                    <a:cubicBezTo>
                      <a:pt x="27646" y="912519"/>
                      <a:pt x="-929" y="860131"/>
                      <a:pt x="23" y="802029"/>
                    </a:cubicBezTo>
                    <a:cubicBezTo>
                      <a:pt x="976" y="743926"/>
                      <a:pt x="31456" y="693444"/>
                      <a:pt x="81938" y="664869"/>
                    </a:cubicBezTo>
                    <a:lnTo>
                      <a:pt x="1245893" y="20026"/>
                    </a:lnTo>
                    <a:cubicBezTo>
                      <a:pt x="1296376" y="-7596"/>
                      <a:pt x="1356383" y="-6644"/>
                      <a:pt x="1405913" y="22884"/>
                    </a:cubicBezTo>
                    <a:cubicBezTo>
                      <a:pt x="1455443" y="52411"/>
                      <a:pt x="1484018" y="104799"/>
                      <a:pt x="1483066" y="162901"/>
                    </a:cubicBezTo>
                    <a:lnTo>
                      <a:pt x="1460206" y="1493544"/>
                    </a:lnTo>
                    <a:cubicBezTo>
                      <a:pt x="1459253" y="1551646"/>
                      <a:pt x="1428773" y="1602129"/>
                      <a:pt x="1378291" y="1630704"/>
                    </a:cubicBezTo>
                    <a:cubicBezTo>
                      <a:pt x="1353526" y="1644039"/>
                      <a:pt x="1326856" y="1650706"/>
                      <a:pt x="1300186" y="1650706"/>
                    </a:cubicBezTo>
                    <a:close/>
                    <a:moveTo>
                      <a:pt x="1323046" y="5739"/>
                    </a:moveTo>
                    <a:cubicBezTo>
                      <a:pt x="1297328" y="5739"/>
                      <a:pt x="1271611" y="12406"/>
                      <a:pt x="1247798" y="25741"/>
                    </a:cubicBezTo>
                    <a:lnTo>
                      <a:pt x="84796" y="669631"/>
                    </a:lnTo>
                    <a:cubicBezTo>
                      <a:pt x="36218" y="696301"/>
                      <a:pt x="6691" y="745831"/>
                      <a:pt x="5738" y="802029"/>
                    </a:cubicBezTo>
                    <a:cubicBezTo>
                      <a:pt x="4786" y="858226"/>
                      <a:pt x="32408" y="908709"/>
                      <a:pt x="80033" y="937284"/>
                    </a:cubicBezTo>
                    <a:lnTo>
                      <a:pt x="1220176" y="1622131"/>
                    </a:lnTo>
                    <a:cubicBezTo>
                      <a:pt x="1267801" y="1650706"/>
                      <a:pt x="1325903" y="1651659"/>
                      <a:pt x="1374481" y="1624989"/>
                    </a:cubicBezTo>
                    <a:cubicBezTo>
                      <a:pt x="1423058" y="1598319"/>
                      <a:pt x="1452586" y="1548789"/>
                      <a:pt x="1453538" y="1492591"/>
                    </a:cubicBezTo>
                    <a:lnTo>
                      <a:pt x="1456396" y="1492591"/>
                    </a:lnTo>
                    <a:lnTo>
                      <a:pt x="1453538" y="1492591"/>
                    </a:lnTo>
                    <a:lnTo>
                      <a:pt x="1476398" y="161949"/>
                    </a:lnTo>
                    <a:cubicBezTo>
                      <a:pt x="1477351" y="105751"/>
                      <a:pt x="1449728" y="55269"/>
                      <a:pt x="1401151" y="26694"/>
                    </a:cubicBezTo>
                    <a:cubicBezTo>
                      <a:pt x="1378291" y="13359"/>
                      <a:pt x="1350668" y="5739"/>
                      <a:pt x="1323046" y="5739"/>
                    </a:cubicBezTo>
                    <a:close/>
                  </a:path>
                </a:pathLst>
              </a:custGeom>
              <a:grpFill/>
              <a:ln w="9525" cap="flat">
                <a:noFill/>
                <a:prstDash val="solid"/>
                <a:miter/>
              </a:ln>
            </p:spPr>
            <p:txBody>
              <a:bodyPr rtlCol="0" anchor="ctr"/>
              <a:lstStyle/>
              <a:p>
                <a:endParaRPr lang="en-US" sz="1730" dirty="0"/>
              </a:p>
            </p:txBody>
          </p:sp>
          <p:sp>
            <p:nvSpPr>
              <p:cNvPr id="99" name="Freeform: Shape 98">
                <a:extLst>
                  <a:ext uri="{FF2B5EF4-FFF2-40B4-BE49-F238E27FC236}">
                    <a16:creationId xmlns:a16="http://schemas.microsoft.com/office/drawing/2014/main" id="{396101DE-809F-494C-ACAE-7D6AE04220DD}"/>
                  </a:ext>
                </a:extLst>
              </p:cNvPr>
              <p:cNvSpPr/>
              <p:nvPr/>
            </p:nvSpPr>
            <p:spPr>
              <a:xfrm>
                <a:off x="5302425" y="2655449"/>
                <a:ext cx="1631597" cy="1570475"/>
              </a:xfrm>
              <a:custGeom>
                <a:avLst/>
                <a:gdLst>
                  <a:gd name="connsiteX0" fmla="*/ 1014871 w 1631597"/>
                  <a:gd name="connsiteY0" fmla="*/ 1570476 h 1570475"/>
                  <a:gd name="connsiteX1" fmla="*/ 892951 w 1631597"/>
                  <a:gd name="connsiteY1" fmla="*/ 1513326 h 1570475"/>
                  <a:gd name="connsiteX2" fmla="*/ 37606 w 1631597"/>
                  <a:gd name="connsiteY2" fmla="*/ 494151 h 1570475"/>
                  <a:gd name="connsiteX3" fmla="*/ 9984 w 1631597"/>
                  <a:gd name="connsiteY3" fmla="*/ 336988 h 1570475"/>
                  <a:gd name="connsiteX4" fmla="*/ 132856 w 1631597"/>
                  <a:gd name="connsiteY4" fmla="*/ 234118 h 1570475"/>
                  <a:gd name="connsiteX5" fmla="*/ 1443496 w 1631597"/>
                  <a:gd name="connsiteY5" fmla="*/ 2660 h 1570475"/>
                  <a:gd name="connsiteX6" fmla="*/ 1593991 w 1631597"/>
                  <a:gd name="connsiteY6" fmla="*/ 56953 h 1570475"/>
                  <a:gd name="connsiteX7" fmla="*/ 1621614 w 1631597"/>
                  <a:gd name="connsiteY7" fmla="*/ 214115 h 1570475"/>
                  <a:gd name="connsiteX8" fmla="*/ 1166319 w 1631597"/>
                  <a:gd name="connsiteY8" fmla="*/ 1464748 h 1570475"/>
                  <a:gd name="connsiteX9" fmla="*/ 1043446 w 1631597"/>
                  <a:gd name="connsiteY9" fmla="*/ 1567618 h 1570475"/>
                  <a:gd name="connsiteX10" fmla="*/ 1014871 w 1631597"/>
                  <a:gd name="connsiteY10" fmla="*/ 1570476 h 1570475"/>
                  <a:gd name="connsiteX11" fmla="*/ 1471119 w 1631597"/>
                  <a:gd name="connsiteY11" fmla="*/ 6470 h 1570475"/>
                  <a:gd name="connsiteX12" fmla="*/ 1443496 w 1631597"/>
                  <a:gd name="connsiteY12" fmla="*/ 9328 h 1570475"/>
                  <a:gd name="connsiteX13" fmla="*/ 133809 w 1631597"/>
                  <a:gd name="connsiteY13" fmla="*/ 239833 h 1570475"/>
                  <a:gd name="connsiteX14" fmla="*/ 15699 w 1631597"/>
                  <a:gd name="connsiteY14" fmla="*/ 338893 h 1570475"/>
                  <a:gd name="connsiteX15" fmla="*/ 42369 w 1631597"/>
                  <a:gd name="connsiteY15" fmla="*/ 491293 h 1570475"/>
                  <a:gd name="connsiteX16" fmla="*/ 897714 w 1631597"/>
                  <a:gd name="connsiteY16" fmla="*/ 1510468 h 1570475"/>
                  <a:gd name="connsiteX17" fmla="*/ 1042494 w 1631597"/>
                  <a:gd name="connsiteY17" fmla="*/ 1562856 h 1570475"/>
                  <a:gd name="connsiteX18" fmla="*/ 1160604 w 1631597"/>
                  <a:gd name="connsiteY18" fmla="*/ 1463796 h 1570475"/>
                  <a:gd name="connsiteX19" fmla="*/ 1163461 w 1631597"/>
                  <a:gd name="connsiteY19" fmla="*/ 1464748 h 1570475"/>
                  <a:gd name="connsiteX20" fmla="*/ 1160604 w 1631597"/>
                  <a:gd name="connsiteY20" fmla="*/ 1463796 h 1570475"/>
                  <a:gd name="connsiteX21" fmla="*/ 1615899 w 1631597"/>
                  <a:gd name="connsiteY21" fmla="*/ 213163 h 1570475"/>
                  <a:gd name="connsiteX22" fmla="*/ 1589229 w 1631597"/>
                  <a:gd name="connsiteY22" fmla="*/ 60763 h 1570475"/>
                  <a:gd name="connsiteX23" fmla="*/ 1471119 w 1631597"/>
                  <a:gd name="connsiteY23" fmla="*/ 6470 h 1570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31597" h="1570475">
                    <a:moveTo>
                      <a:pt x="1014871" y="1570476"/>
                    </a:moveTo>
                    <a:cubicBezTo>
                      <a:pt x="968199" y="1570476"/>
                      <a:pt x="924384" y="1550473"/>
                      <a:pt x="892951" y="1513326"/>
                    </a:cubicBezTo>
                    <a:lnTo>
                      <a:pt x="37606" y="494151"/>
                    </a:lnTo>
                    <a:cubicBezTo>
                      <a:pt x="459" y="450336"/>
                      <a:pt x="-10019" y="391281"/>
                      <a:pt x="9984" y="336988"/>
                    </a:cubicBezTo>
                    <a:cubicBezTo>
                      <a:pt x="29986" y="282695"/>
                      <a:pt x="75706" y="244595"/>
                      <a:pt x="132856" y="234118"/>
                    </a:cubicBezTo>
                    <a:lnTo>
                      <a:pt x="1443496" y="2660"/>
                    </a:lnTo>
                    <a:cubicBezTo>
                      <a:pt x="1500646" y="-7817"/>
                      <a:pt x="1556844" y="13138"/>
                      <a:pt x="1593991" y="56953"/>
                    </a:cubicBezTo>
                    <a:cubicBezTo>
                      <a:pt x="1631139" y="100768"/>
                      <a:pt x="1641616" y="159823"/>
                      <a:pt x="1621614" y="214115"/>
                    </a:cubicBezTo>
                    <a:lnTo>
                      <a:pt x="1166319" y="1464748"/>
                    </a:lnTo>
                    <a:cubicBezTo>
                      <a:pt x="1146316" y="1519041"/>
                      <a:pt x="1100596" y="1557141"/>
                      <a:pt x="1043446" y="1567618"/>
                    </a:cubicBezTo>
                    <a:cubicBezTo>
                      <a:pt x="1033921" y="1569523"/>
                      <a:pt x="1024396" y="1570476"/>
                      <a:pt x="1014871" y="1570476"/>
                    </a:cubicBezTo>
                    <a:close/>
                    <a:moveTo>
                      <a:pt x="1471119" y="6470"/>
                    </a:moveTo>
                    <a:cubicBezTo>
                      <a:pt x="1461594" y="6470"/>
                      <a:pt x="1453021" y="7423"/>
                      <a:pt x="1443496" y="9328"/>
                    </a:cubicBezTo>
                    <a:lnTo>
                      <a:pt x="133809" y="239833"/>
                    </a:lnTo>
                    <a:cubicBezTo>
                      <a:pt x="78564" y="249358"/>
                      <a:pt x="34749" y="286506"/>
                      <a:pt x="15699" y="338893"/>
                    </a:cubicBezTo>
                    <a:cubicBezTo>
                      <a:pt x="-3351" y="391281"/>
                      <a:pt x="6174" y="448430"/>
                      <a:pt x="42369" y="491293"/>
                    </a:cubicBezTo>
                    <a:lnTo>
                      <a:pt x="897714" y="1510468"/>
                    </a:lnTo>
                    <a:cubicBezTo>
                      <a:pt x="933909" y="1553331"/>
                      <a:pt x="988201" y="1573333"/>
                      <a:pt x="1042494" y="1562856"/>
                    </a:cubicBezTo>
                    <a:cubicBezTo>
                      <a:pt x="1097739" y="1553331"/>
                      <a:pt x="1141554" y="1516183"/>
                      <a:pt x="1160604" y="1463796"/>
                    </a:cubicBezTo>
                    <a:lnTo>
                      <a:pt x="1163461" y="1464748"/>
                    </a:lnTo>
                    <a:lnTo>
                      <a:pt x="1160604" y="1463796"/>
                    </a:lnTo>
                    <a:lnTo>
                      <a:pt x="1615899" y="213163"/>
                    </a:lnTo>
                    <a:cubicBezTo>
                      <a:pt x="1634949" y="160775"/>
                      <a:pt x="1625424" y="103625"/>
                      <a:pt x="1589229" y="60763"/>
                    </a:cubicBezTo>
                    <a:cubicBezTo>
                      <a:pt x="1558749" y="25520"/>
                      <a:pt x="1515886" y="6470"/>
                      <a:pt x="1471119" y="6470"/>
                    </a:cubicBezTo>
                    <a:close/>
                  </a:path>
                </a:pathLst>
              </a:custGeom>
              <a:grpFill/>
              <a:ln w="9525" cap="flat">
                <a:noFill/>
                <a:prstDash val="solid"/>
                <a:miter/>
              </a:ln>
            </p:spPr>
            <p:txBody>
              <a:bodyPr rtlCol="0" anchor="ctr"/>
              <a:lstStyle/>
              <a:p>
                <a:endParaRPr lang="en-US" sz="1730" dirty="0"/>
              </a:p>
            </p:txBody>
          </p:sp>
          <p:sp>
            <p:nvSpPr>
              <p:cNvPr id="100" name="Freeform: Shape 99">
                <a:extLst>
                  <a:ext uri="{FF2B5EF4-FFF2-40B4-BE49-F238E27FC236}">
                    <a16:creationId xmlns:a16="http://schemas.microsoft.com/office/drawing/2014/main" id="{1D531D15-22DC-4D6F-9B78-76C4F65395BD}"/>
                  </a:ext>
                </a:extLst>
              </p:cNvPr>
              <p:cNvSpPr/>
              <p:nvPr/>
            </p:nvSpPr>
            <p:spPr>
              <a:xfrm>
                <a:off x="5490992" y="2665438"/>
                <a:ext cx="1634512" cy="1562390"/>
              </a:xfrm>
              <a:custGeom>
                <a:avLst/>
                <a:gdLst>
                  <a:gd name="connsiteX0" fmla="*/ 637710 w 1634512"/>
                  <a:gd name="connsiteY0" fmla="*/ 1562391 h 1562390"/>
                  <a:gd name="connsiteX1" fmla="*/ 611992 w 1634512"/>
                  <a:gd name="connsiteY1" fmla="*/ 1560486 h 1562390"/>
                  <a:gd name="connsiteX2" fmla="*/ 488167 w 1634512"/>
                  <a:gd name="connsiteY2" fmla="*/ 1459521 h 1562390"/>
                  <a:gd name="connsiteX3" fmla="*/ 10965 w 1634512"/>
                  <a:gd name="connsiteY3" fmla="*/ 217461 h 1562390"/>
                  <a:gd name="connsiteX4" fmla="*/ 35730 w 1634512"/>
                  <a:gd name="connsiteY4" fmla="*/ 59346 h 1562390"/>
                  <a:gd name="connsiteX5" fmla="*/ 185272 w 1634512"/>
                  <a:gd name="connsiteY5" fmla="*/ 2196 h 1562390"/>
                  <a:gd name="connsiteX6" fmla="*/ 1499723 w 1634512"/>
                  <a:gd name="connsiteY6" fmla="*/ 209841 h 1562390"/>
                  <a:gd name="connsiteX7" fmla="*/ 1623548 w 1634512"/>
                  <a:gd name="connsiteY7" fmla="*/ 310806 h 1562390"/>
                  <a:gd name="connsiteX8" fmla="*/ 1598782 w 1634512"/>
                  <a:gd name="connsiteY8" fmla="*/ 468921 h 1562390"/>
                  <a:gd name="connsiteX9" fmla="*/ 761535 w 1634512"/>
                  <a:gd name="connsiteY9" fmla="*/ 1502383 h 1562390"/>
                  <a:gd name="connsiteX10" fmla="*/ 759630 w 1634512"/>
                  <a:gd name="connsiteY10" fmla="*/ 1500478 h 1562390"/>
                  <a:gd name="connsiteX11" fmla="*/ 761535 w 1634512"/>
                  <a:gd name="connsiteY11" fmla="*/ 1502383 h 1562390"/>
                  <a:gd name="connsiteX12" fmla="*/ 637710 w 1634512"/>
                  <a:gd name="connsiteY12" fmla="*/ 1562391 h 1562390"/>
                  <a:gd name="connsiteX13" fmla="*/ 159555 w 1634512"/>
                  <a:gd name="connsiteY13" fmla="*/ 6006 h 1562390"/>
                  <a:gd name="connsiteX14" fmla="*/ 40492 w 1634512"/>
                  <a:gd name="connsiteY14" fmla="*/ 63156 h 1562390"/>
                  <a:gd name="connsiteX15" fmla="*/ 16680 w 1634512"/>
                  <a:gd name="connsiteY15" fmla="*/ 215556 h 1562390"/>
                  <a:gd name="connsiteX16" fmla="*/ 493882 w 1634512"/>
                  <a:gd name="connsiteY16" fmla="*/ 1457616 h 1562390"/>
                  <a:gd name="connsiteX17" fmla="*/ 613897 w 1634512"/>
                  <a:gd name="connsiteY17" fmla="*/ 1554771 h 1562390"/>
                  <a:gd name="connsiteX18" fmla="*/ 757725 w 1634512"/>
                  <a:gd name="connsiteY18" fmla="*/ 1499526 h 1562390"/>
                  <a:gd name="connsiteX19" fmla="*/ 1594020 w 1634512"/>
                  <a:gd name="connsiteY19" fmla="*/ 465111 h 1562390"/>
                  <a:gd name="connsiteX20" fmla="*/ 1617832 w 1634512"/>
                  <a:gd name="connsiteY20" fmla="*/ 312711 h 1562390"/>
                  <a:gd name="connsiteX21" fmla="*/ 1497817 w 1634512"/>
                  <a:gd name="connsiteY21" fmla="*/ 215556 h 1562390"/>
                  <a:gd name="connsiteX22" fmla="*/ 184320 w 1634512"/>
                  <a:gd name="connsiteY22" fmla="*/ 7911 h 1562390"/>
                  <a:gd name="connsiteX23" fmla="*/ 159555 w 1634512"/>
                  <a:gd name="connsiteY23" fmla="*/ 6006 h 1562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34512" h="1562390">
                    <a:moveTo>
                      <a:pt x="637710" y="1562391"/>
                    </a:moveTo>
                    <a:cubicBezTo>
                      <a:pt x="629137" y="1562391"/>
                      <a:pt x="620565" y="1561438"/>
                      <a:pt x="611992" y="1560486"/>
                    </a:cubicBezTo>
                    <a:cubicBezTo>
                      <a:pt x="554842" y="1551913"/>
                      <a:pt x="508170" y="1513813"/>
                      <a:pt x="488167" y="1459521"/>
                    </a:cubicBezTo>
                    <a:lnTo>
                      <a:pt x="10965" y="217461"/>
                    </a:lnTo>
                    <a:cubicBezTo>
                      <a:pt x="-9990" y="163168"/>
                      <a:pt x="-465" y="104113"/>
                      <a:pt x="35730" y="59346"/>
                    </a:cubicBezTo>
                    <a:cubicBezTo>
                      <a:pt x="71925" y="14578"/>
                      <a:pt x="128122" y="-7329"/>
                      <a:pt x="185272" y="2196"/>
                    </a:cubicBezTo>
                    <a:lnTo>
                      <a:pt x="1499723" y="209841"/>
                    </a:lnTo>
                    <a:cubicBezTo>
                      <a:pt x="1556873" y="218413"/>
                      <a:pt x="1603545" y="256513"/>
                      <a:pt x="1623548" y="310806"/>
                    </a:cubicBezTo>
                    <a:cubicBezTo>
                      <a:pt x="1644502" y="365098"/>
                      <a:pt x="1634977" y="424153"/>
                      <a:pt x="1598782" y="468921"/>
                    </a:cubicBezTo>
                    <a:lnTo>
                      <a:pt x="761535" y="1502383"/>
                    </a:lnTo>
                    <a:lnTo>
                      <a:pt x="759630" y="1500478"/>
                    </a:lnTo>
                    <a:lnTo>
                      <a:pt x="761535" y="1502383"/>
                    </a:lnTo>
                    <a:cubicBezTo>
                      <a:pt x="730102" y="1541436"/>
                      <a:pt x="685335" y="1562391"/>
                      <a:pt x="637710" y="1562391"/>
                    </a:cubicBezTo>
                    <a:close/>
                    <a:moveTo>
                      <a:pt x="159555" y="6006"/>
                    </a:moveTo>
                    <a:cubicBezTo>
                      <a:pt x="113835" y="6006"/>
                      <a:pt x="70020" y="26008"/>
                      <a:pt x="40492" y="63156"/>
                    </a:cubicBezTo>
                    <a:cubicBezTo>
                      <a:pt x="5250" y="106971"/>
                      <a:pt x="-3323" y="163168"/>
                      <a:pt x="16680" y="215556"/>
                    </a:cubicBezTo>
                    <a:lnTo>
                      <a:pt x="493882" y="1457616"/>
                    </a:lnTo>
                    <a:cubicBezTo>
                      <a:pt x="513885" y="1510003"/>
                      <a:pt x="558652" y="1546198"/>
                      <a:pt x="613897" y="1554771"/>
                    </a:cubicBezTo>
                    <a:cubicBezTo>
                      <a:pt x="669142" y="1563343"/>
                      <a:pt x="722482" y="1542388"/>
                      <a:pt x="757725" y="1499526"/>
                    </a:cubicBezTo>
                    <a:lnTo>
                      <a:pt x="1594020" y="465111"/>
                    </a:lnTo>
                    <a:cubicBezTo>
                      <a:pt x="1629262" y="421296"/>
                      <a:pt x="1637835" y="365098"/>
                      <a:pt x="1617832" y="312711"/>
                    </a:cubicBezTo>
                    <a:cubicBezTo>
                      <a:pt x="1597830" y="260323"/>
                      <a:pt x="1553062" y="224128"/>
                      <a:pt x="1497817" y="215556"/>
                    </a:cubicBezTo>
                    <a:lnTo>
                      <a:pt x="184320" y="7911"/>
                    </a:lnTo>
                    <a:cubicBezTo>
                      <a:pt x="175747" y="6958"/>
                      <a:pt x="167175" y="6006"/>
                      <a:pt x="159555" y="6006"/>
                    </a:cubicBezTo>
                    <a:close/>
                  </a:path>
                </a:pathLst>
              </a:custGeom>
              <a:grpFill/>
              <a:ln w="9525" cap="flat">
                <a:noFill/>
                <a:prstDash val="solid"/>
                <a:miter/>
              </a:ln>
            </p:spPr>
            <p:txBody>
              <a:bodyPr rtlCol="0" anchor="ctr"/>
              <a:lstStyle/>
              <a:p>
                <a:endParaRPr lang="en-US" sz="1730" dirty="0"/>
              </a:p>
            </p:txBody>
          </p:sp>
          <p:sp>
            <p:nvSpPr>
              <p:cNvPr id="101" name="Freeform: Shape 100">
                <a:extLst>
                  <a:ext uri="{FF2B5EF4-FFF2-40B4-BE49-F238E27FC236}">
                    <a16:creationId xmlns:a16="http://schemas.microsoft.com/office/drawing/2014/main" id="{2BD79836-3FEF-4803-A353-F7287E11195C}"/>
                  </a:ext>
                </a:extLst>
              </p:cNvPr>
              <p:cNvSpPr/>
              <p:nvPr/>
            </p:nvSpPr>
            <p:spPr>
              <a:xfrm>
                <a:off x="5740942" y="2518472"/>
                <a:ext cx="1494657" cy="1649348"/>
              </a:xfrm>
              <a:custGeom>
                <a:avLst/>
                <a:gdLst>
                  <a:gd name="connsiteX0" fmla="*/ 206785 w 1494657"/>
                  <a:gd name="connsiteY0" fmla="*/ 1649349 h 1649348"/>
                  <a:gd name="connsiteX1" fmla="*/ 131537 w 1494657"/>
                  <a:gd name="connsiteY1" fmla="*/ 1630299 h 1649348"/>
                  <a:gd name="connsiteX2" fmla="*/ 46765 w 1494657"/>
                  <a:gd name="connsiteY2" fmla="*/ 1495044 h 1649348"/>
                  <a:gd name="connsiteX3" fmla="*/ 92 w 1494657"/>
                  <a:gd name="connsiteY3" fmla="*/ 165354 h 1649348"/>
                  <a:gd name="connsiteX4" fmla="*/ 75340 w 1494657"/>
                  <a:gd name="connsiteY4" fmla="*/ 24384 h 1649348"/>
                  <a:gd name="connsiteX5" fmla="*/ 235360 w 1494657"/>
                  <a:gd name="connsiteY5" fmla="*/ 18669 h 1649348"/>
                  <a:gd name="connsiteX6" fmla="*/ 1409792 w 1494657"/>
                  <a:gd name="connsiteY6" fmla="*/ 643509 h 1649348"/>
                  <a:gd name="connsiteX7" fmla="*/ 1494565 w 1494657"/>
                  <a:gd name="connsiteY7" fmla="*/ 778764 h 1649348"/>
                  <a:gd name="connsiteX8" fmla="*/ 1419317 w 1494657"/>
                  <a:gd name="connsiteY8" fmla="*/ 919734 h 1649348"/>
                  <a:gd name="connsiteX9" fmla="*/ 291557 w 1494657"/>
                  <a:gd name="connsiteY9" fmla="*/ 1624584 h 1649348"/>
                  <a:gd name="connsiteX10" fmla="*/ 206785 w 1494657"/>
                  <a:gd name="connsiteY10" fmla="*/ 1649349 h 1649348"/>
                  <a:gd name="connsiteX11" fmla="*/ 160112 w 1494657"/>
                  <a:gd name="connsiteY11" fmla="*/ 4381 h 1649348"/>
                  <a:gd name="connsiteX12" fmla="*/ 78197 w 1494657"/>
                  <a:gd name="connsiteY12" fmla="*/ 28194 h 1649348"/>
                  <a:gd name="connsiteX13" fmla="*/ 5807 w 1494657"/>
                  <a:gd name="connsiteY13" fmla="*/ 164402 h 1649348"/>
                  <a:gd name="connsiteX14" fmla="*/ 52480 w 1494657"/>
                  <a:gd name="connsiteY14" fmla="*/ 1494092 h 1649348"/>
                  <a:gd name="connsiteX15" fmla="*/ 134395 w 1494657"/>
                  <a:gd name="connsiteY15" fmla="*/ 1624584 h 1649348"/>
                  <a:gd name="connsiteX16" fmla="*/ 288700 w 1494657"/>
                  <a:gd name="connsiteY16" fmla="*/ 1618869 h 1649348"/>
                  <a:gd name="connsiteX17" fmla="*/ 290605 w 1494657"/>
                  <a:gd name="connsiteY17" fmla="*/ 1620774 h 1649348"/>
                  <a:gd name="connsiteX18" fmla="*/ 288700 w 1494657"/>
                  <a:gd name="connsiteY18" fmla="*/ 1618869 h 1649348"/>
                  <a:gd name="connsiteX19" fmla="*/ 1416460 w 1494657"/>
                  <a:gd name="connsiteY19" fmla="*/ 914019 h 1649348"/>
                  <a:gd name="connsiteX20" fmla="*/ 1488850 w 1494657"/>
                  <a:gd name="connsiteY20" fmla="*/ 777812 h 1649348"/>
                  <a:gd name="connsiteX21" fmla="*/ 1406935 w 1494657"/>
                  <a:gd name="connsiteY21" fmla="*/ 647319 h 1649348"/>
                  <a:gd name="connsiteX22" fmla="*/ 232502 w 1494657"/>
                  <a:gd name="connsiteY22" fmla="*/ 23431 h 1649348"/>
                  <a:gd name="connsiteX23" fmla="*/ 160112 w 1494657"/>
                  <a:gd name="connsiteY23" fmla="*/ 4381 h 1649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494657" h="1649348">
                    <a:moveTo>
                      <a:pt x="206785" y="1649349"/>
                    </a:moveTo>
                    <a:cubicBezTo>
                      <a:pt x="181067" y="1649349"/>
                      <a:pt x="155350" y="1642682"/>
                      <a:pt x="131537" y="1630299"/>
                    </a:cubicBezTo>
                    <a:cubicBezTo>
                      <a:pt x="80102" y="1603629"/>
                      <a:pt x="48670" y="1552194"/>
                      <a:pt x="46765" y="1495044"/>
                    </a:cubicBezTo>
                    <a:lnTo>
                      <a:pt x="92" y="165354"/>
                    </a:lnTo>
                    <a:cubicBezTo>
                      <a:pt x="-1813" y="107252"/>
                      <a:pt x="25810" y="54864"/>
                      <a:pt x="75340" y="24384"/>
                    </a:cubicBezTo>
                    <a:cubicBezTo>
                      <a:pt x="123917" y="-6096"/>
                      <a:pt x="183925" y="-8001"/>
                      <a:pt x="235360" y="18669"/>
                    </a:cubicBezTo>
                    <a:lnTo>
                      <a:pt x="1409792" y="643509"/>
                    </a:lnTo>
                    <a:cubicBezTo>
                      <a:pt x="1461228" y="670179"/>
                      <a:pt x="1492660" y="721614"/>
                      <a:pt x="1494565" y="778764"/>
                    </a:cubicBezTo>
                    <a:cubicBezTo>
                      <a:pt x="1496470" y="836867"/>
                      <a:pt x="1468848" y="889254"/>
                      <a:pt x="1419317" y="919734"/>
                    </a:cubicBezTo>
                    <a:lnTo>
                      <a:pt x="291557" y="1624584"/>
                    </a:lnTo>
                    <a:cubicBezTo>
                      <a:pt x="264887" y="1640777"/>
                      <a:pt x="236312" y="1649349"/>
                      <a:pt x="206785" y="1649349"/>
                    </a:cubicBezTo>
                    <a:close/>
                    <a:moveTo>
                      <a:pt x="160112" y="4381"/>
                    </a:moveTo>
                    <a:cubicBezTo>
                      <a:pt x="131537" y="4381"/>
                      <a:pt x="103915" y="12002"/>
                      <a:pt x="78197" y="28194"/>
                    </a:cubicBezTo>
                    <a:cubicBezTo>
                      <a:pt x="30572" y="57722"/>
                      <a:pt x="3902" y="109157"/>
                      <a:pt x="5807" y="164402"/>
                    </a:cubicBezTo>
                    <a:lnTo>
                      <a:pt x="52480" y="1494092"/>
                    </a:lnTo>
                    <a:cubicBezTo>
                      <a:pt x="54385" y="1550289"/>
                      <a:pt x="84865" y="1598867"/>
                      <a:pt x="134395" y="1624584"/>
                    </a:cubicBezTo>
                    <a:cubicBezTo>
                      <a:pt x="183925" y="1651254"/>
                      <a:pt x="241075" y="1648397"/>
                      <a:pt x="288700" y="1618869"/>
                    </a:cubicBezTo>
                    <a:lnTo>
                      <a:pt x="290605" y="1620774"/>
                    </a:lnTo>
                    <a:lnTo>
                      <a:pt x="288700" y="1618869"/>
                    </a:lnTo>
                    <a:lnTo>
                      <a:pt x="1416460" y="914019"/>
                    </a:lnTo>
                    <a:cubicBezTo>
                      <a:pt x="1464085" y="884492"/>
                      <a:pt x="1490755" y="833057"/>
                      <a:pt x="1488850" y="777812"/>
                    </a:cubicBezTo>
                    <a:cubicBezTo>
                      <a:pt x="1486945" y="721614"/>
                      <a:pt x="1456465" y="673037"/>
                      <a:pt x="1406935" y="647319"/>
                    </a:cubicBezTo>
                    <a:lnTo>
                      <a:pt x="232502" y="23431"/>
                    </a:lnTo>
                    <a:cubicBezTo>
                      <a:pt x="209642" y="11049"/>
                      <a:pt x="184877" y="4381"/>
                      <a:pt x="160112" y="4381"/>
                    </a:cubicBezTo>
                    <a:close/>
                  </a:path>
                </a:pathLst>
              </a:custGeom>
              <a:grpFill/>
              <a:ln w="9525" cap="flat">
                <a:noFill/>
                <a:prstDash val="solid"/>
                <a:miter/>
              </a:ln>
            </p:spPr>
            <p:txBody>
              <a:bodyPr rtlCol="0" anchor="ctr"/>
              <a:lstStyle/>
              <a:p>
                <a:endParaRPr lang="en-US" sz="1730" dirty="0"/>
              </a:p>
            </p:txBody>
          </p:sp>
          <p:sp>
            <p:nvSpPr>
              <p:cNvPr id="102" name="Freeform: Shape 101">
                <a:extLst>
                  <a:ext uri="{FF2B5EF4-FFF2-40B4-BE49-F238E27FC236}">
                    <a16:creationId xmlns:a16="http://schemas.microsoft.com/office/drawing/2014/main" id="{336A82B3-C129-4BC1-9EB5-982006392606}"/>
                  </a:ext>
                </a:extLst>
              </p:cNvPr>
              <p:cNvSpPr/>
              <p:nvPr/>
            </p:nvSpPr>
            <p:spPr>
              <a:xfrm>
                <a:off x="5636186" y="2459480"/>
                <a:ext cx="1616538" cy="1592136"/>
              </a:xfrm>
              <a:custGeom>
                <a:avLst/>
                <a:gdLst>
                  <a:gd name="connsiteX0" fmla="*/ 159141 w 1616538"/>
                  <a:gd name="connsiteY0" fmla="*/ 1592136 h 1592136"/>
                  <a:gd name="connsiteX1" fmla="*/ 42936 w 1616538"/>
                  <a:gd name="connsiteY1" fmla="*/ 1541654 h 1592136"/>
                  <a:gd name="connsiteX2" fmla="*/ 6741 w 1616538"/>
                  <a:gd name="connsiteY2" fmla="*/ 1385444 h 1592136"/>
                  <a:gd name="connsiteX3" fmla="*/ 396313 w 1616538"/>
                  <a:gd name="connsiteY3" fmla="*/ 112904 h 1592136"/>
                  <a:gd name="connsiteX4" fmla="*/ 513471 w 1616538"/>
                  <a:gd name="connsiteY4" fmla="*/ 4319 h 1592136"/>
                  <a:gd name="connsiteX5" fmla="*/ 665871 w 1616538"/>
                  <a:gd name="connsiteY5" fmla="*/ 50991 h 1592136"/>
                  <a:gd name="connsiteX6" fmla="*/ 1573603 w 1616538"/>
                  <a:gd name="connsiteY6" fmla="*/ 1024446 h 1592136"/>
                  <a:gd name="connsiteX7" fmla="*/ 1609798 w 1616538"/>
                  <a:gd name="connsiteY7" fmla="*/ 1180656 h 1592136"/>
                  <a:gd name="connsiteX8" fmla="*/ 1492641 w 1616538"/>
                  <a:gd name="connsiteY8" fmla="*/ 1289241 h 1592136"/>
                  <a:gd name="connsiteX9" fmla="*/ 196288 w 1616538"/>
                  <a:gd name="connsiteY9" fmla="*/ 1588326 h 1592136"/>
                  <a:gd name="connsiteX10" fmla="*/ 195336 w 1616538"/>
                  <a:gd name="connsiteY10" fmla="*/ 1585469 h 1592136"/>
                  <a:gd name="connsiteX11" fmla="*/ 196288 w 1616538"/>
                  <a:gd name="connsiteY11" fmla="*/ 1588326 h 1592136"/>
                  <a:gd name="connsiteX12" fmla="*/ 159141 w 1616538"/>
                  <a:gd name="connsiteY12" fmla="*/ 1592136 h 1592136"/>
                  <a:gd name="connsiteX13" fmla="*/ 549666 w 1616538"/>
                  <a:gd name="connsiteY13" fmla="*/ 5271 h 1592136"/>
                  <a:gd name="connsiteX14" fmla="*/ 514423 w 1616538"/>
                  <a:gd name="connsiteY14" fmla="*/ 9081 h 1592136"/>
                  <a:gd name="connsiteX15" fmla="*/ 401076 w 1616538"/>
                  <a:gd name="connsiteY15" fmla="*/ 114809 h 1592136"/>
                  <a:gd name="connsiteX16" fmla="*/ 12456 w 1616538"/>
                  <a:gd name="connsiteY16" fmla="*/ 1387349 h 1592136"/>
                  <a:gd name="connsiteX17" fmla="*/ 46746 w 1616538"/>
                  <a:gd name="connsiteY17" fmla="*/ 1537844 h 1592136"/>
                  <a:gd name="connsiteX18" fmla="*/ 194383 w 1616538"/>
                  <a:gd name="connsiteY18" fmla="*/ 1582611 h 1592136"/>
                  <a:gd name="connsiteX19" fmla="*/ 1490736 w 1616538"/>
                  <a:gd name="connsiteY19" fmla="*/ 1283526 h 1592136"/>
                  <a:gd name="connsiteX20" fmla="*/ 1604083 w 1616538"/>
                  <a:gd name="connsiteY20" fmla="*/ 1177799 h 1592136"/>
                  <a:gd name="connsiteX21" fmla="*/ 1569793 w 1616538"/>
                  <a:gd name="connsiteY21" fmla="*/ 1027304 h 1592136"/>
                  <a:gd name="connsiteX22" fmla="*/ 662061 w 1616538"/>
                  <a:gd name="connsiteY22" fmla="*/ 54801 h 1592136"/>
                  <a:gd name="connsiteX23" fmla="*/ 549666 w 1616538"/>
                  <a:gd name="connsiteY23" fmla="*/ 5271 h 1592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16538" h="1592136">
                    <a:moveTo>
                      <a:pt x="159141" y="1592136"/>
                    </a:moveTo>
                    <a:cubicBezTo>
                      <a:pt x="115326" y="1592136"/>
                      <a:pt x="73416" y="1574039"/>
                      <a:pt x="42936" y="1541654"/>
                    </a:cubicBezTo>
                    <a:cubicBezTo>
                      <a:pt x="3883" y="1499744"/>
                      <a:pt x="-9452" y="1441641"/>
                      <a:pt x="6741" y="1385444"/>
                    </a:cubicBezTo>
                    <a:lnTo>
                      <a:pt x="396313" y="112904"/>
                    </a:lnTo>
                    <a:cubicBezTo>
                      <a:pt x="413458" y="57659"/>
                      <a:pt x="457273" y="16701"/>
                      <a:pt x="513471" y="4319"/>
                    </a:cubicBezTo>
                    <a:cubicBezTo>
                      <a:pt x="569668" y="-9016"/>
                      <a:pt x="626818" y="9081"/>
                      <a:pt x="665871" y="50991"/>
                    </a:cubicBezTo>
                    <a:lnTo>
                      <a:pt x="1573603" y="1024446"/>
                    </a:lnTo>
                    <a:cubicBezTo>
                      <a:pt x="1612656" y="1066356"/>
                      <a:pt x="1625991" y="1124459"/>
                      <a:pt x="1609798" y="1180656"/>
                    </a:cubicBezTo>
                    <a:cubicBezTo>
                      <a:pt x="1592653" y="1235901"/>
                      <a:pt x="1548838" y="1276859"/>
                      <a:pt x="1492641" y="1289241"/>
                    </a:cubicBezTo>
                    <a:lnTo>
                      <a:pt x="196288" y="1588326"/>
                    </a:lnTo>
                    <a:lnTo>
                      <a:pt x="195336" y="1585469"/>
                    </a:lnTo>
                    <a:lnTo>
                      <a:pt x="196288" y="1588326"/>
                    </a:lnTo>
                    <a:cubicBezTo>
                      <a:pt x="183905" y="1591184"/>
                      <a:pt x="171523" y="1592136"/>
                      <a:pt x="159141" y="1592136"/>
                    </a:cubicBezTo>
                    <a:close/>
                    <a:moveTo>
                      <a:pt x="549666" y="5271"/>
                    </a:moveTo>
                    <a:cubicBezTo>
                      <a:pt x="538236" y="5271"/>
                      <a:pt x="525853" y="6224"/>
                      <a:pt x="514423" y="9081"/>
                    </a:cubicBezTo>
                    <a:cubicBezTo>
                      <a:pt x="460131" y="21464"/>
                      <a:pt x="418221" y="60516"/>
                      <a:pt x="401076" y="114809"/>
                    </a:cubicBezTo>
                    <a:lnTo>
                      <a:pt x="12456" y="1387349"/>
                    </a:lnTo>
                    <a:cubicBezTo>
                      <a:pt x="-3737" y="1440689"/>
                      <a:pt x="8646" y="1496886"/>
                      <a:pt x="46746" y="1537844"/>
                    </a:cubicBezTo>
                    <a:cubicBezTo>
                      <a:pt x="84846" y="1578801"/>
                      <a:pt x="140091" y="1595946"/>
                      <a:pt x="194383" y="1582611"/>
                    </a:cubicBezTo>
                    <a:lnTo>
                      <a:pt x="1490736" y="1283526"/>
                    </a:lnTo>
                    <a:cubicBezTo>
                      <a:pt x="1545028" y="1271144"/>
                      <a:pt x="1586938" y="1232091"/>
                      <a:pt x="1604083" y="1177799"/>
                    </a:cubicBezTo>
                    <a:cubicBezTo>
                      <a:pt x="1620276" y="1124459"/>
                      <a:pt x="1606941" y="1068261"/>
                      <a:pt x="1569793" y="1027304"/>
                    </a:cubicBezTo>
                    <a:lnTo>
                      <a:pt x="662061" y="54801"/>
                    </a:lnTo>
                    <a:cubicBezTo>
                      <a:pt x="632533" y="22416"/>
                      <a:pt x="592528" y="5271"/>
                      <a:pt x="549666" y="5271"/>
                    </a:cubicBezTo>
                    <a:close/>
                  </a:path>
                </a:pathLst>
              </a:custGeom>
              <a:grpFill/>
              <a:ln w="9525" cap="flat">
                <a:noFill/>
                <a:prstDash val="solid"/>
                <a:miter/>
              </a:ln>
            </p:spPr>
            <p:txBody>
              <a:bodyPr rtlCol="0" anchor="ctr"/>
              <a:lstStyle/>
              <a:p>
                <a:endParaRPr lang="en-US" sz="1730" dirty="0"/>
              </a:p>
            </p:txBody>
          </p:sp>
          <p:sp>
            <p:nvSpPr>
              <p:cNvPr id="103" name="Freeform: Shape 102">
                <a:extLst>
                  <a:ext uri="{FF2B5EF4-FFF2-40B4-BE49-F238E27FC236}">
                    <a16:creationId xmlns:a16="http://schemas.microsoft.com/office/drawing/2014/main" id="{59FBE850-7E01-4A66-A936-4E64C9C805D5}"/>
                  </a:ext>
                </a:extLst>
              </p:cNvPr>
              <p:cNvSpPr/>
              <p:nvPr/>
            </p:nvSpPr>
            <p:spPr>
              <a:xfrm>
                <a:off x="5531644" y="2497017"/>
                <a:ext cx="1643695" cy="1534597"/>
              </a:xfrm>
              <a:custGeom>
                <a:avLst/>
                <a:gdLst>
                  <a:gd name="connsiteX0" fmla="*/ 1483835 w 1643695"/>
                  <a:gd name="connsiteY0" fmla="*/ 1534598 h 1534597"/>
                  <a:gd name="connsiteX1" fmla="*/ 1466690 w 1643695"/>
                  <a:gd name="connsiteY1" fmla="*/ 1533645 h 1534597"/>
                  <a:gd name="connsiteX2" fmla="*/ 143668 w 1643695"/>
                  <a:gd name="connsiteY2" fmla="*/ 1395532 h 1534597"/>
                  <a:gd name="connsiteX3" fmla="*/ 14128 w 1643695"/>
                  <a:gd name="connsiteY3" fmla="*/ 1301235 h 1534597"/>
                  <a:gd name="connsiteX4" fmla="*/ 31273 w 1643695"/>
                  <a:gd name="connsiteY4" fmla="*/ 1142167 h 1534597"/>
                  <a:gd name="connsiteX5" fmla="*/ 813275 w 1643695"/>
                  <a:gd name="connsiteY5" fmla="*/ 65842 h 1534597"/>
                  <a:gd name="connsiteX6" fmla="*/ 959008 w 1643695"/>
                  <a:gd name="connsiteY6" fmla="*/ 1072 h 1534597"/>
                  <a:gd name="connsiteX7" fmla="*/ 1088548 w 1643695"/>
                  <a:gd name="connsiteY7" fmla="*/ 95370 h 1534597"/>
                  <a:gd name="connsiteX8" fmla="*/ 1629568 w 1643695"/>
                  <a:gd name="connsiteY8" fmla="*/ 1310760 h 1534597"/>
                  <a:gd name="connsiteX9" fmla="*/ 1612423 w 1643695"/>
                  <a:gd name="connsiteY9" fmla="*/ 1469827 h 1534597"/>
                  <a:gd name="connsiteX10" fmla="*/ 1483835 w 1643695"/>
                  <a:gd name="connsiteY10" fmla="*/ 1534598 h 1534597"/>
                  <a:gd name="connsiteX11" fmla="*/ 940910 w 1643695"/>
                  <a:gd name="connsiteY11" fmla="*/ 5835 h 1534597"/>
                  <a:gd name="connsiteX12" fmla="*/ 816133 w 1643695"/>
                  <a:gd name="connsiteY12" fmla="*/ 69652 h 1534597"/>
                  <a:gd name="connsiteX13" fmla="*/ 34130 w 1643695"/>
                  <a:gd name="connsiteY13" fmla="*/ 1145977 h 1534597"/>
                  <a:gd name="connsiteX14" fmla="*/ 17938 w 1643695"/>
                  <a:gd name="connsiteY14" fmla="*/ 1299330 h 1534597"/>
                  <a:gd name="connsiteX15" fmla="*/ 142715 w 1643695"/>
                  <a:gd name="connsiteY15" fmla="*/ 1389817 h 1534597"/>
                  <a:gd name="connsiteX16" fmla="*/ 1465738 w 1643695"/>
                  <a:gd name="connsiteY16" fmla="*/ 1528882 h 1534597"/>
                  <a:gd name="connsiteX17" fmla="*/ 1606708 w 1643695"/>
                  <a:gd name="connsiteY17" fmla="*/ 1466017 h 1534597"/>
                  <a:gd name="connsiteX18" fmla="*/ 1622900 w 1643695"/>
                  <a:gd name="connsiteY18" fmla="*/ 1312665 h 1534597"/>
                  <a:gd name="connsiteX19" fmla="*/ 1082833 w 1643695"/>
                  <a:gd name="connsiteY19" fmla="*/ 97275 h 1534597"/>
                  <a:gd name="connsiteX20" fmla="*/ 958055 w 1643695"/>
                  <a:gd name="connsiteY20" fmla="*/ 6787 h 1534597"/>
                  <a:gd name="connsiteX21" fmla="*/ 940910 w 1643695"/>
                  <a:gd name="connsiteY21" fmla="*/ 5835 h 1534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3695" h="1534597">
                    <a:moveTo>
                      <a:pt x="1483835" y="1534598"/>
                    </a:moveTo>
                    <a:cubicBezTo>
                      <a:pt x="1478120" y="1534598"/>
                      <a:pt x="1472405" y="1534598"/>
                      <a:pt x="1466690" y="1533645"/>
                    </a:cubicBezTo>
                    <a:lnTo>
                      <a:pt x="143668" y="1395532"/>
                    </a:lnTo>
                    <a:cubicBezTo>
                      <a:pt x="86518" y="1389817"/>
                      <a:pt x="37940" y="1354575"/>
                      <a:pt x="14128" y="1301235"/>
                    </a:cubicBezTo>
                    <a:cubicBezTo>
                      <a:pt x="-9685" y="1248848"/>
                      <a:pt x="-3017" y="1188840"/>
                      <a:pt x="31273" y="1142167"/>
                    </a:cubicBezTo>
                    <a:lnTo>
                      <a:pt x="813275" y="65842"/>
                    </a:lnTo>
                    <a:cubicBezTo>
                      <a:pt x="847565" y="19170"/>
                      <a:pt x="901858" y="-5595"/>
                      <a:pt x="959008" y="1072"/>
                    </a:cubicBezTo>
                    <a:cubicBezTo>
                      <a:pt x="1016158" y="6787"/>
                      <a:pt x="1064735" y="42030"/>
                      <a:pt x="1088548" y="95370"/>
                    </a:cubicBezTo>
                    <a:lnTo>
                      <a:pt x="1629568" y="1310760"/>
                    </a:lnTo>
                    <a:cubicBezTo>
                      <a:pt x="1653380" y="1363148"/>
                      <a:pt x="1646713" y="1423155"/>
                      <a:pt x="1612423" y="1469827"/>
                    </a:cubicBezTo>
                    <a:cubicBezTo>
                      <a:pt x="1581943" y="1510785"/>
                      <a:pt x="1534318" y="1534598"/>
                      <a:pt x="1483835" y="1534598"/>
                    </a:cubicBezTo>
                    <a:close/>
                    <a:moveTo>
                      <a:pt x="940910" y="5835"/>
                    </a:moveTo>
                    <a:cubicBezTo>
                      <a:pt x="891380" y="5835"/>
                      <a:pt x="845660" y="28695"/>
                      <a:pt x="816133" y="69652"/>
                    </a:cubicBezTo>
                    <a:lnTo>
                      <a:pt x="34130" y="1145977"/>
                    </a:lnTo>
                    <a:cubicBezTo>
                      <a:pt x="1745" y="1190745"/>
                      <a:pt x="-4922" y="1248848"/>
                      <a:pt x="17938" y="1299330"/>
                    </a:cubicBezTo>
                    <a:cubicBezTo>
                      <a:pt x="40798" y="1350765"/>
                      <a:pt x="87470" y="1384102"/>
                      <a:pt x="142715" y="1389817"/>
                    </a:cubicBezTo>
                    <a:lnTo>
                      <a:pt x="1465738" y="1528882"/>
                    </a:lnTo>
                    <a:cubicBezTo>
                      <a:pt x="1520983" y="1534598"/>
                      <a:pt x="1574323" y="1510785"/>
                      <a:pt x="1606708" y="1466017"/>
                    </a:cubicBezTo>
                    <a:cubicBezTo>
                      <a:pt x="1639093" y="1421250"/>
                      <a:pt x="1645760" y="1363148"/>
                      <a:pt x="1622900" y="1312665"/>
                    </a:cubicBezTo>
                    <a:lnTo>
                      <a:pt x="1082833" y="97275"/>
                    </a:lnTo>
                    <a:cubicBezTo>
                      <a:pt x="1059973" y="45840"/>
                      <a:pt x="1013300" y="12502"/>
                      <a:pt x="958055" y="6787"/>
                    </a:cubicBezTo>
                    <a:cubicBezTo>
                      <a:pt x="952340" y="5835"/>
                      <a:pt x="946625" y="5835"/>
                      <a:pt x="940910" y="5835"/>
                    </a:cubicBezTo>
                    <a:close/>
                  </a:path>
                </a:pathLst>
              </a:custGeom>
              <a:grpFill/>
              <a:ln w="9525" cap="flat">
                <a:noFill/>
                <a:prstDash val="solid"/>
                <a:miter/>
              </a:ln>
            </p:spPr>
            <p:txBody>
              <a:bodyPr rtlCol="0" anchor="ctr"/>
              <a:lstStyle/>
              <a:p>
                <a:endParaRPr lang="en-US" sz="1730" dirty="0"/>
              </a:p>
            </p:txBody>
          </p:sp>
          <p:sp>
            <p:nvSpPr>
              <p:cNvPr id="104" name="Freeform: Shape 103">
                <a:extLst>
                  <a:ext uri="{FF2B5EF4-FFF2-40B4-BE49-F238E27FC236}">
                    <a16:creationId xmlns:a16="http://schemas.microsoft.com/office/drawing/2014/main" id="{9AAB4099-BACA-4674-9D5C-EA2B6EFEF2F8}"/>
                  </a:ext>
                </a:extLst>
              </p:cNvPr>
              <p:cNvSpPr/>
              <p:nvPr/>
            </p:nvSpPr>
            <p:spPr>
              <a:xfrm>
                <a:off x="5484232" y="2627034"/>
                <a:ext cx="1525159" cy="1644610"/>
              </a:xfrm>
              <a:custGeom>
                <a:avLst/>
                <a:gdLst>
                  <a:gd name="connsiteX0" fmla="*/ 1365512 w 1525159"/>
                  <a:gd name="connsiteY0" fmla="*/ 1644610 h 1644610"/>
                  <a:gd name="connsiteX1" fmla="*/ 1297885 w 1525159"/>
                  <a:gd name="connsiteY1" fmla="*/ 1629370 h 1644610"/>
                  <a:gd name="connsiteX2" fmla="*/ 92020 w 1525159"/>
                  <a:gd name="connsiteY2" fmla="*/ 1067395 h 1644610"/>
                  <a:gd name="connsiteX3" fmla="*/ 580 w 1525159"/>
                  <a:gd name="connsiteY3" fmla="*/ 936903 h 1644610"/>
                  <a:gd name="connsiteX4" fmla="*/ 68207 w 1525159"/>
                  <a:gd name="connsiteY4" fmla="*/ 792123 h 1644610"/>
                  <a:gd name="connsiteX5" fmla="*/ 1157867 w 1525159"/>
                  <a:gd name="connsiteY5" fmla="*/ 29170 h 1644610"/>
                  <a:gd name="connsiteX6" fmla="*/ 1316935 w 1525159"/>
                  <a:gd name="connsiteY6" fmla="*/ 14883 h 1644610"/>
                  <a:gd name="connsiteX7" fmla="*/ 1408375 w 1525159"/>
                  <a:gd name="connsiteY7" fmla="*/ 145375 h 1644610"/>
                  <a:gd name="connsiteX8" fmla="*/ 1524580 w 1525159"/>
                  <a:gd name="connsiteY8" fmla="*/ 1470303 h 1644610"/>
                  <a:gd name="connsiteX9" fmla="*/ 1456952 w 1525159"/>
                  <a:gd name="connsiteY9" fmla="*/ 1615083 h 1644610"/>
                  <a:gd name="connsiteX10" fmla="*/ 1365512 w 1525159"/>
                  <a:gd name="connsiteY10" fmla="*/ 1644610 h 1644610"/>
                  <a:gd name="connsiteX11" fmla="*/ 1249307 w 1525159"/>
                  <a:gd name="connsiteY11" fmla="*/ 4405 h 1644610"/>
                  <a:gd name="connsiteX12" fmla="*/ 1160725 w 1525159"/>
                  <a:gd name="connsiteY12" fmla="*/ 32980 h 1644610"/>
                  <a:gd name="connsiteX13" fmla="*/ 71065 w 1525159"/>
                  <a:gd name="connsiteY13" fmla="*/ 795933 h 1644610"/>
                  <a:gd name="connsiteX14" fmla="*/ 6295 w 1525159"/>
                  <a:gd name="connsiteY14" fmla="*/ 935950 h 1644610"/>
                  <a:gd name="connsiteX15" fmla="*/ 94877 w 1525159"/>
                  <a:gd name="connsiteY15" fmla="*/ 1062633 h 1644610"/>
                  <a:gd name="connsiteX16" fmla="*/ 1300742 w 1525159"/>
                  <a:gd name="connsiteY16" fmla="*/ 1624608 h 1644610"/>
                  <a:gd name="connsiteX17" fmla="*/ 1454095 w 1525159"/>
                  <a:gd name="connsiteY17" fmla="*/ 1611273 h 1644610"/>
                  <a:gd name="connsiteX18" fmla="*/ 1518865 w 1525159"/>
                  <a:gd name="connsiteY18" fmla="*/ 1471255 h 1644610"/>
                  <a:gd name="connsiteX19" fmla="*/ 1403612 w 1525159"/>
                  <a:gd name="connsiteY19" fmla="*/ 145375 h 1644610"/>
                  <a:gd name="connsiteX20" fmla="*/ 1315030 w 1525159"/>
                  <a:gd name="connsiteY20" fmla="*/ 18693 h 1644610"/>
                  <a:gd name="connsiteX21" fmla="*/ 1249307 w 1525159"/>
                  <a:gd name="connsiteY21" fmla="*/ 4405 h 1644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25159" h="1644610">
                    <a:moveTo>
                      <a:pt x="1365512" y="1644610"/>
                    </a:moveTo>
                    <a:cubicBezTo>
                      <a:pt x="1342652" y="1644610"/>
                      <a:pt x="1319792" y="1639848"/>
                      <a:pt x="1297885" y="1629370"/>
                    </a:cubicBezTo>
                    <a:lnTo>
                      <a:pt x="92020" y="1067395"/>
                    </a:lnTo>
                    <a:cubicBezTo>
                      <a:pt x="39632" y="1042630"/>
                      <a:pt x="5342" y="994053"/>
                      <a:pt x="580" y="936903"/>
                    </a:cubicBezTo>
                    <a:cubicBezTo>
                      <a:pt x="-4183" y="879753"/>
                      <a:pt x="20582" y="825460"/>
                      <a:pt x="68207" y="792123"/>
                    </a:cubicBezTo>
                    <a:lnTo>
                      <a:pt x="1157867" y="29170"/>
                    </a:lnTo>
                    <a:cubicBezTo>
                      <a:pt x="1205492" y="-4167"/>
                      <a:pt x="1264547" y="-8930"/>
                      <a:pt x="1316935" y="14883"/>
                    </a:cubicBezTo>
                    <a:cubicBezTo>
                      <a:pt x="1369322" y="39648"/>
                      <a:pt x="1403612" y="88225"/>
                      <a:pt x="1408375" y="145375"/>
                    </a:cubicBezTo>
                    <a:lnTo>
                      <a:pt x="1524580" y="1470303"/>
                    </a:lnTo>
                    <a:cubicBezTo>
                      <a:pt x="1529342" y="1527453"/>
                      <a:pt x="1504577" y="1581745"/>
                      <a:pt x="1456952" y="1615083"/>
                    </a:cubicBezTo>
                    <a:cubicBezTo>
                      <a:pt x="1429330" y="1634133"/>
                      <a:pt x="1397897" y="1644610"/>
                      <a:pt x="1365512" y="1644610"/>
                    </a:cubicBezTo>
                    <a:close/>
                    <a:moveTo>
                      <a:pt x="1249307" y="4405"/>
                    </a:moveTo>
                    <a:cubicBezTo>
                      <a:pt x="1218827" y="4405"/>
                      <a:pt x="1187395" y="13930"/>
                      <a:pt x="1160725" y="32980"/>
                    </a:cubicBezTo>
                    <a:lnTo>
                      <a:pt x="71065" y="795933"/>
                    </a:lnTo>
                    <a:cubicBezTo>
                      <a:pt x="25345" y="828318"/>
                      <a:pt x="580" y="880705"/>
                      <a:pt x="6295" y="935950"/>
                    </a:cubicBezTo>
                    <a:cubicBezTo>
                      <a:pt x="12010" y="991195"/>
                      <a:pt x="44395" y="1038820"/>
                      <a:pt x="94877" y="1062633"/>
                    </a:cubicBezTo>
                    <a:lnTo>
                      <a:pt x="1300742" y="1624608"/>
                    </a:lnTo>
                    <a:cubicBezTo>
                      <a:pt x="1351225" y="1648420"/>
                      <a:pt x="1408375" y="1642705"/>
                      <a:pt x="1454095" y="1611273"/>
                    </a:cubicBezTo>
                    <a:cubicBezTo>
                      <a:pt x="1499815" y="1578888"/>
                      <a:pt x="1524580" y="1527453"/>
                      <a:pt x="1518865" y="1471255"/>
                    </a:cubicBezTo>
                    <a:lnTo>
                      <a:pt x="1403612" y="145375"/>
                    </a:lnTo>
                    <a:cubicBezTo>
                      <a:pt x="1398850" y="90130"/>
                      <a:pt x="1365512" y="42505"/>
                      <a:pt x="1315030" y="18693"/>
                    </a:cubicBezTo>
                    <a:cubicBezTo>
                      <a:pt x="1294075" y="9168"/>
                      <a:pt x="1271215" y="4405"/>
                      <a:pt x="1249307" y="4405"/>
                    </a:cubicBezTo>
                    <a:close/>
                  </a:path>
                </a:pathLst>
              </a:custGeom>
              <a:grpFill/>
              <a:ln w="9525" cap="flat">
                <a:noFill/>
                <a:prstDash val="solid"/>
                <a:miter/>
              </a:ln>
            </p:spPr>
            <p:txBody>
              <a:bodyPr rtlCol="0" anchor="ctr"/>
              <a:lstStyle/>
              <a:p>
                <a:endParaRPr lang="en-US" sz="1730" dirty="0"/>
              </a:p>
            </p:txBody>
          </p:sp>
          <p:sp>
            <p:nvSpPr>
              <p:cNvPr id="105" name="Freeform: Shape 104">
                <a:extLst>
                  <a:ext uri="{FF2B5EF4-FFF2-40B4-BE49-F238E27FC236}">
                    <a16:creationId xmlns:a16="http://schemas.microsoft.com/office/drawing/2014/main" id="{739A59D7-86F2-4BCF-BEF7-B7060C9A72C3}"/>
                  </a:ext>
                </a:extLst>
              </p:cNvPr>
              <p:cNvSpPr/>
              <p:nvPr/>
            </p:nvSpPr>
            <p:spPr>
              <a:xfrm>
                <a:off x="5498775" y="2833512"/>
                <a:ext cx="1599894" cy="1610534"/>
              </a:xfrm>
              <a:custGeom>
                <a:avLst/>
                <a:gdLst>
                  <a:gd name="connsiteX0" fmla="*/ 1116654 w 1599894"/>
                  <a:gd name="connsiteY0" fmla="*/ 1610535 h 1610534"/>
                  <a:gd name="connsiteX1" fmla="*/ 1006164 w 1599894"/>
                  <a:gd name="connsiteY1" fmla="*/ 1565767 h 1610534"/>
                  <a:gd name="connsiteX2" fmla="*/ 48901 w 1599894"/>
                  <a:gd name="connsiteY2" fmla="*/ 641842 h 1610534"/>
                  <a:gd name="connsiteX3" fmla="*/ 5086 w 1599894"/>
                  <a:gd name="connsiteY3" fmla="*/ 488490 h 1610534"/>
                  <a:gd name="connsiteX4" fmla="*/ 116529 w 1599894"/>
                  <a:gd name="connsiteY4" fmla="*/ 373237 h 1610534"/>
                  <a:gd name="connsiteX5" fmla="*/ 1395736 w 1599894"/>
                  <a:gd name="connsiteY5" fmla="*/ 6525 h 1610534"/>
                  <a:gd name="connsiteX6" fmla="*/ 1550994 w 1599894"/>
                  <a:gd name="connsiteY6" fmla="*/ 45577 h 1610534"/>
                  <a:gd name="connsiteX7" fmla="*/ 1594809 w 1599894"/>
                  <a:gd name="connsiteY7" fmla="*/ 198930 h 1610534"/>
                  <a:gd name="connsiteX8" fmla="*/ 1271911 w 1599894"/>
                  <a:gd name="connsiteY8" fmla="*/ 1488615 h 1610534"/>
                  <a:gd name="connsiteX9" fmla="*/ 1160469 w 1599894"/>
                  <a:gd name="connsiteY9" fmla="*/ 1603867 h 1610534"/>
                  <a:gd name="connsiteX10" fmla="*/ 1116654 w 1599894"/>
                  <a:gd name="connsiteY10" fmla="*/ 1610535 h 1610534"/>
                  <a:gd name="connsiteX11" fmla="*/ 1439551 w 1599894"/>
                  <a:gd name="connsiteY11" fmla="*/ 4620 h 1610534"/>
                  <a:gd name="connsiteX12" fmla="*/ 1396689 w 1599894"/>
                  <a:gd name="connsiteY12" fmla="*/ 10335 h 1610534"/>
                  <a:gd name="connsiteX13" fmla="*/ 117481 w 1599894"/>
                  <a:gd name="connsiteY13" fmla="*/ 378000 h 1610534"/>
                  <a:gd name="connsiteX14" fmla="*/ 9849 w 1599894"/>
                  <a:gd name="connsiteY14" fmla="*/ 489442 h 1610534"/>
                  <a:gd name="connsiteX15" fmla="*/ 52711 w 1599894"/>
                  <a:gd name="connsiteY15" fmla="*/ 638033 h 1610534"/>
                  <a:gd name="connsiteX16" fmla="*/ 1009974 w 1599894"/>
                  <a:gd name="connsiteY16" fmla="*/ 1561958 h 1610534"/>
                  <a:gd name="connsiteX17" fmla="*/ 1159516 w 1599894"/>
                  <a:gd name="connsiteY17" fmla="*/ 1599105 h 1610534"/>
                  <a:gd name="connsiteX18" fmla="*/ 1267149 w 1599894"/>
                  <a:gd name="connsiteY18" fmla="*/ 1487663 h 1610534"/>
                  <a:gd name="connsiteX19" fmla="*/ 1589094 w 1599894"/>
                  <a:gd name="connsiteY19" fmla="*/ 197025 h 1610534"/>
                  <a:gd name="connsiteX20" fmla="*/ 1546231 w 1599894"/>
                  <a:gd name="connsiteY20" fmla="*/ 48435 h 1610534"/>
                  <a:gd name="connsiteX21" fmla="*/ 1439551 w 1599894"/>
                  <a:gd name="connsiteY21" fmla="*/ 4620 h 1610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99894" h="1610534">
                    <a:moveTo>
                      <a:pt x="1116654" y="1610535"/>
                    </a:moveTo>
                    <a:cubicBezTo>
                      <a:pt x="1075696" y="1610535"/>
                      <a:pt x="1036644" y="1595295"/>
                      <a:pt x="1006164" y="1565767"/>
                    </a:cubicBezTo>
                    <a:lnTo>
                      <a:pt x="48901" y="641842"/>
                    </a:lnTo>
                    <a:cubicBezTo>
                      <a:pt x="6991" y="601837"/>
                      <a:pt x="-9201" y="544687"/>
                      <a:pt x="5086" y="488490"/>
                    </a:cubicBezTo>
                    <a:cubicBezTo>
                      <a:pt x="19374" y="432292"/>
                      <a:pt x="60331" y="389430"/>
                      <a:pt x="116529" y="373237"/>
                    </a:cubicBezTo>
                    <a:lnTo>
                      <a:pt x="1395736" y="6525"/>
                    </a:lnTo>
                    <a:cubicBezTo>
                      <a:pt x="1450981" y="-9668"/>
                      <a:pt x="1509084" y="4620"/>
                      <a:pt x="1550994" y="45577"/>
                    </a:cubicBezTo>
                    <a:cubicBezTo>
                      <a:pt x="1592904" y="85582"/>
                      <a:pt x="1609096" y="142732"/>
                      <a:pt x="1594809" y="198930"/>
                    </a:cubicBezTo>
                    <a:lnTo>
                      <a:pt x="1271911" y="1488615"/>
                    </a:lnTo>
                    <a:cubicBezTo>
                      <a:pt x="1257624" y="1544813"/>
                      <a:pt x="1216666" y="1587675"/>
                      <a:pt x="1160469" y="1603867"/>
                    </a:cubicBezTo>
                    <a:cubicBezTo>
                      <a:pt x="1146181" y="1607678"/>
                      <a:pt x="1130941" y="1610535"/>
                      <a:pt x="1116654" y="1610535"/>
                    </a:cubicBezTo>
                    <a:close/>
                    <a:moveTo>
                      <a:pt x="1439551" y="4620"/>
                    </a:moveTo>
                    <a:cubicBezTo>
                      <a:pt x="1425264" y="4620"/>
                      <a:pt x="1410976" y="6525"/>
                      <a:pt x="1396689" y="10335"/>
                    </a:cubicBezTo>
                    <a:lnTo>
                      <a:pt x="117481" y="378000"/>
                    </a:lnTo>
                    <a:cubicBezTo>
                      <a:pt x="64141" y="393240"/>
                      <a:pt x="24136" y="435150"/>
                      <a:pt x="9849" y="489442"/>
                    </a:cubicBezTo>
                    <a:cubicBezTo>
                      <a:pt x="-3487" y="543735"/>
                      <a:pt x="12706" y="598980"/>
                      <a:pt x="52711" y="638033"/>
                    </a:cubicBezTo>
                    <a:lnTo>
                      <a:pt x="1009974" y="1561958"/>
                    </a:lnTo>
                    <a:cubicBezTo>
                      <a:pt x="1049979" y="1601010"/>
                      <a:pt x="1106176" y="1614345"/>
                      <a:pt x="1159516" y="1599105"/>
                    </a:cubicBezTo>
                    <a:cubicBezTo>
                      <a:pt x="1212856" y="1583865"/>
                      <a:pt x="1252861" y="1541955"/>
                      <a:pt x="1267149" y="1487663"/>
                    </a:cubicBezTo>
                    <a:lnTo>
                      <a:pt x="1589094" y="197025"/>
                    </a:lnTo>
                    <a:cubicBezTo>
                      <a:pt x="1602429" y="142732"/>
                      <a:pt x="1586236" y="87487"/>
                      <a:pt x="1546231" y="48435"/>
                    </a:cubicBezTo>
                    <a:cubicBezTo>
                      <a:pt x="1516704" y="19860"/>
                      <a:pt x="1478604" y="4620"/>
                      <a:pt x="1439551" y="4620"/>
                    </a:cubicBezTo>
                    <a:close/>
                  </a:path>
                </a:pathLst>
              </a:custGeom>
              <a:grpFill/>
              <a:ln w="9525" cap="flat">
                <a:noFill/>
                <a:prstDash val="solid"/>
                <a:miter/>
              </a:ln>
            </p:spPr>
            <p:txBody>
              <a:bodyPr rtlCol="0" anchor="ctr"/>
              <a:lstStyle/>
              <a:p>
                <a:endParaRPr lang="en-US" sz="1730" dirty="0"/>
              </a:p>
            </p:txBody>
          </p:sp>
          <p:sp>
            <p:nvSpPr>
              <p:cNvPr id="106" name="Freeform: Shape 105">
                <a:extLst>
                  <a:ext uri="{FF2B5EF4-FFF2-40B4-BE49-F238E27FC236}">
                    <a16:creationId xmlns:a16="http://schemas.microsoft.com/office/drawing/2014/main" id="{C2E3994B-7814-4585-AD44-160A32334B2C}"/>
                  </a:ext>
                </a:extLst>
              </p:cNvPr>
              <p:cNvSpPr/>
              <p:nvPr/>
            </p:nvSpPr>
            <p:spPr>
              <a:xfrm>
                <a:off x="5574695" y="3024613"/>
                <a:ext cx="1649985" cy="1506110"/>
              </a:xfrm>
              <a:custGeom>
                <a:avLst/>
                <a:gdLst>
                  <a:gd name="connsiteX0" fmla="*/ 764509 w 1649985"/>
                  <a:gd name="connsiteY0" fmla="*/ 1506111 h 1506110"/>
                  <a:gd name="connsiteX1" fmla="*/ 755937 w 1649985"/>
                  <a:gd name="connsiteY1" fmla="*/ 1506111 h 1506110"/>
                  <a:gd name="connsiteX2" fmla="*/ 621634 w 1649985"/>
                  <a:gd name="connsiteY2" fmla="*/ 1419433 h 1506110"/>
                  <a:gd name="connsiteX3" fmla="*/ 17749 w 1649985"/>
                  <a:gd name="connsiteY3" fmla="*/ 232618 h 1506110"/>
                  <a:gd name="connsiteX4" fmla="*/ 26322 w 1649985"/>
                  <a:gd name="connsiteY4" fmla="*/ 72598 h 1506110"/>
                  <a:gd name="connsiteX5" fmla="*/ 169197 w 1649985"/>
                  <a:gd name="connsiteY5" fmla="*/ 208 h 1506110"/>
                  <a:gd name="connsiteX6" fmla="*/ 1497934 w 1649985"/>
                  <a:gd name="connsiteY6" fmla="*/ 69741 h 1506110"/>
                  <a:gd name="connsiteX7" fmla="*/ 1632237 w 1649985"/>
                  <a:gd name="connsiteY7" fmla="*/ 156418 h 1506110"/>
                  <a:gd name="connsiteX8" fmla="*/ 1623664 w 1649985"/>
                  <a:gd name="connsiteY8" fmla="*/ 316438 h 1506110"/>
                  <a:gd name="connsiteX9" fmla="*/ 898812 w 1649985"/>
                  <a:gd name="connsiteY9" fmla="*/ 1431816 h 1506110"/>
                  <a:gd name="connsiteX10" fmla="*/ 764509 w 1649985"/>
                  <a:gd name="connsiteY10" fmla="*/ 1506111 h 1506110"/>
                  <a:gd name="connsiteX11" fmla="*/ 22512 w 1649985"/>
                  <a:gd name="connsiteY11" fmla="*/ 230713 h 1506110"/>
                  <a:gd name="connsiteX12" fmla="*/ 626397 w 1649985"/>
                  <a:gd name="connsiteY12" fmla="*/ 1415623 h 1506110"/>
                  <a:gd name="connsiteX13" fmla="*/ 755937 w 1649985"/>
                  <a:gd name="connsiteY13" fmla="*/ 1499443 h 1506110"/>
                  <a:gd name="connsiteX14" fmla="*/ 893097 w 1649985"/>
                  <a:gd name="connsiteY14" fmla="*/ 1428958 h 1506110"/>
                  <a:gd name="connsiteX15" fmla="*/ 1617949 w 1649985"/>
                  <a:gd name="connsiteY15" fmla="*/ 313581 h 1506110"/>
                  <a:gd name="connsiteX16" fmla="*/ 1625569 w 1649985"/>
                  <a:gd name="connsiteY16" fmla="*/ 159276 h 1506110"/>
                  <a:gd name="connsiteX17" fmla="*/ 1496029 w 1649985"/>
                  <a:gd name="connsiteY17" fmla="*/ 75456 h 1506110"/>
                  <a:gd name="connsiteX18" fmla="*/ 168244 w 1649985"/>
                  <a:gd name="connsiteY18" fmla="*/ 5923 h 1506110"/>
                  <a:gd name="connsiteX19" fmla="*/ 31084 w 1649985"/>
                  <a:gd name="connsiteY19" fmla="*/ 76408 h 1506110"/>
                  <a:gd name="connsiteX20" fmla="*/ 22512 w 1649985"/>
                  <a:gd name="connsiteY20" fmla="*/ 230713 h 15061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649985" h="1506110">
                    <a:moveTo>
                      <a:pt x="764509" y="1506111"/>
                    </a:moveTo>
                    <a:cubicBezTo>
                      <a:pt x="761652" y="1506111"/>
                      <a:pt x="758794" y="1506111"/>
                      <a:pt x="755937" y="1506111"/>
                    </a:cubicBezTo>
                    <a:cubicBezTo>
                      <a:pt x="697834" y="1503253"/>
                      <a:pt x="648304" y="1470868"/>
                      <a:pt x="621634" y="1419433"/>
                    </a:cubicBezTo>
                    <a:lnTo>
                      <a:pt x="17749" y="232618"/>
                    </a:lnTo>
                    <a:cubicBezTo>
                      <a:pt x="-8921" y="181183"/>
                      <a:pt x="-5111" y="121176"/>
                      <a:pt x="26322" y="72598"/>
                    </a:cubicBezTo>
                    <a:cubicBezTo>
                      <a:pt x="57754" y="24021"/>
                      <a:pt x="111094" y="-2649"/>
                      <a:pt x="169197" y="208"/>
                    </a:cubicBezTo>
                    <a:lnTo>
                      <a:pt x="1497934" y="69741"/>
                    </a:lnTo>
                    <a:cubicBezTo>
                      <a:pt x="1556037" y="72598"/>
                      <a:pt x="1605567" y="104983"/>
                      <a:pt x="1632237" y="156418"/>
                    </a:cubicBezTo>
                    <a:cubicBezTo>
                      <a:pt x="1658907" y="207853"/>
                      <a:pt x="1655097" y="267861"/>
                      <a:pt x="1623664" y="316438"/>
                    </a:cubicBezTo>
                    <a:lnTo>
                      <a:pt x="898812" y="1431816"/>
                    </a:lnTo>
                    <a:cubicBezTo>
                      <a:pt x="868332" y="1478488"/>
                      <a:pt x="818802" y="1506111"/>
                      <a:pt x="764509" y="1506111"/>
                    </a:cubicBezTo>
                    <a:close/>
                    <a:moveTo>
                      <a:pt x="22512" y="230713"/>
                    </a:moveTo>
                    <a:lnTo>
                      <a:pt x="626397" y="1415623"/>
                    </a:lnTo>
                    <a:cubicBezTo>
                      <a:pt x="652114" y="1465153"/>
                      <a:pt x="699739" y="1496586"/>
                      <a:pt x="755937" y="1499443"/>
                    </a:cubicBezTo>
                    <a:cubicBezTo>
                      <a:pt x="812134" y="1502301"/>
                      <a:pt x="862617" y="1476583"/>
                      <a:pt x="893097" y="1428958"/>
                    </a:cubicBezTo>
                    <a:lnTo>
                      <a:pt x="1617949" y="313581"/>
                    </a:lnTo>
                    <a:cubicBezTo>
                      <a:pt x="1648429" y="266908"/>
                      <a:pt x="1651287" y="208806"/>
                      <a:pt x="1625569" y="159276"/>
                    </a:cubicBezTo>
                    <a:cubicBezTo>
                      <a:pt x="1599852" y="109746"/>
                      <a:pt x="1552227" y="78313"/>
                      <a:pt x="1496029" y="75456"/>
                    </a:cubicBezTo>
                    <a:lnTo>
                      <a:pt x="168244" y="5923"/>
                    </a:lnTo>
                    <a:cubicBezTo>
                      <a:pt x="112999" y="3066"/>
                      <a:pt x="61564" y="28783"/>
                      <a:pt x="31084" y="76408"/>
                    </a:cubicBezTo>
                    <a:cubicBezTo>
                      <a:pt x="604" y="123081"/>
                      <a:pt x="-3206" y="181183"/>
                      <a:pt x="22512" y="230713"/>
                    </a:cubicBezTo>
                    <a:close/>
                  </a:path>
                </a:pathLst>
              </a:custGeom>
              <a:grpFill/>
              <a:ln w="9525" cap="flat">
                <a:noFill/>
                <a:prstDash val="solid"/>
                <a:miter/>
              </a:ln>
            </p:spPr>
            <p:txBody>
              <a:bodyPr rtlCol="0" anchor="ctr"/>
              <a:lstStyle/>
              <a:p>
                <a:endParaRPr lang="en-US" sz="1730" dirty="0"/>
              </a:p>
            </p:txBody>
          </p:sp>
          <p:sp>
            <p:nvSpPr>
              <p:cNvPr id="107" name="Freeform: Shape 106">
                <a:extLst>
                  <a:ext uri="{FF2B5EF4-FFF2-40B4-BE49-F238E27FC236}">
                    <a16:creationId xmlns:a16="http://schemas.microsoft.com/office/drawing/2014/main" id="{826777C7-3EEB-4CF1-B850-DC31CFD2F801}"/>
                  </a:ext>
                </a:extLst>
              </p:cNvPr>
              <p:cNvSpPr/>
              <p:nvPr/>
            </p:nvSpPr>
            <p:spPr>
              <a:xfrm>
                <a:off x="5703352" y="2884241"/>
                <a:ext cx="1552692" cy="1637910"/>
              </a:xfrm>
              <a:custGeom>
                <a:avLst/>
                <a:gdLst>
                  <a:gd name="connsiteX0" fmla="*/ 345340 w 1552692"/>
                  <a:gd name="connsiteY0" fmla="*/ 1637910 h 1637910"/>
                  <a:gd name="connsiteX1" fmla="*/ 285332 w 1552692"/>
                  <a:gd name="connsiteY1" fmla="*/ 1626480 h 1637910"/>
                  <a:gd name="connsiteX2" fmla="*/ 187225 w 1552692"/>
                  <a:gd name="connsiteY2" fmla="*/ 1500750 h 1637910"/>
                  <a:gd name="connsiteX3" fmla="*/ 1487 w 1552692"/>
                  <a:gd name="connsiteY3" fmla="*/ 182490 h 1637910"/>
                  <a:gd name="connsiteX4" fmla="*/ 61495 w 1552692"/>
                  <a:gd name="connsiteY4" fmla="*/ 33900 h 1637910"/>
                  <a:gd name="connsiteX5" fmla="*/ 219610 w 1552692"/>
                  <a:gd name="connsiteY5" fmla="*/ 11993 h 1637910"/>
                  <a:gd name="connsiteX6" fmla="*/ 1453097 w 1552692"/>
                  <a:gd name="connsiteY6" fmla="*/ 510150 h 1637910"/>
                  <a:gd name="connsiteX7" fmla="*/ 1551205 w 1552692"/>
                  <a:gd name="connsiteY7" fmla="*/ 635880 h 1637910"/>
                  <a:gd name="connsiteX8" fmla="*/ 1491197 w 1552692"/>
                  <a:gd name="connsiteY8" fmla="*/ 784470 h 1637910"/>
                  <a:gd name="connsiteX9" fmla="*/ 442495 w 1552692"/>
                  <a:gd name="connsiteY9" fmla="*/ 1603620 h 1637910"/>
                  <a:gd name="connsiteX10" fmla="*/ 345340 w 1552692"/>
                  <a:gd name="connsiteY10" fmla="*/ 1637910 h 1637910"/>
                  <a:gd name="connsiteX11" fmla="*/ 7202 w 1552692"/>
                  <a:gd name="connsiteY11" fmla="*/ 182490 h 1637910"/>
                  <a:gd name="connsiteX12" fmla="*/ 191987 w 1552692"/>
                  <a:gd name="connsiteY12" fmla="*/ 1499798 h 1637910"/>
                  <a:gd name="connsiteX13" fmla="*/ 287237 w 1552692"/>
                  <a:gd name="connsiteY13" fmla="*/ 1621718 h 1637910"/>
                  <a:gd name="connsiteX14" fmla="*/ 439637 w 1552692"/>
                  <a:gd name="connsiteY14" fmla="*/ 1599810 h 1637910"/>
                  <a:gd name="connsiteX15" fmla="*/ 1488340 w 1552692"/>
                  <a:gd name="connsiteY15" fmla="*/ 780660 h 1637910"/>
                  <a:gd name="connsiteX16" fmla="*/ 1546442 w 1552692"/>
                  <a:gd name="connsiteY16" fmla="*/ 637785 h 1637910"/>
                  <a:gd name="connsiteX17" fmla="*/ 1451192 w 1552692"/>
                  <a:gd name="connsiteY17" fmla="*/ 515865 h 1637910"/>
                  <a:gd name="connsiteX18" fmla="*/ 217705 w 1552692"/>
                  <a:gd name="connsiteY18" fmla="*/ 17708 h 1637910"/>
                  <a:gd name="connsiteX19" fmla="*/ 65305 w 1552692"/>
                  <a:gd name="connsiteY19" fmla="*/ 39615 h 1637910"/>
                  <a:gd name="connsiteX20" fmla="*/ 7202 w 1552692"/>
                  <a:gd name="connsiteY20" fmla="*/ 182490 h 1637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552692" h="1637910">
                    <a:moveTo>
                      <a:pt x="345340" y="1637910"/>
                    </a:moveTo>
                    <a:cubicBezTo>
                      <a:pt x="325337" y="1637910"/>
                      <a:pt x="304382" y="1634100"/>
                      <a:pt x="285332" y="1626480"/>
                    </a:cubicBezTo>
                    <a:cubicBezTo>
                      <a:pt x="231992" y="1604573"/>
                      <a:pt x="194845" y="1557900"/>
                      <a:pt x="187225" y="1500750"/>
                    </a:cubicBezTo>
                    <a:lnTo>
                      <a:pt x="1487" y="182490"/>
                    </a:lnTo>
                    <a:cubicBezTo>
                      <a:pt x="-6133" y="125340"/>
                      <a:pt x="15775" y="70095"/>
                      <a:pt x="61495" y="33900"/>
                    </a:cubicBezTo>
                    <a:cubicBezTo>
                      <a:pt x="107215" y="-1342"/>
                      <a:pt x="166270" y="-9915"/>
                      <a:pt x="219610" y="11993"/>
                    </a:cubicBezTo>
                    <a:lnTo>
                      <a:pt x="1453097" y="510150"/>
                    </a:lnTo>
                    <a:cubicBezTo>
                      <a:pt x="1506437" y="532058"/>
                      <a:pt x="1543585" y="578730"/>
                      <a:pt x="1551205" y="635880"/>
                    </a:cubicBezTo>
                    <a:cubicBezTo>
                      <a:pt x="1558825" y="693030"/>
                      <a:pt x="1536917" y="748275"/>
                      <a:pt x="1491197" y="784470"/>
                    </a:cubicBezTo>
                    <a:lnTo>
                      <a:pt x="442495" y="1603620"/>
                    </a:lnTo>
                    <a:cubicBezTo>
                      <a:pt x="414872" y="1626480"/>
                      <a:pt x="380582" y="1637910"/>
                      <a:pt x="345340" y="1637910"/>
                    </a:cubicBezTo>
                    <a:close/>
                    <a:moveTo>
                      <a:pt x="7202" y="182490"/>
                    </a:moveTo>
                    <a:lnTo>
                      <a:pt x="191987" y="1499798"/>
                    </a:lnTo>
                    <a:cubicBezTo>
                      <a:pt x="199607" y="1555043"/>
                      <a:pt x="234850" y="1600763"/>
                      <a:pt x="287237" y="1621718"/>
                    </a:cubicBezTo>
                    <a:cubicBezTo>
                      <a:pt x="338672" y="1642673"/>
                      <a:pt x="395822" y="1635053"/>
                      <a:pt x="439637" y="1599810"/>
                    </a:cubicBezTo>
                    <a:lnTo>
                      <a:pt x="1488340" y="780660"/>
                    </a:lnTo>
                    <a:cubicBezTo>
                      <a:pt x="1532155" y="746370"/>
                      <a:pt x="1554062" y="693030"/>
                      <a:pt x="1546442" y="637785"/>
                    </a:cubicBezTo>
                    <a:cubicBezTo>
                      <a:pt x="1538822" y="582540"/>
                      <a:pt x="1503580" y="536820"/>
                      <a:pt x="1451192" y="515865"/>
                    </a:cubicBezTo>
                    <a:lnTo>
                      <a:pt x="217705" y="17708"/>
                    </a:lnTo>
                    <a:cubicBezTo>
                      <a:pt x="166270" y="-3247"/>
                      <a:pt x="109120" y="4373"/>
                      <a:pt x="65305" y="39615"/>
                    </a:cubicBezTo>
                    <a:cubicBezTo>
                      <a:pt x="20537" y="72953"/>
                      <a:pt x="-418" y="127245"/>
                      <a:pt x="7202" y="182490"/>
                    </a:cubicBezTo>
                    <a:close/>
                  </a:path>
                </a:pathLst>
              </a:custGeom>
              <a:grpFill/>
              <a:ln w="9525" cap="flat">
                <a:noFill/>
                <a:prstDash val="solid"/>
                <a:miter/>
              </a:ln>
            </p:spPr>
            <p:txBody>
              <a:bodyPr rtlCol="0" anchor="ctr"/>
              <a:lstStyle/>
              <a:p>
                <a:endParaRPr lang="en-US" sz="1730" dirty="0"/>
              </a:p>
            </p:txBody>
          </p:sp>
          <p:sp>
            <p:nvSpPr>
              <p:cNvPr id="108" name="Freeform: Shape 107">
                <a:extLst>
                  <a:ext uri="{FF2B5EF4-FFF2-40B4-BE49-F238E27FC236}">
                    <a16:creationId xmlns:a16="http://schemas.microsoft.com/office/drawing/2014/main" id="{CCB3916C-4D4E-4540-BF42-7968E93D4B85}"/>
                  </a:ext>
                </a:extLst>
              </p:cNvPr>
              <p:cNvSpPr/>
              <p:nvPr/>
            </p:nvSpPr>
            <p:spPr>
              <a:xfrm>
                <a:off x="5617251" y="2793839"/>
                <a:ext cx="1577256" cy="1626394"/>
              </a:xfrm>
              <a:custGeom>
                <a:avLst/>
                <a:gdLst>
                  <a:gd name="connsiteX0" fmla="*/ 159026 w 1577256"/>
                  <a:gd name="connsiteY0" fmla="*/ 1626395 h 1626394"/>
                  <a:gd name="connsiteX1" fmla="*/ 55203 w 1577256"/>
                  <a:gd name="connsiteY1" fmla="*/ 1587342 h 1626394"/>
                  <a:gd name="connsiteX2" fmla="*/ 2816 w 1577256"/>
                  <a:gd name="connsiteY2" fmla="*/ 1435895 h 1626394"/>
                  <a:gd name="connsiteX3" fmla="*/ 256181 w 1577256"/>
                  <a:gd name="connsiteY3" fmla="*/ 130017 h 1626394"/>
                  <a:gd name="connsiteX4" fmla="*/ 360956 w 1577256"/>
                  <a:gd name="connsiteY4" fmla="*/ 9050 h 1626394"/>
                  <a:gd name="connsiteX5" fmla="*/ 518118 w 1577256"/>
                  <a:gd name="connsiteY5" fmla="*/ 39530 h 1626394"/>
                  <a:gd name="connsiteX6" fmla="*/ 1522053 w 1577256"/>
                  <a:gd name="connsiteY6" fmla="*/ 912019 h 1626394"/>
                  <a:gd name="connsiteX7" fmla="*/ 1574441 w 1577256"/>
                  <a:gd name="connsiteY7" fmla="*/ 1063467 h 1626394"/>
                  <a:gd name="connsiteX8" fmla="*/ 1469666 w 1577256"/>
                  <a:gd name="connsiteY8" fmla="*/ 1184435 h 1626394"/>
                  <a:gd name="connsiteX9" fmla="*/ 211413 w 1577256"/>
                  <a:gd name="connsiteY9" fmla="*/ 1616870 h 1626394"/>
                  <a:gd name="connsiteX10" fmla="*/ 159026 w 1577256"/>
                  <a:gd name="connsiteY10" fmla="*/ 1626395 h 1626394"/>
                  <a:gd name="connsiteX11" fmla="*/ 259038 w 1577256"/>
                  <a:gd name="connsiteY11" fmla="*/ 130017 h 1626394"/>
                  <a:gd name="connsiteX12" fmla="*/ 261896 w 1577256"/>
                  <a:gd name="connsiteY12" fmla="*/ 130970 h 1626394"/>
                  <a:gd name="connsiteX13" fmla="*/ 7578 w 1577256"/>
                  <a:gd name="connsiteY13" fmla="*/ 1436847 h 1626394"/>
                  <a:gd name="connsiteX14" fmla="*/ 58061 w 1577256"/>
                  <a:gd name="connsiteY14" fmla="*/ 1582580 h 1626394"/>
                  <a:gd name="connsiteX15" fmla="*/ 209508 w 1577256"/>
                  <a:gd name="connsiteY15" fmla="*/ 1612107 h 1626394"/>
                  <a:gd name="connsiteX16" fmla="*/ 1467761 w 1577256"/>
                  <a:gd name="connsiteY16" fmla="*/ 1178720 h 1626394"/>
                  <a:gd name="connsiteX17" fmla="*/ 1568726 w 1577256"/>
                  <a:gd name="connsiteY17" fmla="*/ 1062515 h 1626394"/>
                  <a:gd name="connsiteX18" fmla="*/ 1518243 w 1577256"/>
                  <a:gd name="connsiteY18" fmla="*/ 916782 h 1626394"/>
                  <a:gd name="connsiteX19" fmla="*/ 514308 w 1577256"/>
                  <a:gd name="connsiteY19" fmla="*/ 43340 h 1626394"/>
                  <a:gd name="connsiteX20" fmla="*/ 362861 w 1577256"/>
                  <a:gd name="connsiteY20" fmla="*/ 13812 h 1626394"/>
                  <a:gd name="connsiteX21" fmla="*/ 261896 w 1577256"/>
                  <a:gd name="connsiteY21" fmla="*/ 130017 h 1626394"/>
                  <a:gd name="connsiteX22" fmla="*/ 259038 w 1577256"/>
                  <a:gd name="connsiteY22" fmla="*/ 130017 h 1626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577256" h="1626394">
                    <a:moveTo>
                      <a:pt x="159026" y="1626395"/>
                    </a:moveTo>
                    <a:cubicBezTo>
                      <a:pt x="120926" y="1626395"/>
                      <a:pt x="84731" y="1613060"/>
                      <a:pt x="55203" y="1587342"/>
                    </a:cubicBezTo>
                    <a:cubicBezTo>
                      <a:pt x="11388" y="1549242"/>
                      <a:pt x="-7662" y="1493045"/>
                      <a:pt x="2816" y="1435895"/>
                    </a:cubicBezTo>
                    <a:lnTo>
                      <a:pt x="256181" y="130017"/>
                    </a:lnTo>
                    <a:cubicBezTo>
                      <a:pt x="267611" y="72867"/>
                      <a:pt x="306663" y="28100"/>
                      <a:pt x="360956" y="9050"/>
                    </a:cubicBezTo>
                    <a:cubicBezTo>
                      <a:pt x="415248" y="-10000"/>
                      <a:pt x="474303" y="1430"/>
                      <a:pt x="518118" y="39530"/>
                    </a:cubicBezTo>
                    <a:lnTo>
                      <a:pt x="1522053" y="912019"/>
                    </a:lnTo>
                    <a:cubicBezTo>
                      <a:pt x="1565868" y="950119"/>
                      <a:pt x="1584918" y="1006317"/>
                      <a:pt x="1574441" y="1063467"/>
                    </a:cubicBezTo>
                    <a:cubicBezTo>
                      <a:pt x="1563011" y="1120617"/>
                      <a:pt x="1523958" y="1165385"/>
                      <a:pt x="1469666" y="1184435"/>
                    </a:cubicBezTo>
                    <a:lnTo>
                      <a:pt x="211413" y="1616870"/>
                    </a:lnTo>
                    <a:cubicBezTo>
                      <a:pt x="194268" y="1623537"/>
                      <a:pt x="176171" y="1626395"/>
                      <a:pt x="159026" y="1626395"/>
                    </a:cubicBezTo>
                    <a:close/>
                    <a:moveTo>
                      <a:pt x="259038" y="130017"/>
                    </a:moveTo>
                    <a:lnTo>
                      <a:pt x="261896" y="130970"/>
                    </a:lnTo>
                    <a:lnTo>
                      <a:pt x="7578" y="1436847"/>
                    </a:lnTo>
                    <a:cubicBezTo>
                      <a:pt x="-2899" y="1492092"/>
                      <a:pt x="16151" y="1546385"/>
                      <a:pt x="58061" y="1582580"/>
                    </a:cubicBezTo>
                    <a:cubicBezTo>
                      <a:pt x="99971" y="1618775"/>
                      <a:pt x="157121" y="1630205"/>
                      <a:pt x="209508" y="1612107"/>
                    </a:cubicBezTo>
                    <a:lnTo>
                      <a:pt x="1467761" y="1178720"/>
                    </a:lnTo>
                    <a:cubicBezTo>
                      <a:pt x="1520148" y="1160622"/>
                      <a:pt x="1558248" y="1116807"/>
                      <a:pt x="1568726" y="1062515"/>
                    </a:cubicBezTo>
                    <a:cubicBezTo>
                      <a:pt x="1579203" y="1007269"/>
                      <a:pt x="1560153" y="952977"/>
                      <a:pt x="1518243" y="916782"/>
                    </a:cubicBezTo>
                    <a:lnTo>
                      <a:pt x="514308" y="43340"/>
                    </a:lnTo>
                    <a:cubicBezTo>
                      <a:pt x="472398" y="7145"/>
                      <a:pt x="415248" y="-4285"/>
                      <a:pt x="362861" y="13812"/>
                    </a:cubicBezTo>
                    <a:cubicBezTo>
                      <a:pt x="310473" y="31910"/>
                      <a:pt x="272373" y="75725"/>
                      <a:pt x="261896" y="130017"/>
                    </a:cubicBezTo>
                    <a:lnTo>
                      <a:pt x="259038" y="130017"/>
                    </a:lnTo>
                    <a:close/>
                  </a:path>
                </a:pathLst>
              </a:custGeom>
              <a:grpFill/>
              <a:ln w="9525" cap="flat">
                <a:noFill/>
                <a:prstDash val="solid"/>
                <a:miter/>
              </a:ln>
            </p:spPr>
            <p:txBody>
              <a:bodyPr rtlCol="0" anchor="ctr"/>
              <a:lstStyle/>
              <a:p>
                <a:endParaRPr lang="en-US" sz="1730" dirty="0"/>
              </a:p>
            </p:txBody>
          </p:sp>
          <p:sp>
            <p:nvSpPr>
              <p:cNvPr id="109" name="Freeform: Shape 108">
                <a:extLst>
                  <a:ext uri="{FF2B5EF4-FFF2-40B4-BE49-F238E27FC236}">
                    <a16:creationId xmlns:a16="http://schemas.microsoft.com/office/drawing/2014/main" id="{BAF782B1-34DD-411F-ACEE-380A2E8A1395}"/>
                  </a:ext>
                </a:extLst>
              </p:cNvPr>
              <p:cNvSpPr/>
              <p:nvPr/>
            </p:nvSpPr>
            <p:spPr>
              <a:xfrm>
                <a:off x="5392895" y="2761931"/>
                <a:ext cx="1648777" cy="1472564"/>
              </a:xfrm>
              <a:custGeom>
                <a:avLst/>
                <a:gdLst>
                  <a:gd name="connsiteX0" fmla="*/ 1490186 w 1648777"/>
                  <a:gd name="connsiteY0" fmla="*/ 1472565 h 1472564"/>
                  <a:gd name="connsiteX1" fmla="*/ 159544 w 1648777"/>
                  <a:gd name="connsiteY1" fmla="*/ 1472565 h 1472564"/>
                  <a:gd name="connsiteX2" fmla="*/ 21431 w 1648777"/>
                  <a:gd name="connsiteY2" fmla="*/ 1392555 h 1472564"/>
                  <a:gd name="connsiteX3" fmla="*/ 21431 w 1648777"/>
                  <a:gd name="connsiteY3" fmla="*/ 1232535 h 1472564"/>
                  <a:gd name="connsiteX4" fmla="*/ 686276 w 1648777"/>
                  <a:gd name="connsiteY4" fmla="*/ 80010 h 1472564"/>
                  <a:gd name="connsiteX5" fmla="*/ 824389 w 1648777"/>
                  <a:gd name="connsiteY5" fmla="*/ 0 h 1472564"/>
                  <a:gd name="connsiteX6" fmla="*/ 824389 w 1648777"/>
                  <a:gd name="connsiteY6" fmla="*/ 0 h 1472564"/>
                  <a:gd name="connsiteX7" fmla="*/ 962501 w 1648777"/>
                  <a:gd name="connsiteY7" fmla="*/ 80010 h 1472564"/>
                  <a:gd name="connsiteX8" fmla="*/ 1627346 w 1648777"/>
                  <a:gd name="connsiteY8" fmla="*/ 1232535 h 1472564"/>
                  <a:gd name="connsiteX9" fmla="*/ 1627346 w 1648777"/>
                  <a:gd name="connsiteY9" fmla="*/ 1392555 h 1472564"/>
                  <a:gd name="connsiteX10" fmla="*/ 1490186 w 1648777"/>
                  <a:gd name="connsiteY10" fmla="*/ 1472565 h 1472564"/>
                  <a:gd name="connsiteX11" fmla="*/ 691039 w 1648777"/>
                  <a:gd name="connsiteY11" fmla="*/ 83820 h 1472564"/>
                  <a:gd name="connsiteX12" fmla="*/ 26194 w 1648777"/>
                  <a:gd name="connsiteY12" fmla="*/ 1236345 h 1472564"/>
                  <a:gd name="connsiteX13" fmla="*/ 26194 w 1648777"/>
                  <a:gd name="connsiteY13" fmla="*/ 1390650 h 1472564"/>
                  <a:gd name="connsiteX14" fmla="*/ 159544 w 1648777"/>
                  <a:gd name="connsiteY14" fmla="*/ 1467803 h 1472564"/>
                  <a:gd name="connsiteX15" fmla="*/ 1490186 w 1648777"/>
                  <a:gd name="connsiteY15" fmla="*/ 1467803 h 1472564"/>
                  <a:gd name="connsiteX16" fmla="*/ 1623536 w 1648777"/>
                  <a:gd name="connsiteY16" fmla="*/ 1390650 h 1472564"/>
                  <a:gd name="connsiteX17" fmla="*/ 1623536 w 1648777"/>
                  <a:gd name="connsiteY17" fmla="*/ 1236345 h 1472564"/>
                  <a:gd name="connsiteX18" fmla="*/ 958691 w 1648777"/>
                  <a:gd name="connsiteY18" fmla="*/ 83820 h 1472564"/>
                  <a:gd name="connsiteX19" fmla="*/ 825341 w 1648777"/>
                  <a:gd name="connsiteY19" fmla="*/ 6668 h 1472564"/>
                  <a:gd name="connsiteX20" fmla="*/ 691039 w 1648777"/>
                  <a:gd name="connsiteY20" fmla="*/ 83820 h 1472564"/>
                  <a:gd name="connsiteX21" fmla="*/ 691039 w 1648777"/>
                  <a:gd name="connsiteY21" fmla="*/ 83820 h 14725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8777" h="1472564">
                    <a:moveTo>
                      <a:pt x="1490186" y="1472565"/>
                    </a:moveTo>
                    <a:lnTo>
                      <a:pt x="159544" y="1472565"/>
                    </a:lnTo>
                    <a:cubicBezTo>
                      <a:pt x="101441" y="1472565"/>
                      <a:pt x="50006" y="1443038"/>
                      <a:pt x="21431" y="1392555"/>
                    </a:cubicBezTo>
                    <a:cubicBezTo>
                      <a:pt x="-7144" y="1342073"/>
                      <a:pt x="-7144" y="1283018"/>
                      <a:pt x="21431" y="1232535"/>
                    </a:cubicBezTo>
                    <a:lnTo>
                      <a:pt x="686276" y="80010"/>
                    </a:lnTo>
                    <a:cubicBezTo>
                      <a:pt x="714851" y="29528"/>
                      <a:pt x="767239" y="0"/>
                      <a:pt x="824389" y="0"/>
                    </a:cubicBezTo>
                    <a:cubicBezTo>
                      <a:pt x="824389" y="0"/>
                      <a:pt x="824389" y="0"/>
                      <a:pt x="824389" y="0"/>
                    </a:cubicBezTo>
                    <a:cubicBezTo>
                      <a:pt x="882491" y="0"/>
                      <a:pt x="933926" y="29528"/>
                      <a:pt x="962501" y="80010"/>
                    </a:cubicBezTo>
                    <a:lnTo>
                      <a:pt x="1627346" y="1232535"/>
                    </a:lnTo>
                    <a:cubicBezTo>
                      <a:pt x="1655921" y="1283018"/>
                      <a:pt x="1655921" y="1342073"/>
                      <a:pt x="1627346" y="1392555"/>
                    </a:cubicBezTo>
                    <a:cubicBezTo>
                      <a:pt x="1599724" y="1443038"/>
                      <a:pt x="1548289" y="1472565"/>
                      <a:pt x="1490186" y="1472565"/>
                    </a:cubicBezTo>
                    <a:close/>
                    <a:moveTo>
                      <a:pt x="691039" y="83820"/>
                    </a:moveTo>
                    <a:lnTo>
                      <a:pt x="26194" y="1236345"/>
                    </a:lnTo>
                    <a:cubicBezTo>
                      <a:pt x="-1429" y="1284923"/>
                      <a:pt x="-1429" y="1342073"/>
                      <a:pt x="26194" y="1390650"/>
                    </a:cubicBezTo>
                    <a:cubicBezTo>
                      <a:pt x="53816" y="1439228"/>
                      <a:pt x="104299" y="1467803"/>
                      <a:pt x="159544" y="1467803"/>
                    </a:cubicBezTo>
                    <a:lnTo>
                      <a:pt x="1490186" y="1467803"/>
                    </a:lnTo>
                    <a:cubicBezTo>
                      <a:pt x="1546384" y="1467803"/>
                      <a:pt x="1595914" y="1439228"/>
                      <a:pt x="1623536" y="1390650"/>
                    </a:cubicBezTo>
                    <a:cubicBezTo>
                      <a:pt x="1651159" y="1342073"/>
                      <a:pt x="1651159" y="1284923"/>
                      <a:pt x="1623536" y="1236345"/>
                    </a:cubicBezTo>
                    <a:lnTo>
                      <a:pt x="958691" y="83820"/>
                    </a:lnTo>
                    <a:cubicBezTo>
                      <a:pt x="931069" y="35243"/>
                      <a:pt x="880586" y="6668"/>
                      <a:pt x="825341" y="6668"/>
                    </a:cubicBezTo>
                    <a:cubicBezTo>
                      <a:pt x="769144" y="6668"/>
                      <a:pt x="719614" y="35243"/>
                      <a:pt x="691039" y="83820"/>
                    </a:cubicBezTo>
                    <a:lnTo>
                      <a:pt x="691039" y="83820"/>
                    </a:lnTo>
                    <a:close/>
                  </a:path>
                </a:pathLst>
              </a:custGeom>
              <a:grpFill/>
              <a:ln w="9525" cap="flat">
                <a:noFill/>
                <a:prstDash val="solid"/>
                <a:miter/>
              </a:ln>
            </p:spPr>
            <p:txBody>
              <a:bodyPr rtlCol="0" anchor="ctr"/>
              <a:lstStyle/>
              <a:p>
                <a:endParaRPr lang="en-US" sz="1730" dirty="0"/>
              </a:p>
            </p:txBody>
          </p:sp>
        </p:grpSp>
        <p:sp>
          <p:nvSpPr>
            <p:cNvPr id="77" name="Oval 76">
              <a:extLst>
                <a:ext uri="{FF2B5EF4-FFF2-40B4-BE49-F238E27FC236}">
                  <a16:creationId xmlns:a16="http://schemas.microsoft.com/office/drawing/2014/main" id="{01240E3E-0DE6-4755-B480-DEA420BF6113}"/>
                </a:ext>
              </a:extLst>
            </p:cNvPr>
            <p:cNvSpPr/>
            <p:nvPr userDrawn="1"/>
          </p:nvSpPr>
          <p:spPr bwMode="auto">
            <a:xfrm>
              <a:off x="7282905" y="3548967"/>
              <a:ext cx="124272" cy="124290"/>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a:gradFill>
                  <a:gsLst>
                    <a:gs pos="0">
                      <a:srgbClr val="FFFFFF"/>
                    </a:gs>
                    <a:gs pos="100000">
                      <a:srgbClr val="FFFFFF"/>
                    </a:gs>
                  </a:gsLst>
                  <a:lin ang="5400000" scaled="0"/>
                </a:gradFill>
                <a:ea typeface="Segoe UI" pitchFamily="34" charset="0"/>
                <a:cs typeface="Segoe UI" pitchFamily="34" charset="0"/>
              </a:endParaRPr>
            </a:p>
          </p:txBody>
        </p:sp>
        <p:sp>
          <p:nvSpPr>
            <p:cNvPr id="78" name="Oval 77">
              <a:extLst>
                <a:ext uri="{FF2B5EF4-FFF2-40B4-BE49-F238E27FC236}">
                  <a16:creationId xmlns:a16="http://schemas.microsoft.com/office/drawing/2014/main" id="{407152BD-D802-4F23-AF13-F46B42B78230}"/>
                </a:ext>
              </a:extLst>
            </p:cNvPr>
            <p:cNvSpPr/>
            <p:nvPr userDrawn="1"/>
          </p:nvSpPr>
          <p:spPr bwMode="auto">
            <a:xfrm>
              <a:off x="10896617" y="2909240"/>
              <a:ext cx="124272" cy="124290"/>
            </a:xfrm>
            <a:prstGeom prst="ellipse">
              <a:avLst/>
            </a:prstGeom>
            <a:solidFill>
              <a:schemeClr val="accent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a:gradFill>
                  <a:gsLst>
                    <a:gs pos="0">
                      <a:srgbClr val="FFFFFF"/>
                    </a:gs>
                    <a:gs pos="100000">
                      <a:srgbClr val="FFFFFF"/>
                    </a:gs>
                  </a:gsLst>
                  <a:lin ang="5400000" scaled="0"/>
                </a:gradFill>
                <a:ea typeface="Segoe UI" pitchFamily="34" charset="0"/>
                <a:cs typeface="Segoe UI" pitchFamily="34" charset="0"/>
              </a:endParaRPr>
            </a:p>
          </p:txBody>
        </p:sp>
        <p:sp>
          <p:nvSpPr>
            <p:cNvPr id="79" name="Oval 78">
              <a:extLst>
                <a:ext uri="{FF2B5EF4-FFF2-40B4-BE49-F238E27FC236}">
                  <a16:creationId xmlns:a16="http://schemas.microsoft.com/office/drawing/2014/main" id="{0D373E47-E696-4443-983C-D88F721EA68F}"/>
                </a:ext>
              </a:extLst>
            </p:cNvPr>
            <p:cNvSpPr/>
            <p:nvPr userDrawn="1"/>
          </p:nvSpPr>
          <p:spPr bwMode="auto">
            <a:xfrm>
              <a:off x="9437993" y="5187887"/>
              <a:ext cx="124272" cy="124290"/>
            </a:xfrm>
            <a:prstGeom prst="ellipse">
              <a:avLst/>
            </a:prstGeom>
            <a:solidFill>
              <a:schemeClr val="accent5">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a:gradFill>
                  <a:gsLst>
                    <a:gs pos="0">
                      <a:srgbClr val="FFFFFF"/>
                    </a:gs>
                    <a:gs pos="100000">
                      <a:srgbClr val="FFFFFF"/>
                    </a:gs>
                  </a:gsLst>
                  <a:lin ang="5400000" scaled="0"/>
                </a:gradFill>
                <a:ea typeface="Segoe UI" pitchFamily="34" charset="0"/>
                <a:cs typeface="Segoe UI" pitchFamily="34" charset="0"/>
              </a:endParaRPr>
            </a:p>
          </p:txBody>
        </p:sp>
        <p:sp>
          <p:nvSpPr>
            <p:cNvPr id="80" name="Oval 79">
              <a:extLst>
                <a:ext uri="{FF2B5EF4-FFF2-40B4-BE49-F238E27FC236}">
                  <a16:creationId xmlns:a16="http://schemas.microsoft.com/office/drawing/2014/main" id="{5BA3B6D9-199E-4B64-A985-6C16A12B20C4}"/>
                </a:ext>
              </a:extLst>
            </p:cNvPr>
            <p:cNvSpPr/>
            <p:nvPr userDrawn="1"/>
          </p:nvSpPr>
          <p:spPr bwMode="auto">
            <a:xfrm>
              <a:off x="9087616" y="1541433"/>
              <a:ext cx="124272" cy="124290"/>
            </a:xfrm>
            <a:prstGeom prst="ellipse">
              <a:avLst/>
            </a:prstGeom>
            <a:solidFill>
              <a:schemeClr val="accent5">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a:gradFill>
                  <a:gsLst>
                    <a:gs pos="0">
                      <a:srgbClr val="FFFFFF"/>
                    </a:gs>
                    <a:gs pos="100000">
                      <a:srgbClr val="FFFFFF"/>
                    </a:gs>
                  </a:gsLst>
                  <a:lin ang="5400000" scaled="0"/>
                </a:gradFill>
                <a:ea typeface="Segoe UI" pitchFamily="34" charset="0"/>
                <a:cs typeface="Segoe UI" pitchFamily="34" charset="0"/>
              </a:endParaRPr>
            </a:p>
          </p:txBody>
        </p:sp>
        <p:sp>
          <p:nvSpPr>
            <p:cNvPr id="81" name="Oval 80">
              <a:extLst>
                <a:ext uri="{FF2B5EF4-FFF2-40B4-BE49-F238E27FC236}">
                  <a16:creationId xmlns:a16="http://schemas.microsoft.com/office/drawing/2014/main" id="{14D7B85A-9068-4649-9D7C-C517B3D2ACD9}"/>
                </a:ext>
              </a:extLst>
            </p:cNvPr>
            <p:cNvSpPr/>
            <p:nvPr userDrawn="1"/>
          </p:nvSpPr>
          <p:spPr bwMode="auto">
            <a:xfrm>
              <a:off x="9052314" y="3314275"/>
              <a:ext cx="229418" cy="229450"/>
            </a:xfrm>
            <a:prstGeom prst="ellipse">
              <a:avLst/>
            </a:prstGeom>
            <a:solidFill>
              <a:schemeClr val="accent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a:gradFill>
                  <a:gsLst>
                    <a:gs pos="0">
                      <a:srgbClr val="FFFFFF"/>
                    </a:gs>
                    <a:gs pos="100000">
                      <a:srgbClr val="FFFFFF"/>
                    </a:gs>
                  </a:gsLst>
                  <a:lin ang="5400000" scaled="0"/>
                </a:gradFill>
                <a:ea typeface="Segoe UI" pitchFamily="34" charset="0"/>
                <a:cs typeface="Segoe UI" pitchFamily="34" charset="0"/>
              </a:endParaRPr>
            </a:p>
          </p:txBody>
        </p:sp>
        <p:sp>
          <p:nvSpPr>
            <p:cNvPr id="82" name="Oval 81">
              <a:extLst>
                <a:ext uri="{FF2B5EF4-FFF2-40B4-BE49-F238E27FC236}">
                  <a16:creationId xmlns:a16="http://schemas.microsoft.com/office/drawing/2014/main" id="{D6B6ADF4-A806-445C-8447-51FF83D337D5}"/>
                </a:ext>
              </a:extLst>
            </p:cNvPr>
            <p:cNvSpPr/>
            <p:nvPr userDrawn="1"/>
          </p:nvSpPr>
          <p:spPr bwMode="auto">
            <a:xfrm>
              <a:off x="9104887" y="2889394"/>
              <a:ext cx="124272" cy="124290"/>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a:gradFill>
                  <a:gsLst>
                    <a:gs pos="0">
                      <a:srgbClr val="FFFFFF"/>
                    </a:gs>
                    <a:gs pos="100000">
                      <a:srgbClr val="FFFFFF"/>
                    </a:gs>
                  </a:gsLst>
                  <a:lin ang="5400000" scaled="0"/>
                </a:gradFill>
                <a:ea typeface="Segoe UI" pitchFamily="34" charset="0"/>
                <a:cs typeface="Segoe UI" pitchFamily="34" charset="0"/>
              </a:endParaRPr>
            </a:p>
          </p:txBody>
        </p:sp>
        <p:sp>
          <p:nvSpPr>
            <p:cNvPr id="83" name="Oval 82">
              <a:extLst>
                <a:ext uri="{FF2B5EF4-FFF2-40B4-BE49-F238E27FC236}">
                  <a16:creationId xmlns:a16="http://schemas.microsoft.com/office/drawing/2014/main" id="{11B57290-6031-4DC5-94C2-EFC0EC9B620D}"/>
                </a:ext>
              </a:extLst>
            </p:cNvPr>
            <p:cNvSpPr/>
            <p:nvPr userDrawn="1"/>
          </p:nvSpPr>
          <p:spPr bwMode="auto">
            <a:xfrm>
              <a:off x="9104887" y="3844315"/>
              <a:ext cx="124272" cy="124290"/>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a:gradFill>
                  <a:gsLst>
                    <a:gs pos="0">
                      <a:srgbClr val="FFFFFF"/>
                    </a:gs>
                    <a:gs pos="100000">
                      <a:srgbClr val="FFFFFF"/>
                    </a:gs>
                  </a:gsLst>
                  <a:lin ang="5400000" scaled="0"/>
                </a:gradFill>
                <a:ea typeface="Segoe UI" pitchFamily="34" charset="0"/>
                <a:cs typeface="Segoe UI" pitchFamily="34" charset="0"/>
              </a:endParaRPr>
            </a:p>
          </p:txBody>
        </p:sp>
        <p:sp>
          <p:nvSpPr>
            <p:cNvPr id="84" name="Oval 83">
              <a:extLst>
                <a:ext uri="{FF2B5EF4-FFF2-40B4-BE49-F238E27FC236}">
                  <a16:creationId xmlns:a16="http://schemas.microsoft.com/office/drawing/2014/main" id="{36FF9F30-E247-44D4-B277-E85C3F3F0BA8}"/>
                </a:ext>
              </a:extLst>
            </p:cNvPr>
            <p:cNvSpPr/>
            <p:nvPr userDrawn="1"/>
          </p:nvSpPr>
          <p:spPr bwMode="auto">
            <a:xfrm rot="16200000">
              <a:off x="8628699" y="3366864"/>
              <a:ext cx="124290" cy="124272"/>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a:gradFill>
                  <a:gsLst>
                    <a:gs pos="0">
                      <a:srgbClr val="FFFFFF"/>
                    </a:gs>
                    <a:gs pos="100000">
                      <a:srgbClr val="FFFFFF"/>
                    </a:gs>
                  </a:gsLst>
                  <a:lin ang="5400000" scaled="0"/>
                </a:gradFill>
                <a:ea typeface="Segoe UI" pitchFamily="34" charset="0"/>
                <a:cs typeface="Segoe UI" pitchFamily="34" charset="0"/>
              </a:endParaRPr>
            </a:p>
          </p:txBody>
        </p:sp>
        <p:sp>
          <p:nvSpPr>
            <p:cNvPr id="85" name="Oval 84">
              <a:extLst>
                <a:ext uri="{FF2B5EF4-FFF2-40B4-BE49-F238E27FC236}">
                  <a16:creationId xmlns:a16="http://schemas.microsoft.com/office/drawing/2014/main" id="{AEC1A4D8-65E1-4AC0-814C-4DE840B12362}"/>
                </a:ext>
              </a:extLst>
            </p:cNvPr>
            <p:cNvSpPr/>
            <p:nvPr userDrawn="1"/>
          </p:nvSpPr>
          <p:spPr bwMode="auto">
            <a:xfrm rot="16200000">
              <a:off x="9583486" y="3366864"/>
              <a:ext cx="124290" cy="124272"/>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a:gradFill>
                  <a:gsLst>
                    <a:gs pos="0">
                      <a:srgbClr val="FFFFFF"/>
                    </a:gs>
                    <a:gs pos="100000">
                      <a:srgbClr val="FFFFFF"/>
                    </a:gs>
                  </a:gsLst>
                  <a:lin ang="5400000" scaled="0"/>
                </a:gradFill>
                <a:ea typeface="Segoe UI" pitchFamily="34" charset="0"/>
                <a:cs typeface="Segoe UI" pitchFamily="34" charset="0"/>
              </a:endParaRPr>
            </a:p>
          </p:txBody>
        </p:sp>
      </p:grpSp>
      <p:sp>
        <p:nvSpPr>
          <p:cNvPr id="3" name="Footer Placeholder 1">
            <a:extLst>
              <a:ext uri="{FF2B5EF4-FFF2-40B4-BE49-F238E27FC236}">
                <a16:creationId xmlns:a16="http://schemas.microsoft.com/office/drawing/2014/main" id="{C04F28E0-FEC9-442B-8B8D-58336875CB84}"/>
              </a:ext>
            </a:extLst>
          </p:cNvPr>
          <p:cNvSpPr txBox="1">
            <a:spLocks/>
          </p:cNvSpPr>
          <p:nvPr userDrawn="1"/>
        </p:nvSpPr>
        <p:spPr>
          <a:xfrm>
            <a:off x="8355623" y="6542477"/>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65425274"/>
      </p:ext>
    </p:extLst>
  </p:cSld>
  <p:clrMapOvr>
    <a:masterClrMapping/>
  </p:clrMapOvr>
  <p:transition>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Section slide">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990B4C-4B23-479D-ADA8-DD6E0658DF5A}"/>
              </a:ext>
            </a:extLst>
          </p:cNvPr>
          <p:cNvSpPr/>
          <p:nvPr userDrawn="1"/>
        </p:nvSpPr>
        <p:spPr bwMode="auto">
          <a:xfrm>
            <a:off x="1" y="2526646"/>
            <a:ext cx="9697686" cy="1784048"/>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a:gradFill>
                <a:gsLst>
                  <a:gs pos="0">
                    <a:srgbClr val="FFFFFF"/>
                  </a:gs>
                  <a:gs pos="100000">
                    <a:srgbClr val="FFFFFF"/>
                  </a:gs>
                </a:gsLst>
                <a:lin ang="5400000" scaled="0"/>
              </a:gradFill>
              <a:ea typeface="Segoe UI" pitchFamily="34" charset="0"/>
              <a:cs typeface="Segoe UI" pitchFamily="34" charset="0"/>
            </a:endParaRPr>
          </a:p>
        </p:txBody>
      </p:sp>
      <p:sp>
        <p:nvSpPr>
          <p:cNvPr id="4" name="Title 35"/>
          <p:cNvSpPr>
            <a:spLocks noGrp="1"/>
          </p:cNvSpPr>
          <p:nvPr>
            <p:ph type="title" hasCustomPrompt="1"/>
          </p:nvPr>
        </p:nvSpPr>
        <p:spPr>
          <a:xfrm>
            <a:off x="418644" y="2526646"/>
            <a:ext cx="9189910" cy="1784048"/>
          </a:xfrm>
          <a:prstGeom prst="rect">
            <a:avLst/>
          </a:prstGeom>
          <a:noFill/>
        </p:spPr>
        <p:txBody>
          <a:bodyPr vert="horz" wrap="square" lIns="0" tIns="0" rIns="0" bIns="0" rtlCol="0" anchor="ctr" anchorCtr="0">
            <a:noAutofit/>
          </a:bodyPr>
          <a:lstStyle>
            <a:lvl1pPr>
              <a:defRPr lang="en-US" sz="3600" spc="-49" baseline="0" dirty="0">
                <a:solidFill>
                  <a:schemeClr val="bg1"/>
                </a:solidFill>
              </a:defRPr>
            </a:lvl1pPr>
          </a:lstStyle>
          <a:p>
            <a:pPr marL="0" lvl="0">
              <a:lnSpc>
                <a:spcPts val="5490"/>
              </a:lnSpc>
            </a:pPr>
            <a:r>
              <a:rPr lang="en-US" dirty="0"/>
              <a:t>Section title</a:t>
            </a:r>
          </a:p>
        </p:txBody>
      </p:sp>
      <p:sp>
        <p:nvSpPr>
          <p:cNvPr id="6" name="Rectangle 5">
            <a:extLst>
              <a:ext uri="{FF2B5EF4-FFF2-40B4-BE49-F238E27FC236}">
                <a16:creationId xmlns:a16="http://schemas.microsoft.com/office/drawing/2014/main" id="{E7A7DCD7-2A9A-4303-B73A-A8AA23BAF4B6}"/>
              </a:ext>
            </a:extLst>
          </p:cNvPr>
          <p:cNvSpPr/>
          <p:nvPr userDrawn="1"/>
        </p:nvSpPr>
        <p:spPr bwMode="auto">
          <a:xfrm>
            <a:off x="9697686" y="2526646"/>
            <a:ext cx="2082603" cy="1784048"/>
          </a:xfrm>
          <a:prstGeom prst="rect">
            <a:avLst/>
          </a:prstGeom>
          <a:solidFill>
            <a:schemeClr val="bg2">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a:gradFill>
                <a:gsLst>
                  <a:gs pos="0">
                    <a:srgbClr val="FFFFFF"/>
                  </a:gs>
                  <a:gs pos="100000">
                    <a:srgbClr val="FFFFFF"/>
                  </a:gs>
                </a:gsLst>
                <a:lin ang="5400000" scaled="0"/>
              </a:gradFill>
              <a:ea typeface="Segoe UI" pitchFamily="34" charset="0"/>
              <a:cs typeface="Segoe UI" pitchFamily="34" charset="0"/>
            </a:endParaRPr>
          </a:p>
        </p:txBody>
      </p:sp>
      <p:sp>
        <p:nvSpPr>
          <p:cNvPr id="7" name="Rectangle 6">
            <a:extLst>
              <a:ext uri="{FF2B5EF4-FFF2-40B4-BE49-F238E27FC236}">
                <a16:creationId xmlns:a16="http://schemas.microsoft.com/office/drawing/2014/main" id="{79F5CEB5-AAB3-4E98-82B0-2B2EDFAC7F19}"/>
              </a:ext>
            </a:extLst>
          </p:cNvPr>
          <p:cNvSpPr/>
          <p:nvPr userDrawn="1"/>
        </p:nvSpPr>
        <p:spPr bwMode="auto">
          <a:xfrm>
            <a:off x="11569483" y="2481083"/>
            <a:ext cx="203874" cy="1875174"/>
          </a:xfrm>
          <a:custGeom>
            <a:avLst/>
            <a:gdLst>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0 w 329334"/>
              <a:gd name="connsiteY4" fmla="*/ 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0 w 329334"/>
              <a:gd name="connsiteY4" fmla="*/ 861580 h 1819564"/>
              <a:gd name="connsiteX5" fmla="*/ 0 w 329334"/>
              <a:gd name="connsiteY5" fmla="*/ 0 h 1819564"/>
              <a:gd name="connsiteX0" fmla="*/ 0 w 329334"/>
              <a:gd name="connsiteY0" fmla="*/ 861580 h 1819564"/>
              <a:gd name="connsiteX1" fmla="*/ 0 w 329334"/>
              <a:gd name="connsiteY1" fmla="*/ 0 h 1819564"/>
              <a:gd name="connsiteX2" fmla="*/ 329334 w 329334"/>
              <a:gd name="connsiteY2" fmla="*/ 0 h 1819564"/>
              <a:gd name="connsiteX3" fmla="*/ 329334 w 329334"/>
              <a:gd name="connsiteY3" fmla="*/ 1819564 h 1819564"/>
              <a:gd name="connsiteX4" fmla="*/ 0 w 329334"/>
              <a:gd name="connsiteY4" fmla="*/ 1819564 h 1819564"/>
              <a:gd name="connsiteX5" fmla="*/ 91440 w 329334"/>
              <a:gd name="connsiteY5" fmla="*/ 95302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91440 w 329334"/>
              <a:gd name="connsiteY4" fmla="*/ 95302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Lst>
            <a:ahLst/>
            <a:cxnLst>
              <a:cxn ang="0">
                <a:pos x="connsiteX0" y="connsiteY0"/>
              </a:cxn>
              <a:cxn ang="0">
                <a:pos x="connsiteX1" y="connsiteY1"/>
              </a:cxn>
              <a:cxn ang="0">
                <a:pos x="connsiteX2" y="connsiteY2"/>
              </a:cxn>
              <a:cxn ang="0">
                <a:pos x="connsiteX3" y="connsiteY3"/>
              </a:cxn>
            </a:cxnLst>
            <a:rect l="l" t="t" r="r" b="b"/>
            <a:pathLst>
              <a:path w="329334" h="1819564">
                <a:moveTo>
                  <a:pt x="0" y="0"/>
                </a:moveTo>
                <a:lnTo>
                  <a:pt x="329334" y="0"/>
                </a:lnTo>
                <a:lnTo>
                  <a:pt x="329334" y="1819564"/>
                </a:lnTo>
                <a:lnTo>
                  <a:pt x="0" y="1819564"/>
                </a:lnTo>
              </a:path>
            </a:pathLst>
          </a:custGeom>
          <a:noFill/>
          <a:ln w="19050" cap="sq">
            <a:solidFill>
              <a:schemeClr val="accent1"/>
            </a:solidFill>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a:gradFill>
                <a:gsLst>
                  <a:gs pos="0">
                    <a:srgbClr val="FFFFFF"/>
                  </a:gs>
                  <a:gs pos="100000">
                    <a:srgbClr val="FFFFFF"/>
                  </a:gs>
                </a:gsLst>
                <a:lin ang="5400000" scaled="0"/>
              </a:gradFill>
              <a:ea typeface="Segoe UI" pitchFamily="34" charset="0"/>
              <a:cs typeface="Segoe UI" pitchFamily="34" charset="0"/>
            </a:endParaRPr>
          </a:p>
        </p:txBody>
      </p:sp>
      <p:sp>
        <p:nvSpPr>
          <p:cNvPr id="8" name="Rectangle 6">
            <a:extLst>
              <a:ext uri="{FF2B5EF4-FFF2-40B4-BE49-F238E27FC236}">
                <a16:creationId xmlns:a16="http://schemas.microsoft.com/office/drawing/2014/main" id="{C39A4550-468E-4965-BBF3-650AD824060F}"/>
              </a:ext>
            </a:extLst>
          </p:cNvPr>
          <p:cNvSpPr/>
          <p:nvPr userDrawn="1"/>
        </p:nvSpPr>
        <p:spPr bwMode="auto">
          <a:xfrm flipH="1">
            <a:off x="9697686" y="2481083"/>
            <a:ext cx="203874" cy="1875174"/>
          </a:xfrm>
          <a:custGeom>
            <a:avLst/>
            <a:gdLst>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0 w 329334"/>
              <a:gd name="connsiteY4" fmla="*/ 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0 w 329334"/>
              <a:gd name="connsiteY4" fmla="*/ 861580 h 1819564"/>
              <a:gd name="connsiteX5" fmla="*/ 0 w 329334"/>
              <a:gd name="connsiteY5" fmla="*/ 0 h 1819564"/>
              <a:gd name="connsiteX0" fmla="*/ 0 w 329334"/>
              <a:gd name="connsiteY0" fmla="*/ 861580 h 1819564"/>
              <a:gd name="connsiteX1" fmla="*/ 0 w 329334"/>
              <a:gd name="connsiteY1" fmla="*/ 0 h 1819564"/>
              <a:gd name="connsiteX2" fmla="*/ 329334 w 329334"/>
              <a:gd name="connsiteY2" fmla="*/ 0 h 1819564"/>
              <a:gd name="connsiteX3" fmla="*/ 329334 w 329334"/>
              <a:gd name="connsiteY3" fmla="*/ 1819564 h 1819564"/>
              <a:gd name="connsiteX4" fmla="*/ 0 w 329334"/>
              <a:gd name="connsiteY4" fmla="*/ 1819564 h 1819564"/>
              <a:gd name="connsiteX5" fmla="*/ 91440 w 329334"/>
              <a:gd name="connsiteY5" fmla="*/ 95302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91440 w 329334"/>
              <a:gd name="connsiteY4" fmla="*/ 95302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Lst>
            <a:ahLst/>
            <a:cxnLst>
              <a:cxn ang="0">
                <a:pos x="connsiteX0" y="connsiteY0"/>
              </a:cxn>
              <a:cxn ang="0">
                <a:pos x="connsiteX1" y="connsiteY1"/>
              </a:cxn>
              <a:cxn ang="0">
                <a:pos x="connsiteX2" y="connsiteY2"/>
              </a:cxn>
              <a:cxn ang="0">
                <a:pos x="connsiteX3" y="connsiteY3"/>
              </a:cxn>
            </a:cxnLst>
            <a:rect l="l" t="t" r="r" b="b"/>
            <a:pathLst>
              <a:path w="329334" h="1819564">
                <a:moveTo>
                  <a:pt x="0" y="0"/>
                </a:moveTo>
                <a:lnTo>
                  <a:pt x="329334" y="0"/>
                </a:lnTo>
                <a:lnTo>
                  <a:pt x="329334" y="1819564"/>
                </a:lnTo>
                <a:lnTo>
                  <a:pt x="0" y="1819564"/>
                </a:lnTo>
              </a:path>
            </a:pathLst>
          </a:custGeom>
          <a:noFill/>
          <a:ln w="19050" cap="sq">
            <a:solidFill>
              <a:schemeClr val="accent1"/>
            </a:solidFill>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a:gradFill>
                <a:gsLst>
                  <a:gs pos="0">
                    <a:srgbClr val="FFFFFF"/>
                  </a:gs>
                  <a:gs pos="100000">
                    <a:srgbClr val="FFFFFF"/>
                  </a:gs>
                </a:gsLst>
                <a:lin ang="5400000" scaled="0"/>
              </a:gradFill>
              <a:ea typeface="Segoe UI" pitchFamily="34" charset="0"/>
              <a:cs typeface="Segoe UI" pitchFamily="34" charset="0"/>
            </a:endParaRPr>
          </a:p>
        </p:txBody>
      </p:sp>
      <p:sp>
        <p:nvSpPr>
          <p:cNvPr id="12" name="Picture Placeholder 11">
            <a:extLst>
              <a:ext uri="{FF2B5EF4-FFF2-40B4-BE49-F238E27FC236}">
                <a16:creationId xmlns:a16="http://schemas.microsoft.com/office/drawing/2014/main" id="{A0F18A81-5AF1-41EB-B335-9EF67062969B}"/>
              </a:ext>
            </a:extLst>
          </p:cNvPr>
          <p:cNvSpPr>
            <a:spLocks noGrp="1"/>
          </p:cNvSpPr>
          <p:nvPr>
            <p:ph type="pic" sz="quarter" idx="10"/>
          </p:nvPr>
        </p:nvSpPr>
        <p:spPr>
          <a:xfrm>
            <a:off x="10098361" y="2777952"/>
            <a:ext cx="1281254" cy="1281436"/>
          </a:xfrm>
        </p:spPr>
        <p:txBody>
          <a:bodyPr anchor="ctr">
            <a:noAutofit/>
          </a:bodyPr>
          <a:lstStyle>
            <a:lvl1pPr algn="ctr">
              <a:defRPr/>
            </a:lvl1pPr>
          </a:lstStyle>
          <a:p>
            <a:endParaRPr lang="en-US" dirty="0"/>
          </a:p>
        </p:txBody>
      </p:sp>
      <p:sp>
        <p:nvSpPr>
          <p:cNvPr id="5" name="Footer Placeholder 1">
            <a:extLst>
              <a:ext uri="{FF2B5EF4-FFF2-40B4-BE49-F238E27FC236}">
                <a16:creationId xmlns:a16="http://schemas.microsoft.com/office/drawing/2014/main" id="{FF097048-D38D-4C1F-A20B-71B8B7B40EBA}"/>
              </a:ext>
            </a:extLst>
          </p:cNvPr>
          <p:cNvSpPr txBox="1">
            <a:spLocks/>
          </p:cNvSpPr>
          <p:nvPr userDrawn="1"/>
        </p:nvSpPr>
        <p:spPr>
          <a:xfrm>
            <a:off x="8355623" y="6542477"/>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1376872195"/>
      </p:ext>
    </p:extLst>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29445A-A014-4223-90E2-3D3353E0CE83}"/>
              </a:ext>
            </a:extLst>
          </p:cNvPr>
          <p:cNvSpPr>
            <a:spLocks noGrp="1"/>
          </p:cNvSpPr>
          <p:nvPr>
            <p:ph type="title" hasCustomPrompt="1"/>
          </p:nvPr>
        </p:nvSpPr>
        <p:spPr/>
        <p:txBody>
          <a:bodyPr/>
          <a:lstStyle>
            <a:lvl1pPr>
              <a:defRPr/>
            </a:lvl1pPr>
          </a:lstStyle>
          <a:p>
            <a:r>
              <a:rPr lang="en-US"/>
              <a:t>Heading Segoe UI </a:t>
            </a:r>
            <a:r>
              <a:rPr lang="en-US" err="1"/>
              <a:t>Semibold</a:t>
            </a:r>
            <a:r>
              <a:rPr lang="en-US"/>
              <a:t> 32</a:t>
            </a:r>
          </a:p>
        </p:txBody>
      </p:sp>
      <p:sp>
        <p:nvSpPr>
          <p:cNvPr id="2" name="Footer Placeholder 1">
            <a:extLst>
              <a:ext uri="{FF2B5EF4-FFF2-40B4-BE49-F238E27FC236}">
                <a16:creationId xmlns:a16="http://schemas.microsoft.com/office/drawing/2014/main" id="{B852478B-55EF-4189-A468-2CD5FFD82747}"/>
              </a:ext>
            </a:extLst>
          </p:cNvPr>
          <p:cNvSpPr txBox="1">
            <a:spLocks/>
          </p:cNvSpPr>
          <p:nvPr/>
        </p:nvSpPr>
        <p:spPr>
          <a:xfrm>
            <a:off x="8355623" y="6542477"/>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1416262326"/>
      </p:ext>
    </p:extLst>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and subheadin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74CBFC5-126D-4E5D-BA79-A65662FA3631}"/>
              </a:ext>
            </a:extLst>
          </p:cNvPr>
          <p:cNvSpPr>
            <a:spLocks noGrp="1"/>
          </p:cNvSpPr>
          <p:nvPr>
            <p:ph type="title"/>
          </p:nvPr>
        </p:nvSpPr>
        <p:spPr>
          <a:xfrm>
            <a:off x="418643" y="440494"/>
            <a:ext cx="11341268" cy="642840"/>
          </a:xfrm>
        </p:spPr>
        <p:txBody>
          <a:bodyPr/>
          <a:lstStyle/>
          <a:p>
            <a:r>
              <a:rPr lang="en-US"/>
              <a:t>Click to edit Master title style</a:t>
            </a:r>
          </a:p>
        </p:txBody>
      </p:sp>
      <p:sp>
        <p:nvSpPr>
          <p:cNvPr id="4" name="Text Placeholder 3">
            <a:extLst>
              <a:ext uri="{FF2B5EF4-FFF2-40B4-BE49-F238E27FC236}">
                <a16:creationId xmlns:a16="http://schemas.microsoft.com/office/drawing/2014/main" id="{DB521330-4B4A-4C5F-85CF-D5CBC2772D39}"/>
              </a:ext>
            </a:extLst>
          </p:cNvPr>
          <p:cNvSpPr>
            <a:spLocks noGrp="1"/>
          </p:cNvSpPr>
          <p:nvPr>
            <p:ph type="body" sz="quarter" idx="10" hasCustomPrompt="1"/>
          </p:nvPr>
        </p:nvSpPr>
        <p:spPr>
          <a:xfrm>
            <a:off x="432089" y="1004676"/>
            <a:ext cx="11341268" cy="430887"/>
          </a:xfrm>
        </p:spPr>
        <p:txBody>
          <a:bodyPr tIns="45720" rIns="0" bIns="45720"/>
          <a:lstStyle>
            <a:lvl1pPr>
              <a:defRPr sz="2200">
                <a:solidFill>
                  <a:schemeClr val="tx2">
                    <a:lumMod val="50000"/>
                  </a:schemeClr>
                </a:solidFill>
              </a:defRPr>
            </a:lvl1pPr>
          </a:lstStyle>
          <a:p>
            <a:r>
              <a:rPr lang="en-US" dirty="0"/>
              <a:t>Subheading Segoe UI </a:t>
            </a:r>
            <a:r>
              <a:rPr lang="en-US" dirty="0" err="1"/>
              <a:t>Semibold</a:t>
            </a:r>
            <a:r>
              <a:rPr lang="en-US" dirty="0"/>
              <a:t> 22 </a:t>
            </a:r>
            <a:r>
              <a:rPr lang="en-US" dirty="0" err="1"/>
              <a:t>pt</a:t>
            </a:r>
            <a:endParaRPr lang="en-US" dirty="0"/>
          </a:p>
        </p:txBody>
      </p:sp>
      <p:sp>
        <p:nvSpPr>
          <p:cNvPr id="3" name="Footer Placeholder 1">
            <a:extLst>
              <a:ext uri="{FF2B5EF4-FFF2-40B4-BE49-F238E27FC236}">
                <a16:creationId xmlns:a16="http://schemas.microsoft.com/office/drawing/2014/main" id="{D7EB4BB5-8E66-4CA2-A279-DD1AD316707C}"/>
              </a:ext>
            </a:extLst>
          </p:cNvPr>
          <p:cNvSpPr txBox="1">
            <a:spLocks/>
          </p:cNvSpPr>
          <p:nvPr userDrawn="1"/>
        </p:nvSpPr>
        <p:spPr>
          <a:xfrm>
            <a:off x="8355623" y="6542477"/>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3700104188"/>
      </p:ext>
    </p:extLst>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1_Text Layou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p:txBody>
          <a:bodyPr/>
          <a:lstStyle/>
          <a:p>
            <a:r>
              <a:rPr lang="en-US"/>
              <a:t>Click to edit Master title style</a:t>
            </a:r>
            <a:endParaRPr lang="en-US" dirty="0"/>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419100" y="1456897"/>
            <a:ext cx="11340811" cy="2051844"/>
          </a:xfrm>
        </p:spPr>
        <p:txBody>
          <a:bodyPr/>
          <a:lstStyle>
            <a:lvl1pPr>
              <a:spcBef>
                <a:spcPts val="392"/>
              </a:spcBef>
              <a:spcAft>
                <a:spcPts val="588"/>
              </a:spcAft>
              <a:defRPr sz="2400"/>
            </a:lvl1pPr>
            <a:lvl2pPr>
              <a:spcBef>
                <a:spcPts val="392"/>
              </a:spcBef>
              <a:spcAft>
                <a:spcPts val="588"/>
              </a:spcAft>
              <a:defRPr/>
            </a:lvl2pPr>
            <a:lvl3pPr>
              <a:spcBef>
                <a:spcPts val="392"/>
              </a:spcBef>
              <a:spcAft>
                <a:spcPts val="588"/>
              </a:spcAft>
              <a:defRPr/>
            </a:lvl3pPr>
            <a:lvl4pPr>
              <a:spcBef>
                <a:spcPts val="392"/>
              </a:spcBef>
              <a:spcAft>
                <a:spcPts val="588"/>
              </a:spcAft>
              <a:defRPr/>
            </a:lvl4pPr>
            <a:lvl5pPr>
              <a:spcBef>
                <a:spcPts val="392"/>
              </a:spcBef>
              <a:spcAft>
                <a:spcPts val="588"/>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Footer Placeholder 1">
            <a:extLst>
              <a:ext uri="{FF2B5EF4-FFF2-40B4-BE49-F238E27FC236}">
                <a16:creationId xmlns:a16="http://schemas.microsoft.com/office/drawing/2014/main" id="{F415B60E-29D3-45EF-9FD0-D9924E0B78BB}"/>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2862646767"/>
      </p:ext>
    </p:extLst>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ext Layout with footnot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419100" y="1456897"/>
            <a:ext cx="11340811" cy="2051844"/>
          </a:xfrm>
        </p:spPr>
        <p:txBody>
          <a:bodyPr/>
          <a:lstStyle>
            <a:lvl1pPr>
              <a:spcBef>
                <a:spcPts val="392"/>
              </a:spcBef>
              <a:spcAft>
                <a:spcPts val="588"/>
              </a:spcAft>
              <a:defRPr sz="2400"/>
            </a:lvl1pPr>
            <a:lvl2pPr>
              <a:spcBef>
                <a:spcPts val="392"/>
              </a:spcBef>
              <a:spcAft>
                <a:spcPts val="588"/>
              </a:spcAft>
              <a:defRPr/>
            </a:lvl2pPr>
            <a:lvl3pPr>
              <a:spcBef>
                <a:spcPts val="392"/>
              </a:spcBef>
              <a:spcAft>
                <a:spcPts val="588"/>
              </a:spcAft>
              <a:defRPr/>
            </a:lvl3pPr>
            <a:lvl4pPr>
              <a:spcBef>
                <a:spcPts val="392"/>
              </a:spcBef>
              <a:spcAft>
                <a:spcPts val="588"/>
              </a:spcAft>
              <a:defRPr/>
            </a:lvl4pPr>
            <a:lvl5pPr>
              <a:spcBef>
                <a:spcPts val="392"/>
              </a:spcBef>
              <a:spcAft>
                <a:spcPts val="588"/>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Rectangle 1">
            <a:extLst>
              <a:ext uri="{FF2B5EF4-FFF2-40B4-BE49-F238E27FC236}">
                <a16:creationId xmlns:a16="http://schemas.microsoft.com/office/drawing/2014/main" id="{F5777EA2-9454-422E-AEC3-45CEC596AEB8}"/>
              </a:ext>
            </a:extLst>
          </p:cNvPr>
          <p:cNvSpPr/>
          <p:nvPr/>
        </p:nvSpPr>
        <p:spPr bwMode="auto">
          <a:xfrm>
            <a:off x="0" y="5670550"/>
            <a:ext cx="12192000" cy="746955"/>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6" name="Text Placeholder 5">
            <a:extLst>
              <a:ext uri="{FF2B5EF4-FFF2-40B4-BE49-F238E27FC236}">
                <a16:creationId xmlns:a16="http://schemas.microsoft.com/office/drawing/2014/main" id="{764357BA-0098-4BE6-A38B-76E4D9E64E6E}"/>
              </a:ext>
            </a:extLst>
          </p:cNvPr>
          <p:cNvSpPr>
            <a:spLocks noGrp="1"/>
          </p:cNvSpPr>
          <p:nvPr>
            <p:ph type="body" sz="quarter" idx="11"/>
          </p:nvPr>
        </p:nvSpPr>
        <p:spPr>
          <a:xfrm>
            <a:off x="418643" y="5797806"/>
            <a:ext cx="11341268" cy="492443"/>
          </a:xfrm>
        </p:spPr>
        <p:txBody>
          <a:bodyPr anchor="ctr"/>
          <a:lstStyle>
            <a:lvl1pPr>
              <a:defRPr sz="2000"/>
            </a:lvl1pPr>
          </a:lstStyle>
          <a:p>
            <a:pPr lvl="0"/>
            <a:r>
              <a:rPr lang="en-US"/>
              <a:t>Click to edit Master text styles</a:t>
            </a:r>
          </a:p>
        </p:txBody>
      </p:sp>
      <p:sp>
        <p:nvSpPr>
          <p:cNvPr id="4" name="Footer Placeholder 1">
            <a:extLst>
              <a:ext uri="{FF2B5EF4-FFF2-40B4-BE49-F238E27FC236}">
                <a16:creationId xmlns:a16="http://schemas.microsoft.com/office/drawing/2014/main" id="{BBE90075-187C-4F60-81BA-E239B43D9044}"/>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442629488"/>
      </p:ext>
    </p:extLst>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ext Layout_two column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441468" y="1456896"/>
            <a:ext cx="5543785" cy="3762803"/>
          </a:xfrm>
          <a:solidFill>
            <a:schemeClr val="bg1">
              <a:lumMod val="95000"/>
            </a:schemeClr>
          </a:solidFill>
        </p:spPr>
        <p:txBody>
          <a:bodyPr lIns="137160">
            <a:noAutofit/>
          </a:bodyPr>
          <a:lstStyle>
            <a:lvl1pPr>
              <a:spcBef>
                <a:spcPts val="392"/>
              </a:spcBef>
              <a:spcAft>
                <a:spcPts val="588"/>
              </a:spcAft>
              <a:defRPr sz="2400"/>
            </a:lvl1pPr>
            <a:lvl2pPr>
              <a:spcBef>
                <a:spcPts val="392"/>
              </a:spcBef>
              <a:spcAft>
                <a:spcPts val="588"/>
              </a:spcAft>
              <a:defRPr/>
            </a:lvl2pPr>
            <a:lvl3pPr>
              <a:spcBef>
                <a:spcPts val="392"/>
              </a:spcBef>
              <a:spcAft>
                <a:spcPts val="588"/>
              </a:spcAft>
              <a:defRPr/>
            </a:lvl3pPr>
            <a:lvl4pPr>
              <a:spcBef>
                <a:spcPts val="392"/>
              </a:spcBef>
              <a:spcAft>
                <a:spcPts val="588"/>
              </a:spcAft>
              <a:defRPr/>
            </a:lvl4pPr>
            <a:lvl5pPr>
              <a:spcBef>
                <a:spcPts val="392"/>
              </a:spcBef>
              <a:spcAft>
                <a:spcPts val="588"/>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4">
            <a:extLst>
              <a:ext uri="{FF2B5EF4-FFF2-40B4-BE49-F238E27FC236}">
                <a16:creationId xmlns:a16="http://schemas.microsoft.com/office/drawing/2014/main" id="{1884D379-CA81-40D3-9E78-E89E7861D50F}"/>
              </a:ext>
            </a:extLst>
          </p:cNvPr>
          <p:cNvSpPr>
            <a:spLocks noGrp="1"/>
          </p:cNvSpPr>
          <p:nvPr>
            <p:ph sz="quarter" idx="11"/>
          </p:nvPr>
        </p:nvSpPr>
        <p:spPr>
          <a:xfrm>
            <a:off x="6229350" y="1456896"/>
            <a:ext cx="5543550" cy="3762803"/>
          </a:xfrm>
          <a:solidFill>
            <a:schemeClr val="bg1">
              <a:lumMod val="95000"/>
            </a:schemeClr>
          </a:solidFill>
        </p:spPr>
        <p:txBody>
          <a:bodyPr lIns="137160">
            <a:noAutofit/>
          </a:bodyPr>
          <a:lstStyle>
            <a:lvl1pPr>
              <a:spcBef>
                <a:spcPts val="392"/>
              </a:spcBef>
              <a:spcAft>
                <a:spcPts val="588"/>
              </a:spcAft>
              <a:defRPr sz="2400"/>
            </a:lvl1pPr>
            <a:lvl2pPr>
              <a:spcBef>
                <a:spcPts val="392"/>
              </a:spcBef>
              <a:spcAft>
                <a:spcPts val="588"/>
              </a:spcAft>
              <a:defRPr/>
            </a:lvl2pPr>
            <a:lvl3pPr>
              <a:spcBef>
                <a:spcPts val="392"/>
              </a:spcBef>
              <a:spcAft>
                <a:spcPts val="588"/>
              </a:spcAft>
              <a:defRPr/>
            </a:lvl3pPr>
            <a:lvl4pPr>
              <a:spcBef>
                <a:spcPts val="392"/>
              </a:spcBef>
              <a:spcAft>
                <a:spcPts val="588"/>
              </a:spcAft>
              <a:defRPr/>
            </a:lvl4pPr>
            <a:lvl5pPr>
              <a:spcBef>
                <a:spcPts val="392"/>
              </a:spcBef>
              <a:spcAft>
                <a:spcPts val="588"/>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Footer Placeholder 1">
            <a:extLst>
              <a:ext uri="{FF2B5EF4-FFF2-40B4-BE49-F238E27FC236}">
                <a16:creationId xmlns:a16="http://schemas.microsoft.com/office/drawing/2014/main" id="{1EECB910-8937-4CC4-AEC5-2DD554C2D636}"/>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702363504"/>
      </p:ext>
    </p:extLst>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Bulleted Text Layout_two columns_half tex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a:xfrm>
            <a:off x="418643" y="440494"/>
            <a:ext cx="11341268" cy="680196"/>
          </a:xfrm>
        </p:spPr>
        <p:txBody>
          <a:bodyPr/>
          <a:lstStyle/>
          <a:p>
            <a:r>
              <a:rPr lang="en-US"/>
              <a:t>Click to edit Master title style</a:t>
            </a:r>
            <a:endParaRPr lang="en-US" dirty="0"/>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418643" y="1456897"/>
            <a:ext cx="5394960" cy="2487861"/>
          </a:xfrm>
        </p:spPr>
        <p:txBody>
          <a:bodyPr/>
          <a:lstStyle>
            <a:lvl1pPr>
              <a:spcBef>
                <a:spcPts val="392"/>
              </a:spcBef>
              <a:spcAft>
                <a:spcPts val="588"/>
              </a:spcAft>
              <a:defRPr sz="2400"/>
            </a:lvl1pPr>
            <a:lvl2pPr marL="336145" indent="-224097">
              <a:spcBef>
                <a:spcPts val="392"/>
              </a:spcBef>
              <a:spcAft>
                <a:spcPts val="588"/>
              </a:spcAft>
              <a:buFont typeface="Arial" panose="020B0604020202020204" pitchFamily="34" charset="0"/>
              <a:buChar char="•"/>
              <a:defRPr>
                <a:solidFill>
                  <a:schemeClr val="tx1"/>
                </a:solidFill>
                <a:latin typeface="+mn-lt"/>
              </a:defRPr>
            </a:lvl2pPr>
            <a:lvl3pPr marL="280121" indent="-280121">
              <a:spcBef>
                <a:spcPts val="392"/>
              </a:spcBef>
              <a:spcAft>
                <a:spcPts val="588"/>
              </a:spcAft>
              <a:buFont typeface="Arial" panose="020B0604020202020204" pitchFamily="34" charset="0"/>
              <a:buChar char="•"/>
              <a:defRPr>
                <a:solidFill>
                  <a:schemeClr val="tx1"/>
                </a:solidFill>
                <a:latin typeface="+mn-lt"/>
              </a:defRPr>
            </a:lvl3pPr>
            <a:lvl4pPr marL="672290" indent="-280121">
              <a:spcBef>
                <a:spcPts val="392"/>
              </a:spcBef>
              <a:spcAft>
                <a:spcPts val="588"/>
              </a:spcAft>
              <a:buSzPct val="100000"/>
              <a:buFont typeface="Arial" panose="020B0604020202020204" pitchFamily="34" charset="0"/>
              <a:buChar char="‒"/>
              <a:defRPr>
                <a:solidFill>
                  <a:schemeClr val="tx1"/>
                </a:solidFill>
                <a:latin typeface="+mn-lt"/>
              </a:defRPr>
            </a:lvl4pPr>
            <a:lvl5pPr marL="168072" indent="-168072">
              <a:spcBef>
                <a:spcPts val="392"/>
              </a:spcBef>
              <a:spcAft>
                <a:spcPts val="588"/>
              </a:spcAft>
              <a:buFont typeface="Arial" panose="020B0604020202020204" pitchFamily="34" charset="0"/>
              <a:buChar char="•"/>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6" name="Straight Connector 5">
            <a:extLst>
              <a:ext uri="{FF2B5EF4-FFF2-40B4-BE49-F238E27FC236}">
                <a16:creationId xmlns:a16="http://schemas.microsoft.com/office/drawing/2014/main" id="{59500235-F506-479A-8FC5-E0FA2D9B07C5}"/>
              </a:ext>
              <a:ext uri="{C183D7F6-B498-43B3-948B-1728B52AA6E4}">
                <adec:decorative xmlns:adec="http://schemas.microsoft.com/office/drawing/2017/decorative" val="1"/>
              </a:ext>
            </a:extLst>
          </p:cNvPr>
          <p:cNvCxnSpPr>
            <a:cxnSpLocks/>
          </p:cNvCxnSpPr>
          <p:nvPr/>
        </p:nvCxnSpPr>
        <p:spPr>
          <a:xfrm>
            <a:off x="6089277" y="1611250"/>
            <a:ext cx="0" cy="225458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7" name="Content Placeholder 4">
            <a:extLst>
              <a:ext uri="{FF2B5EF4-FFF2-40B4-BE49-F238E27FC236}">
                <a16:creationId xmlns:a16="http://schemas.microsoft.com/office/drawing/2014/main" id="{D17555C6-D911-440E-98E2-C7A43ED55E60}"/>
              </a:ext>
            </a:extLst>
          </p:cNvPr>
          <p:cNvSpPr>
            <a:spLocks noGrp="1"/>
          </p:cNvSpPr>
          <p:nvPr>
            <p:ph sz="quarter" idx="12"/>
          </p:nvPr>
        </p:nvSpPr>
        <p:spPr>
          <a:xfrm>
            <a:off x="6364951" y="1456897"/>
            <a:ext cx="5394960" cy="2487861"/>
          </a:xfrm>
        </p:spPr>
        <p:txBody>
          <a:bodyPr/>
          <a:lstStyle>
            <a:lvl1pPr>
              <a:spcBef>
                <a:spcPts val="392"/>
              </a:spcBef>
              <a:spcAft>
                <a:spcPts val="588"/>
              </a:spcAft>
              <a:defRPr sz="2400"/>
            </a:lvl1pPr>
            <a:lvl2pPr marL="336145" indent="-224097">
              <a:spcBef>
                <a:spcPts val="392"/>
              </a:spcBef>
              <a:spcAft>
                <a:spcPts val="588"/>
              </a:spcAft>
              <a:buFont typeface="Arial" panose="020B0604020202020204" pitchFamily="34" charset="0"/>
              <a:buChar char="•"/>
              <a:defRPr>
                <a:solidFill>
                  <a:schemeClr val="tx1"/>
                </a:solidFill>
                <a:latin typeface="+mn-lt"/>
              </a:defRPr>
            </a:lvl2pPr>
            <a:lvl3pPr marL="280121" indent="-280121">
              <a:spcBef>
                <a:spcPts val="392"/>
              </a:spcBef>
              <a:spcAft>
                <a:spcPts val="588"/>
              </a:spcAft>
              <a:buFont typeface="Arial" panose="020B0604020202020204" pitchFamily="34" charset="0"/>
              <a:buChar char="•"/>
              <a:defRPr>
                <a:solidFill>
                  <a:schemeClr val="tx1"/>
                </a:solidFill>
                <a:latin typeface="+mn-lt"/>
              </a:defRPr>
            </a:lvl3pPr>
            <a:lvl4pPr marL="672290" indent="-280121">
              <a:spcBef>
                <a:spcPts val="392"/>
              </a:spcBef>
              <a:spcAft>
                <a:spcPts val="588"/>
              </a:spcAft>
              <a:buSzPct val="100000"/>
              <a:buFont typeface="Arial" panose="020B0604020202020204" pitchFamily="34" charset="0"/>
              <a:buChar char="‒"/>
              <a:defRPr>
                <a:solidFill>
                  <a:schemeClr val="tx1"/>
                </a:solidFill>
                <a:latin typeface="+mn-lt"/>
              </a:defRPr>
            </a:lvl4pPr>
            <a:lvl5pPr marL="168072" indent="-168072">
              <a:spcBef>
                <a:spcPts val="392"/>
              </a:spcBef>
              <a:spcAft>
                <a:spcPts val="588"/>
              </a:spcAft>
              <a:buFont typeface="Arial" panose="020B0604020202020204" pitchFamily="34" charset="0"/>
              <a:buChar char="•"/>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Footer Placeholder 1">
            <a:extLst>
              <a:ext uri="{FF2B5EF4-FFF2-40B4-BE49-F238E27FC236}">
                <a16:creationId xmlns:a16="http://schemas.microsoft.com/office/drawing/2014/main" id="{7516BD94-AE1C-455F-8D7D-7082BB27F029}"/>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3198315767"/>
      </p:ext>
    </p:extLst>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1_Bulleted Text Layout_two columns_full tex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a:xfrm>
            <a:off x="418643" y="440494"/>
            <a:ext cx="11341268" cy="680196"/>
          </a:xfrm>
        </p:spPr>
        <p:txBody>
          <a:bodyPr/>
          <a:lstStyle/>
          <a:p>
            <a:r>
              <a:rPr lang="en-US"/>
              <a:t>Click to edit Master title style</a:t>
            </a:r>
            <a:endParaRPr lang="en-US" dirty="0"/>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418642" y="1456897"/>
            <a:ext cx="5394960" cy="4734629"/>
          </a:xfrm>
        </p:spPr>
        <p:txBody>
          <a:bodyPr/>
          <a:lstStyle>
            <a:lvl1pPr>
              <a:spcBef>
                <a:spcPts val="392"/>
              </a:spcBef>
              <a:spcAft>
                <a:spcPts val="588"/>
              </a:spcAft>
              <a:defRPr sz="2400"/>
            </a:lvl1pPr>
            <a:lvl2pPr marL="336145" indent="-224097">
              <a:spcBef>
                <a:spcPts val="392"/>
              </a:spcBef>
              <a:spcAft>
                <a:spcPts val="588"/>
              </a:spcAft>
              <a:buFont typeface="Arial" panose="020B0604020202020204" pitchFamily="34" charset="0"/>
              <a:buChar char="•"/>
              <a:defRPr>
                <a:solidFill>
                  <a:schemeClr val="tx1"/>
                </a:solidFill>
                <a:latin typeface="+mn-lt"/>
              </a:defRPr>
            </a:lvl2pPr>
            <a:lvl3pPr marL="280121" indent="-280121">
              <a:spcBef>
                <a:spcPts val="392"/>
              </a:spcBef>
              <a:spcAft>
                <a:spcPts val="588"/>
              </a:spcAft>
              <a:buFont typeface="Arial" panose="020B0604020202020204" pitchFamily="34" charset="0"/>
              <a:buChar char="•"/>
              <a:defRPr>
                <a:solidFill>
                  <a:schemeClr val="tx1"/>
                </a:solidFill>
                <a:latin typeface="+mn-lt"/>
              </a:defRPr>
            </a:lvl3pPr>
            <a:lvl4pPr marL="672290" indent="-280121">
              <a:spcBef>
                <a:spcPts val="392"/>
              </a:spcBef>
              <a:spcAft>
                <a:spcPts val="588"/>
              </a:spcAft>
              <a:buSzPct val="100000"/>
              <a:buFont typeface="Arial" panose="020B0604020202020204" pitchFamily="34" charset="0"/>
              <a:buChar char="‒"/>
              <a:defRPr>
                <a:solidFill>
                  <a:schemeClr val="tx1"/>
                </a:solidFill>
                <a:latin typeface="+mn-lt"/>
              </a:defRPr>
            </a:lvl4pPr>
            <a:lvl5pPr marL="168072" indent="-168072">
              <a:spcBef>
                <a:spcPts val="392"/>
              </a:spcBef>
              <a:spcAft>
                <a:spcPts val="588"/>
              </a:spcAft>
              <a:buFont typeface="Arial" panose="020B0604020202020204" pitchFamily="34" charset="0"/>
              <a:buChar char="•"/>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6" name="Straight Connector 5">
            <a:extLst>
              <a:ext uri="{FF2B5EF4-FFF2-40B4-BE49-F238E27FC236}">
                <a16:creationId xmlns:a16="http://schemas.microsoft.com/office/drawing/2014/main" id="{59500235-F506-479A-8FC5-E0FA2D9B07C5}"/>
              </a:ext>
              <a:ext uri="{C183D7F6-B498-43B3-948B-1728B52AA6E4}">
                <adec:decorative xmlns:adec="http://schemas.microsoft.com/office/drawing/2017/decorative" val="1"/>
              </a:ext>
            </a:extLst>
          </p:cNvPr>
          <p:cNvCxnSpPr>
            <a:cxnSpLocks/>
          </p:cNvCxnSpPr>
          <p:nvPr/>
        </p:nvCxnSpPr>
        <p:spPr>
          <a:xfrm>
            <a:off x="6089276" y="1293750"/>
            <a:ext cx="0" cy="4563213"/>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7" name="Content Placeholder 4">
            <a:extLst>
              <a:ext uri="{FF2B5EF4-FFF2-40B4-BE49-F238E27FC236}">
                <a16:creationId xmlns:a16="http://schemas.microsoft.com/office/drawing/2014/main" id="{D17555C6-D911-440E-98E2-C7A43ED55E60}"/>
              </a:ext>
            </a:extLst>
          </p:cNvPr>
          <p:cNvSpPr>
            <a:spLocks noGrp="1"/>
          </p:cNvSpPr>
          <p:nvPr>
            <p:ph sz="quarter" idx="12"/>
          </p:nvPr>
        </p:nvSpPr>
        <p:spPr>
          <a:xfrm>
            <a:off x="6364951" y="1456897"/>
            <a:ext cx="5394960" cy="4734629"/>
          </a:xfrm>
        </p:spPr>
        <p:txBody>
          <a:bodyPr/>
          <a:lstStyle>
            <a:lvl1pPr>
              <a:spcBef>
                <a:spcPts val="392"/>
              </a:spcBef>
              <a:spcAft>
                <a:spcPts val="588"/>
              </a:spcAft>
              <a:defRPr sz="2400"/>
            </a:lvl1pPr>
            <a:lvl2pPr marL="336145" indent="-224097">
              <a:spcBef>
                <a:spcPts val="392"/>
              </a:spcBef>
              <a:spcAft>
                <a:spcPts val="588"/>
              </a:spcAft>
              <a:buFont typeface="Arial" panose="020B0604020202020204" pitchFamily="34" charset="0"/>
              <a:buChar char="•"/>
              <a:defRPr>
                <a:solidFill>
                  <a:schemeClr val="tx1"/>
                </a:solidFill>
                <a:latin typeface="+mn-lt"/>
              </a:defRPr>
            </a:lvl2pPr>
            <a:lvl3pPr marL="280121" indent="-280121">
              <a:spcBef>
                <a:spcPts val="392"/>
              </a:spcBef>
              <a:spcAft>
                <a:spcPts val="588"/>
              </a:spcAft>
              <a:buFont typeface="Arial" panose="020B0604020202020204" pitchFamily="34" charset="0"/>
              <a:buChar char="•"/>
              <a:defRPr>
                <a:solidFill>
                  <a:schemeClr val="tx1"/>
                </a:solidFill>
                <a:latin typeface="+mn-lt"/>
              </a:defRPr>
            </a:lvl3pPr>
            <a:lvl4pPr marL="672290" indent="-280121">
              <a:spcBef>
                <a:spcPts val="392"/>
              </a:spcBef>
              <a:spcAft>
                <a:spcPts val="588"/>
              </a:spcAft>
              <a:buSzPct val="100000"/>
              <a:buFont typeface="Arial" panose="020B0604020202020204" pitchFamily="34" charset="0"/>
              <a:buChar char="‒"/>
              <a:defRPr>
                <a:solidFill>
                  <a:schemeClr val="tx1"/>
                </a:solidFill>
                <a:latin typeface="+mn-lt"/>
              </a:defRPr>
            </a:lvl4pPr>
            <a:lvl5pPr marL="168072" indent="-168072">
              <a:spcBef>
                <a:spcPts val="392"/>
              </a:spcBef>
              <a:spcAft>
                <a:spcPts val="588"/>
              </a:spcAft>
              <a:buFont typeface="Arial" panose="020B0604020202020204" pitchFamily="34" charset="0"/>
              <a:buChar char="•"/>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Footer Placeholder 1">
            <a:extLst>
              <a:ext uri="{FF2B5EF4-FFF2-40B4-BE49-F238E27FC236}">
                <a16:creationId xmlns:a16="http://schemas.microsoft.com/office/drawing/2014/main" id="{87A06669-B2CF-43F2-99B5-001A005A3AA1}"/>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902996062"/>
      </p:ext>
    </p:extLst>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1_Bulleted Text Layout_two column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441468" y="1456896"/>
            <a:ext cx="5543785" cy="4194604"/>
          </a:xfrm>
          <a:solidFill>
            <a:schemeClr val="bg1">
              <a:lumMod val="95000"/>
            </a:schemeClr>
          </a:solidFill>
        </p:spPr>
        <p:txBody>
          <a:bodyPr lIns="137160" rIns="137160"/>
          <a:lstStyle>
            <a:lvl1pPr>
              <a:spcBef>
                <a:spcPts val="392"/>
              </a:spcBef>
              <a:spcAft>
                <a:spcPts val="588"/>
              </a:spcAft>
              <a:defRPr sz="2400"/>
            </a:lvl1pPr>
            <a:lvl2pPr marL="336145" indent="-224097">
              <a:spcBef>
                <a:spcPts val="392"/>
              </a:spcBef>
              <a:spcAft>
                <a:spcPts val="588"/>
              </a:spcAft>
              <a:buFont typeface="Arial" panose="020B0604020202020204" pitchFamily="34" charset="0"/>
              <a:buChar char="•"/>
              <a:defRPr>
                <a:solidFill>
                  <a:schemeClr val="tx1"/>
                </a:solidFill>
                <a:latin typeface="+mn-lt"/>
              </a:defRPr>
            </a:lvl2pPr>
            <a:lvl3pPr marL="280121" indent="-280121">
              <a:spcBef>
                <a:spcPts val="392"/>
              </a:spcBef>
              <a:spcAft>
                <a:spcPts val="588"/>
              </a:spcAft>
              <a:buFont typeface="Arial" panose="020B0604020202020204" pitchFamily="34" charset="0"/>
              <a:buChar char="•"/>
              <a:defRPr>
                <a:solidFill>
                  <a:schemeClr val="tx1"/>
                </a:solidFill>
                <a:latin typeface="+mn-lt"/>
              </a:defRPr>
            </a:lvl3pPr>
            <a:lvl4pPr marL="672290" indent="-280121">
              <a:spcBef>
                <a:spcPts val="392"/>
              </a:spcBef>
              <a:spcAft>
                <a:spcPts val="588"/>
              </a:spcAft>
              <a:buSzPct val="100000"/>
              <a:buFont typeface="Arial" panose="020B0604020202020204" pitchFamily="34" charset="0"/>
              <a:buChar char="‒"/>
              <a:defRPr>
                <a:solidFill>
                  <a:schemeClr val="tx1"/>
                </a:solidFill>
                <a:latin typeface="+mn-lt"/>
              </a:defRPr>
            </a:lvl4pPr>
            <a:lvl5pPr marL="168072" indent="-168072">
              <a:spcBef>
                <a:spcPts val="392"/>
              </a:spcBef>
              <a:spcAft>
                <a:spcPts val="588"/>
              </a:spcAft>
              <a:buFont typeface="Arial" panose="020B0604020202020204" pitchFamily="34" charset="0"/>
              <a:buChar char="•"/>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Content Placeholder 4">
            <a:extLst>
              <a:ext uri="{FF2B5EF4-FFF2-40B4-BE49-F238E27FC236}">
                <a16:creationId xmlns:a16="http://schemas.microsoft.com/office/drawing/2014/main" id="{D17555C6-D911-440E-98E2-C7A43ED55E60}"/>
              </a:ext>
            </a:extLst>
          </p:cNvPr>
          <p:cNvSpPr>
            <a:spLocks noGrp="1"/>
          </p:cNvSpPr>
          <p:nvPr>
            <p:ph sz="quarter" idx="12"/>
          </p:nvPr>
        </p:nvSpPr>
        <p:spPr>
          <a:xfrm>
            <a:off x="6229350" y="1456896"/>
            <a:ext cx="5531577" cy="4194604"/>
          </a:xfrm>
          <a:solidFill>
            <a:schemeClr val="bg1">
              <a:lumMod val="95000"/>
            </a:schemeClr>
          </a:solidFill>
        </p:spPr>
        <p:txBody>
          <a:bodyPr lIns="137160" rIns="137160"/>
          <a:lstStyle>
            <a:lvl1pPr>
              <a:spcBef>
                <a:spcPts val="392"/>
              </a:spcBef>
              <a:spcAft>
                <a:spcPts val="588"/>
              </a:spcAft>
              <a:defRPr sz="2400"/>
            </a:lvl1pPr>
            <a:lvl2pPr marL="336145" indent="-224097">
              <a:spcBef>
                <a:spcPts val="392"/>
              </a:spcBef>
              <a:spcAft>
                <a:spcPts val="588"/>
              </a:spcAft>
              <a:buFont typeface="Arial" panose="020B0604020202020204" pitchFamily="34" charset="0"/>
              <a:buChar char="•"/>
              <a:defRPr>
                <a:solidFill>
                  <a:schemeClr val="tx1"/>
                </a:solidFill>
                <a:latin typeface="+mn-lt"/>
              </a:defRPr>
            </a:lvl2pPr>
            <a:lvl3pPr marL="280121" indent="-280121">
              <a:spcBef>
                <a:spcPts val="392"/>
              </a:spcBef>
              <a:spcAft>
                <a:spcPts val="588"/>
              </a:spcAft>
              <a:buFont typeface="Arial" panose="020B0604020202020204" pitchFamily="34" charset="0"/>
              <a:buChar char="•"/>
              <a:defRPr>
                <a:solidFill>
                  <a:schemeClr val="tx1"/>
                </a:solidFill>
                <a:latin typeface="+mn-lt"/>
              </a:defRPr>
            </a:lvl3pPr>
            <a:lvl4pPr marL="672290" indent="-280121">
              <a:spcBef>
                <a:spcPts val="392"/>
              </a:spcBef>
              <a:spcAft>
                <a:spcPts val="588"/>
              </a:spcAft>
              <a:buSzPct val="100000"/>
              <a:buFont typeface="Arial" panose="020B0604020202020204" pitchFamily="34" charset="0"/>
              <a:buChar char="‒"/>
              <a:defRPr>
                <a:solidFill>
                  <a:schemeClr val="tx1"/>
                </a:solidFill>
                <a:latin typeface="+mn-lt"/>
              </a:defRPr>
            </a:lvl4pPr>
            <a:lvl5pPr marL="168072" indent="-168072">
              <a:spcBef>
                <a:spcPts val="392"/>
              </a:spcBef>
              <a:spcAft>
                <a:spcPts val="588"/>
              </a:spcAft>
              <a:buFont typeface="Arial" panose="020B0604020202020204" pitchFamily="34" charset="0"/>
              <a:buChar char="•"/>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 name="Footer Placeholder 1">
            <a:extLst>
              <a:ext uri="{FF2B5EF4-FFF2-40B4-BE49-F238E27FC236}">
                <a16:creationId xmlns:a16="http://schemas.microsoft.com/office/drawing/2014/main" id="{FD7644AB-9D01-4585-9388-8EB76A4E16D3}"/>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863049285"/>
      </p:ext>
    </p:extLst>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Agenda 4 row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p:nvSpPr>
        <p:spPr bwMode="auto">
          <a:xfrm>
            <a:off x="0" y="0"/>
            <a:ext cx="2743200" cy="6858000"/>
          </a:xfrm>
          <a:prstGeom prst="rect">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418643" y="3088902"/>
            <a:ext cx="1959432" cy="680196"/>
          </a:xfrm>
        </p:spPr>
        <p:txBody>
          <a:bodyPr anchor="ctr"/>
          <a:lstStyle>
            <a:lvl1pPr>
              <a:defRPr>
                <a:solidFill>
                  <a:schemeClr val="bg1"/>
                </a:solidFill>
              </a:defRPr>
            </a:lvl1pPr>
          </a:lstStyle>
          <a:p>
            <a:r>
              <a:rPr lang="en-US" dirty="0"/>
              <a:t>Agenda</a:t>
            </a:r>
            <a:br>
              <a:rPr lang="en-US" dirty="0"/>
            </a:br>
            <a:r>
              <a:rPr lang="en-US" dirty="0"/>
              <a:t>4 rows</a:t>
            </a:r>
          </a:p>
        </p:txBody>
      </p:sp>
      <p:sp>
        <p:nvSpPr>
          <p:cNvPr id="5" name="Text Placeholder 4"/>
          <p:cNvSpPr>
            <a:spLocks noGrp="1"/>
          </p:cNvSpPr>
          <p:nvPr>
            <p:ph type="body" sz="quarter" idx="11" hasCustomPrompt="1"/>
          </p:nvPr>
        </p:nvSpPr>
        <p:spPr>
          <a:xfrm>
            <a:off x="4078288" y="985704"/>
            <a:ext cx="7695070" cy="896552"/>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dirty="0"/>
              <a:t>Body copy Segoe UI Regular 14/18. The quick brown fox jumps over the lazy dog. The quick brown fox jumps over the lazy dog. </a:t>
            </a:r>
          </a:p>
        </p:txBody>
      </p:sp>
      <p:sp>
        <p:nvSpPr>
          <p:cNvPr id="14" name="Text Placeholder 4"/>
          <p:cNvSpPr>
            <a:spLocks noGrp="1"/>
          </p:cNvSpPr>
          <p:nvPr>
            <p:ph type="body" sz="quarter" idx="15" hasCustomPrompt="1"/>
          </p:nvPr>
        </p:nvSpPr>
        <p:spPr>
          <a:xfrm>
            <a:off x="4078288" y="2339411"/>
            <a:ext cx="7695070" cy="896552"/>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dirty="0"/>
              <a:t>Body copy Segoe UI Regular 14/18. The quick brown fox jumps over the lazy dog. The quick brown fox jumps over the lazy dog. </a:t>
            </a:r>
          </a:p>
        </p:txBody>
      </p:sp>
      <p:sp>
        <p:nvSpPr>
          <p:cNvPr id="16" name="Text Placeholder 4"/>
          <p:cNvSpPr>
            <a:spLocks noGrp="1"/>
          </p:cNvSpPr>
          <p:nvPr>
            <p:ph type="body" sz="quarter" idx="17" hasCustomPrompt="1"/>
          </p:nvPr>
        </p:nvSpPr>
        <p:spPr>
          <a:xfrm>
            <a:off x="4078288" y="3693118"/>
            <a:ext cx="7695070" cy="896552"/>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dirty="0"/>
              <a:t>Body copy Segoe UI Regular 14/18. The quick brown fox jumps over the lazy dog. The quick brown fox jumps over the lazy dog. </a:t>
            </a:r>
          </a:p>
        </p:txBody>
      </p:sp>
      <p:sp>
        <p:nvSpPr>
          <p:cNvPr id="20" name="Text Placeholder 4"/>
          <p:cNvSpPr>
            <a:spLocks noGrp="1"/>
          </p:cNvSpPr>
          <p:nvPr>
            <p:ph type="body" sz="quarter" idx="21" hasCustomPrompt="1"/>
          </p:nvPr>
        </p:nvSpPr>
        <p:spPr>
          <a:xfrm>
            <a:off x="4078288" y="5046824"/>
            <a:ext cx="7695070" cy="896552"/>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dirty="0"/>
              <a:t>Body copy Segoe UI Regular 14/18. The quick brown fox jumps over the lazy dog. The quick brown fox jumps over the lazy dog. </a:t>
            </a:r>
          </a:p>
        </p:txBody>
      </p:sp>
      <p:sp>
        <p:nvSpPr>
          <p:cNvPr id="4" name="Footer Placeholder 1">
            <a:extLst>
              <a:ext uri="{FF2B5EF4-FFF2-40B4-BE49-F238E27FC236}">
                <a16:creationId xmlns:a16="http://schemas.microsoft.com/office/drawing/2014/main" id="{1FA6548C-890C-4150-B5BD-A8AF55A82E70}"/>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229915280"/>
      </p:ext>
    </p:extLst>
  </p:cSld>
  <p:clrMapOvr>
    <a:masterClrMapping/>
  </p:clrMapOvr>
  <p:transition>
    <p:fade/>
  </p:transition>
  <p:extLst>
    <p:ext uri="{DCECCB84-F9BA-43D5-87BE-67443E8EF086}">
      <p15:sldGuideLst xmlns:p15="http://schemas.microsoft.com/office/powerpoint/2012/main">
        <p15:guide id="1" pos="1728">
          <p15:clr>
            <a:srgbClr val="FBAE40"/>
          </p15:clr>
        </p15:guide>
        <p15:guide id="2" pos="2352">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ection slide">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990B4C-4B23-479D-ADA8-DD6E0658DF5A}"/>
              </a:ext>
            </a:extLst>
          </p:cNvPr>
          <p:cNvSpPr/>
          <p:nvPr/>
        </p:nvSpPr>
        <p:spPr bwMode="auto">
          <a:xfrm>
            <a:off x="1" y="2526646"/>
            <a:ext cx="9697686" cy="1784048"/>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a:gradFill>
                <a:gsLst>
                  <a:gs pos="0">
                    <a:srgbClr val="FFFFFF"/>
                  </a:gs>
                  <a:gs pos="100000">
                    <a:srgbClr val="FFFFFF"/>
                  </a:gs>
                </a:gsLst>
                <a:lin ang="5400000" scaled="0"/>
              </a:gradFill>
              <a:ea typeface="Segoe UI" pitchFamily="34" charset="0"/>
              <a:cs typeface="Segoe UI" pitchFamily="34" charset="0"/>
            </a:endParaRPr>
          </a:p>
        </p:txBody>
      </p:sp>
      <p:sp>
        <p:nvSpPr>
          <p:cNvPr id="4" name="Title 35"/>
          <p:cNvSpPr>
            <a:spLocks noGrp="1"/>
          </p:cNvSpPr>
          <p:nvPr>
            <p:ph type="title" hasCustomPrompt="1"/>
          </p:nvPr>
        </p:nvSpPr>
        <p:spPr>
          <a:xfrm>
            <a:off x="418644" y="2526646"/>
            <a:ext cx="9189910" cy="1784048"/>
          </a:xfrm>
          <a:prstGeom prst="rect">
            <a:avLst/>
          </a:prstGeom>
          <a:noFill/>
        </p:spPr>
        <p:txBody>
          <a:bodyPr vert="horz" wrap="square" lIns="0" tIns="0" rIns="0" bIns="0" rtlCol="0" anchor="ctr" anchorCtr="0">
            <a:noAutofit/>
          </a:bodyPr>
          <a:lstStyle>
            <a:lvl1pPr>
              <a:defRPr lang="en-US" sz="3600" spc="-49" baseline="0" dirty="0">
                <a:solidFill>
                  <a:schemeClr val="bg1"/>
                </a:solidFill>
              </a:defRPr>
            </a:lvl1pPr>
          </a:lstStyle>
          <a:p>
            <a:pPr marL="0" lvl="0">
              <a:lnSpc>
                <a:spcPts val="5490"/>
              </a:lnSpc>
            </a:pPr>
            <a:r>
              <a:rPr lang="en-US" dirty="0"/>
              <a:t>Section title</a:t>
            </a:r>
          </a:p>
        </p:txBody>
      </p:sp>
      <p:sp>
        <p:nvSpPr>
          <p:cNvPr id="6" name="Rectangle 5">
            <a:extLst>
              <a:ext uri="{FF2B5EF4-FFF2-40B4-BE49-F238E27FC236}">
                <a16:creationId xmlns:a16="http://schemas.microsoft.com/office/drawing/2014/main" id="{E7A7DCD7-2A9A-4303-B73A-A8AA23BAF4B6}"/>
              </a:ext>
            </a:extLst>
          </p:cNvPr>
          <p:cNvSpPr/>
          <p:nvPr/>
        </p:nvSpPr>
        <p:spPr bwMode="auto">
          <a:xfrm>
            <a:off x="9697686" y="2526646"/>
            <a:ext cx="2082603" cy="1784048"/>
          </a:xfrm>
          <a:prstGeom prst="rect">
            <a:avLst/>
          </a:prstGeom>
          <a:solidFill>
            <a:schemeClr val="bg2">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a:gradFill>
                <a:gsLst>
                  <a:gs pos="0">
                    <a:srgbClr val="FFFFFF"/>
                  </a:gs>
                  <a:gs pos="100000">
                    <a:srgbClr val="FFFFFF"/>
                  </a:gs>
                </a:gsLst>
                <a:lin ang="5400000" scaled="0"/>
              </a:gradFill>
              <a:ea typeface="Segoe UI" pitchFamily="34" charset="0"/>
              <a:cs typeface="Segoe UI" pitchFamily="34" charset="0"/>
            </a:endParaRPr>
          </a:p>
        </p:txBody>
      </p:sp>
      <p:sp>
        <p:nvSpPr>
          <p:cNvPr id="7" name="Rectangle 6">
            <a:extLst>
              <a:ext uri="{FF2B5EF4-FFF2-40B4-BE49-F238E27FC236}">
                <a16:creationId xmlns:a16="http://schemas.microsoft.com/office/drawing/2014/main" id="{79F5CEB5-AAB3-4E98-82B0-2B2EDFAC7F19}"/>
              </a:ext>
            </a:extLst>
          </p:cNvPr>
          <p:cNvSpPr/>
          <p:nvPr/>
        </p:nvSpPr>
        <p:spPr bwMode="auto">
          <a:xfrm>
            <a:off x="11569483" y="2481083"/>
            <a:ext cx="203874" cy="1875174"/>
          </a:xfrm>
          <a:custGeom>
            <a:avLst/>
            <a:gdLst>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0 w 329334"/>
              <a:gd name="connsiteY4" fmla="*/ 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0 w 329334"/>
              <a:gd name="connsiteY4" fmla="*/ 861580 h 1819564"/>
              <a:gd name="connsiteX5" fmla="*/ 0 w 329334"/>
              <a:gd name="connsiteY5" fmla="*/ 0 h 1819564"/>
              <a:gd name="connsiteX0" fmla="*/ 0 w 329334"/>
              <a:gd name="connsiteY0" fmla="*/ 861580 h 1819564"/>
              <a:gd name="connsiteX1" fmla="*/ 0 w 329334"/>
              <a:gd name="connsiteY1" fmla="*/ 0 h 1819564"/>
              <a:gd name="connsiteX2" fmla="*/ 329334 w 329334"/>
              <a:gd name="connsiteY2" fmla="*/ 0 h 1819564"/>
              <a:gd name="connsiteX3" fmla="*/ 329334 w 329334"/>
              <a:gd name="connsiteY3" fmla="*/ 1819564 h 1819564"/>
              <a:gd name="connsiteX4" fmla="*/ 0 w 329334"/>
              <a:gd name="connsiteY4" fmla="*/ 1819564 h 1819564"/>
              <a:gd name="connsiteX5" fmla="*/ 91440 w 329334"/>
              <a:gd name="connsiteY5" fmla="*/ 95302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91440 w 329334"/>
              <a:gd name="connsiteY4" fmla="*/ 95302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Lst>
            <a:ahLst/>
            <a:cxnLst>
              <a:cxn ang="0">
                <a:pos x="connsiteX0" y="connsiteY0"/>
              </a:cxn>
              <a:cxn ang="0">
                <a:pos x="connsiteX1" y="connsiteY1"/>
              </a:cxn>
              <a:cxn ang="0">
                <a:pos x="connsiteX2" y="connsiteY2"/>
              </a:cxn>
              <a:cxn ang="0">
                <a:pos x="connsiteX3" y="connsiteY3"/>
              </a:cxn>
            </a:cxnLst>
            <a:rect l="l" t="t" r="r" b="b"/>
            <a:pathLst>
              <a:path w="329334" h="1819564">
                <a:moveTo>
                  <a:pt x="0" y="0"/>
                </a:moveTo>
                <a:lnTo>
                  <a:pt x="329334" y="0"/>
                </a:lnTo>
                <a:lnTo>
                  <a:pt x="329334" y="1819564"/>
                </a:lnTo>
                <a:lnTo>
                  <a:pt x="0" y="1819564"/>
                </a:lnTo>
              </a:path>
            </a:pathLst>
          </a:custGeom>
          <a:noFill/>
          <a:ln w="19050" cap="sq">
            <a:solidFill>
              <a:schemeClr val="accent1"/>
            </a:solidFill>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a:gradFill>
                <a:gsLst>
                  <a:gs pos="0">
                    <a:srgbClr val="FFFFFF"/>
                  </a:gs>
                  <a:gs pos="100000">
                    <a:srgbClr val="FFFFFF"/>
                  </a:gs>
                </a:gsLst>
                <a:lin ang="5400000" scaled="0"/>
              </a:gradFill>
              <a:ea typeface="Segoe UI" pitchFamily="34" charset="0"/>
              <a:cs typeface="Segoe UI" pitchFamily="34" charset="0"/>
            </a:endParaRPr>
          </a:p>
        </p:txBody>
      </p:sp>
      <p:sp>
        <p:nvSpPr>
          <p:cNvPr id="8" name="Rectangle 6">
            <a:extLst>
              <a:ext uri="{FF2B5EF4-FFF2-40B4-BE49-F238E27FC236}">
                <a16:creationId xmlns:a16="http://schemas.microsoft.com/office/drawing/2014/main" id="{C39A4550-468E-4965-BBF3-650AD824060F}"/>
              </a:ext>
            </a:extLst>
          </p:cNvPr>
          <p:cNvSpPr/>
          <p:nvPr/>
        </p:nvSpPr>
        <p:spPr bwMode="auto">
          <a:xfrm flipH="1">
            <a:off x="9697686" y="2481083"/>
            <a:ext cx="203874" cy="1875174"/>
          </a:xfrm>
          <a:custGeom>
            <a:avLst/>
            <a:gdLst>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0 w 329334"/>
              <a:gd name="connsiteY4" fmla="*/ 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0 w 329334"/>
              <a:gd name="connsiteY4" fmla="*/ 861580 h 1819564"/>
              <a:gd name="connsiteX5" fmla="*/ 0 w 329334"/>
              <a:gd name="connsiteY5" fmla="*/ 0 h 1819564"/>
              <a:gd name="connsiteX0" fmla="*/ 0 w 329334"/>
              <a:gd name="connsiteY0" fmla="*/ 861580 h 1819564"/>
              <a:gd name="connsiteX1" fmla="*/ 0 w 329334"/>
              <a:gd name="connsiteY1" fmla="*/ 0 h 1819564"/>
              <a:gd name="connsiteX2" fmla="*/ 329334 w 329334"/>
              <a:gd name="connsiteY2" fmla="*/ 0 h 1819564"/>
              <a:gd name="connsiteX3" fmla="*/ 329334 w 329334"/>
              <a:gd name="connsiteY3" fmla="*/ 1819564 h 1819564"/>
              <a:gd name="connsiteX4" fmla="*/ 0 w 329334"/>
              <a:gd name="connsiteY4" fmla="*/ 1819564 h 1819564"/>
              <a:gd name="connsiteX5" fmla="*/ 91440 w 329334"/>
              <a:gd name="connsiteY5" fmla="*/ 95302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91440 w 329334"/>
              <a:gd name="connsiteY4" fmla="*/ 95302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Lst>
            <a:ahLst/>
            <a:cxnLst>
              <a:cxn ang="0">
                <a:pos x="connsiteX0" y="connsiteY0"/>
              </a:cxn>
              <a:cxn ang="0">
                <a:pos x="connsiteX1" y="connsiteY1"/>
              </a:cxn>
              <a:cxn ang="0">
                <a:pos x="connsiteX2" y="connsiteY2"/>
              </a:cxn>
              <a:cxn ang="0">
                <a:pos x="connsiteX3" y="connsiteY3"/>
              </a:cxn>
            </a:cxnLst>
            <a:rect l="l" t="t" r="r" b="b"/>
            <a:pathLst>
              <a:path w="329334" h="1819564">
                <a:moveTo>
                  <a:pt x="0" y="0"/>
                </a:moveTo>
                <a:lnTo>
                  <a:pt x="329334" y="0"/>
                </a:lnTo>
                <a:lnTo>
                  <a:pt x="329334" y="1819564"/>
                </a:lnTo>
                <a:lnTo>
                  <a:pt x="0" y="1819564"/>
                </a:lnTo>
              </a:path>
            </a:pathLst>
          </a:custGeom>
          <a:noFill/>
          <a:ln w="19050" cap="sq">
            <a:solidFill>
              <a:schemeClr val="accent1"/>
            </a:solidFill>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a:gradFill>
                <a:gsLst>
                  <a:gs pos="0">
                    <a:srgbClr val="FFFFFF"/>
                  </a:gs>
                  <a:gs pos="100000">
                    <a:srgbClr val="FFFFFF"/>
                  </a:gs>
                </a:gsLst>
                <a:lin ang="5400000" scaled="0"/>
              </a:gradFill>
              <a:ea typeface="Segoe UI" pitchFamily="34" charset="0"/>
              <a:cs typeface="Segoe UI" pitchFamily="34" charset="0"/>
            </a:endParaRPr>
          </a:p>
        </p:txBody>
      </p:sp>
      <p:sp>
        <p:nvSpPr>
          <p:cNvPr id="12" name="Picture Placeholder 11">
            <a:extLst>
              <a:ext uri="{FF2B5EF4-FFF2-40B4-BE49-F238E27FC236}">
                <a16:creationId xmlns:a16="http://schemas.microsoft.com/office/drawing/2014/main" id="{A0F18A81-5AF1-41EB-B335-9EF67062969B}"/>
              </a:ext>
            </a:extLst>
          </p:cNvPr>
          <p:cNvSpPr>
            <a:spLocks noGrp="1"/>
          </p:cNvSpPr>
          <p:nvPr>
            <p:ph type="pic" sz="quarter" idx="10"/>
          </p:nvPr>
        </p:nvSpPr>
        <p:spPr>
          <a:xfrm>
            <a:off x="10098361" y="2777952"/>
            <a:ext cx="1281254" cy="1281436"/>
          </a:xfrm>
        </p:spPr>
        <p:txBody>
          <a:bodyPr anchor="ctr">
            <a:noAutofit/>
          </a:bodyPr>
          <a:lstStyle>
            <a:lvl1pPr algn="ctr">
              <a:defRPr/>
            </a:lvl1pPr>
          </a:lstStyle>
          <a:p>
            <a:r>
              <a:rPr lang="en-US" dirty="0"/>
              <a:t>Click icon to add picture</a:t>
            </a:r>
          </a:p>
        </p:txBody>
      </p:sp>
      <p:sp>
        <p:nvSpPr>
          <p:cNvPr id="9" name="Rectangle 8">
            <a:extLst>
              <a:ext uri="{FF2B5EF4-FFF2-40B4-BE49-F238E27FC236}">
                <a16:creationId xmlns:a16="http://schemas.microsoft.com/office/drawing/2014/main" id="{CDF61181-7FE1-4548-B0B6-E11A6D7C8D9F}"/>
              </a:ext>
            </a:extLst>
          </p:cNvPr>
          <p:cNvSpPr/>
          <p:nvPr userDrawn="1"/>
        </p:nvSpPr>
        <p:spPr bwMode="auto">
          <a:xfrm>
            <a:off x="1" y="2526646"/>
            <a:ext cx="9697686" cy="1784048"/>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a:gradFill>
                <a:gsLst>
                  <a:gs pos="0">
                    <a:srgbClr val="FFFFFF"/>
                  </a:gs>
                  <a:gs pos="100000">
                    <a:srgbClr val="FFFFFF"/>
                  </a:gs>
                </a:gsLst>
                <a:lin ang="5400000" scaled="0"/>
              </a:gradFill>
              <a:ea typeface="Segoe UI" pitchFamily="34" charset="0"/>
              <a:cs typeface="Segoe UI" pitchFamily="34" charset="0"/>
            </a:endParaRPr>
          </a:p>
        </p:txBody>
      </p:sp>
      <p:sp>
        <p:nvSpPr>
          <p:cNvPr id="10" name="Rectangle 9">
            <a:extLst>
              <a:ext uri="{FF2B5EF4-FFF2-40B4-BE49-F238E27FC236}">
                <a16:creationId xmlns:a16="http://schemas.microsoft.com/office/drawing/2014/main" id="{1B3D0975-0149-4207-A41B-8525F0D37A3B}"/>
              </a:ext>
            </a:extLst>
          </p:cNvPr>
          <p:cNvSpPr/>
          <p:nvPr userDrawn="1"/>
        </p:nvSpPr>
        <p:spPr bwMode="auto">
          <a:xfrm>
            <a:off x="9697686" y="2526646"/>
            <a:ext cx="2082603" cy="1784048"/>
          </a:xfrm>
          <a:prstGeom prst="rect">
            <a:avLst/>
          </a:prstGeom>
          <a:solidFill>
            <a:schemeClr val="bg2">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a:gradFill>
                <a:gsLst>
                  <a:gs pos="0">
                    <a:srgbClr val="FFFFFF"/>
                  </a:gs>
                  <a:gs pos="100000">
                    <a:srgbClr val="FFFFFF"/>
                  </a:gs>
                </a:gsLst>
                <a:lin ang="5400000" scaled="0"/>
              </a:gradFill>
              <a:ea typeface="Segoe UI" pitchFamily="34" charset="0"/>
              <a:cs typeface="Segoe UI" pitchFamily="34" charset="0"/>
            </a:endParaRPr>
          </a:p>
        </p:txBody>
      </p:sp>
      <p:sp>
        <p:nvSpPr>
          <p:cNvPr id="11" name="Rectangle 6">
            <a:extLst>
              <a:ext uri="{FF2B5EF4-FFF2-40B4-BE49-F238E27FC236}">
                <a16:creationId xmlns:a16="http://schemas.microsoft.com/office/drawing/2014/main" id="{DBC51A1B-A819-4A21-B32B-D149307AAD64}"/>
              </a:ext>
            </a:extLst>
          </p:cNvPr>
          <p:cNvSpPr/>
          <p:nvPr userDrawn="1"/>
        </p:nvSpPr>
        <p:spPr bwMode="auto">
          <a:xfrm>
            <a:off x="11569483" y="2481083"/>
            <a:ext cx="203874" cy="1875174"/>
          </a:xfrm>
          <a:custGeom>
            <a:avLst/>
            <a:gdLst>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0 w 329334"/>
              <a:gd name="connsiteY4" fmla="*/ 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0 w 329334"/>
              <a:gd name="connsiteY4" fmla="*/ 861580 h 1819564"/>
              <a:gd name="connsiteX5" fmla="*/ 0 w 329334"/>
              <a:gd name="connsiteY5" fmla="*/ 0 h 1819564"/>
              <a:gd name="connsiteX0" fmla="*/ 0 w 329334"/>
              <a:gd name="connsiteY0" fmla="*/ 861580 h 1819564"/>
              <a:gd name="connsiteX1" fmla="*/ 0 w 329334"/>
              <a:gd name="connsiteY1" fmla="*/ 0 h 1819564"/>
              <a:gd name="connsiteX2" fmla="*/ 329334 w 329334"/>
              <a:gd name="connsiteY2" fmla="*/ 0 h 1819564"/>
              <a:gd name="connsiteX3" fmla="*/ 329334 w 329334"/>
              <a:gd name="connsiteY3" fmla="*/ 1819564 h 1819564"/>
              <a:gd name="connsiteX4" fmla="*/ 0 w 329334"/>
              <a:gd name="connsiteY4" fmla="*/ 1819564 h 1819564"/>
              <a:gd name="connsiteX5" fmla="*/ 91440 w 329334"/>
              <a:gd name="connsiteY5" fmla="*/ 95302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91440 w 329334"/>
              <a:gd name="connsiteY4" fmla="*/ 95302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Lst>
            <a:ahLst/>
            <a:cxnLst>
              <a:cxn ang="0">
                <a:pos x="connsiteX0" y="connsiteY0"/>
              </a:cxn>
              <a:cxn ang="0">
                <a:pos x="connsiteX1" y="connsiteY1"/>
              </a:cxn>
              <a:cxn ang="0">
                <a:pos x="connsiteX2" y="connsiteY2"/>
              </a:cxn>
              <a:cxn ang="0">
                <a:pos x="connsiteX3" y="connsiteY3"/>
              </a:cxn>
            </a:cxnLst>
            <a:rect l="l" t="t" r="r" b="b"/>
            <a:pathLst>
              <a:path w="329334" h="1819564">
                <a:moveTo>
                  <a:pt x="0" y="0"/>
                </a:moveTo>
                <a:lnTo>
                  <a:pt x="329334" y="0"/>
                </a:lnTo>
                <a:lnTo>
                  <a:pt x="329334" y="1819564"/>
                </a:lnTo>
                <a:lnTo>
                  <a:pt x="0" y="1819564"/>
                </a:lnTo>
              </a:path>
            </a:pathLst>
          </a:custGeom>
          <a:noFill/>
          <a:ln w="19050" cap="sq">
            <a:solidFill>
              <a:schemeClr val="accent1"/>
            </a:solidFill>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a:gradFill>
                <a:gsLst>
                  <a:gs pos="0">
                    <a:srgbClr val="FFFFFF"/>
                  </a:gs>
                  <a:gs pos="100000">
                    <a:srgbClr val="FFFFFF"/>
                  </a:gs>
                </a:gsLst>
                <a:lin ang="5400000" scaled="0"/>
              </a:gradFill>
              <a:ea typeface="Segoe UI" pitchFamily="34" charset="0"/>
              <a:cs typeface="Segoe UI" pitchFamily="34" charset="0"/>
            </a:endParaRPr>
          </a:p>
        </p:txBody>
      </p:sp>
      <p:sp>
        <p:nvSpPr>
          <p:cNvPr id="13" name="Rectangle 6">
            <a:extLst>
              <a:ext uri="{FF2B5EF4-FFF2-40B4-BE49-F238E27FC236}">
                <a16:creationId xmlns:a16="http://schemas.microsoft.com/office/drawing/2014/main" id="{656F296A-C60F-457B-8AC2-609000036A12}"/>
              </a:ext>
            </a:extLst>
          </p:cNvPr>
          <p:cNvSpPr/>
          <p:nvPr userDrawn="1"/>
        </p:nvSpPr>
        <p:spPr bwMode="auto">
          <a:xfrm flipH="1">
            <a:off x="9697686" y="2481083"/>
            <a:ext cx="203874" cy="1875174"/>
          </a:xfrm>
          <a:custGeom>
            <a:avLst/>
            <a:gdLst>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0 w 329334"/>
              <a:gd name="connsiteY4" fmla="*/ 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0 w 329334"/>
              <a:gd name="connsiteY4" fmla="*/ 861580 h 1819564"/>
              <a:gd name="connsiteX5" fmla="*/ 0 w 329334"/>
              <a:gd name="connsiteY5" fmla="*/ 0 h 1819564"/>
              <a:gd name="connsiteX0" fmla="*/ 0 w 329334"/>
              <a:gd name="connsiteY0" fmla="*/ 861580 h 1819564"/>
              <a:gd name="connsiteX1" fmla="*/ 0 w 329334"/>
              <a:gd name="connsiteY1" fmla="*/ 0 h 1819564"/>
              <a:gd name="connsiteX2" fmla="*/ 329334 w 329334"/>
              <a:gd name="connsiteY2" fmla="*/ 0 h 1819564"/>
              <a:gd name="connsiteX3" fmla="*/ 329334 w 329334"/>
              <a:gd name="connsiteY3" fmla="*/ 1819564 h 1819564"/>
              <a:gd name="connsiteX4" fmla="*/ 0 w 329334"/>
              <a:gd name="connsiteY4" fmla="*/ 1819564 h 1819564"/>
              <a:gd name="connsiteX5" fmla="*/ 91440 w 329334"/>
              <a:gd name="connsiteY5" fmla="*/ 95302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91440 w 329334"/>
              <a:gd name="connsiteY4" fmla="*/ 95302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Lst>
            <a:ahLst/>
            <a:cxnLst>
              <a:cxn ang="0">
                <a:pos x="connsiteX0" y="connsiteY0"/>
              </a:cxn>
              <a:cxn ang="0">
                <a:pos x="connsiteX1" y="connsiteY1"/>
              </a:cxn>
              <a:cxn ang="0">
                <a:pos x="connsiteX2" y="connsiteY2"/>
              </a:cxn>
              <a:cxn ang="0">
                <a:pos x="connsiteX3" y="connsiteY3"/>
              </a:cxn>
            </a:cxnLst>
            <a:rect l="l" t="t" r="r" b="b"/>
            <a:pathLst>
              <a:path w="329334" h="1819564">
                <a:moveTo>
                  <a:pt x="0" y="0"/>
                </a:moveTo>
                <a:lnTo>
                  <a:pt x="329334" y="0"/>
                </a:lnTo>
                <a:lnTo>
                  <a:pt x="329334" y="1819564"/>
                </a:lnTo>
                <a:lnTo>
                  <a:pt x="0" y="1819564"/>
                </a:lnTo>
              </a:path>
            </a:pathLst>
          </a:custGeom>
          <a:noFill/>
          <a:ln w="19050" cap="sq">
            <a:solidFill>
              <a:schemeClr val="accent1"/>
            </a:solidFill>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a:gradFill>
                <a:gsLst>
                  <a:gs pos="0">
                    <a:srgbClr val="FFFFFF"/>
                  </a:gs>
                  <a:gs pos="100000">
                    <a:srgbClr val="FFFFFF"/>
                  </a:gs>
                </a:gsLst>
                <a:lin ang="5400000" scaled="0"/>
              </a:gradFill>
              <a:ea typeface="Segoe UI" pitchFamily="34" charset="0"/>
              <a:cs typeface="Segoe UI" pitchFamily="34" charset="0"/>
            </a:endParaRPr>
          </a:p>
        </p:txBody>
      </p:sp>
      <p:sp>
        <p:nvSpPr>
          <p:cNvPr id="5" name="Footer Placeholder 1">
            <a:extLst>
              <a:ext uri="{FF2B5EF4-FFF2-40B4-BE49-F238E27FC236}">
                <a16:creationId xmlns:a16="http://schemas.microsoft.com/office/drawing/2014/main" id="{176F6A61-D6C9-4B0B-92B1-A9AADD07A976}"/>
              </a:ext>
            </a:extLst>
          </p:cNvPr>
          <p:cNvSpPr txBox="1">
            <a:spLocks/>
          </p:cNvSpPr>
          <p:nvPr userDrawn="1"/>
        </p:nvSpPr>
        <p:spPr>
          <a:xfrm>
            <a:off x="8355623" y="6542477"/>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4148463347"/>
      </p:ext>
    </p:extLst>
  </p:cSld>
  <p:clrMapOvr>
    <a:masterClrMapping/>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ext option_3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dirty="0"/>
              <a:t>Text layout: four rows</a:t>
            </a:r>
          </a:p>
        </p:txBody>
      </p:sp>
      <p:sp>
        <p:nvSpPr>
          <p:cNvPr id="5" name="Text Placeholder 4"/>
          <p:cNvSpPr>
            <a:spLocks noGrp="1"/>
          </p:cNvSpPr>
          <p:nvPr>
            <p:ph type="body" sz="quarter" idx="11" hasCustomPrompt="1"/>
          </p:nvPr>
        </p:nvSpPr>
        <p:spPr>
          <a:xfrm>
            <a:off x="1568744" y="1456896"/>
            <a:ext cx="10204614" cy="896552"/>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r>
              <a:rPr lang="en-US" dirty="0"/>
              <a:t>Body copy Segoe UI Regular 14/18. The quick brown fox jumps over the lazy dog. The quick brown fox jumps over the lazy dog. The quick brown fox jumps over the lazy dog.</a:t>
            </a:r>
          </a:p>
        </p:txBody>
      </p:sp>
      <p:cxnSp>
        <p:nvCxnSpPr>
          <p:cNvPr id="7" name="Straight Connector 6">
            <a:extLst>
              <a:ext uri="{FF2B5EF4-FFF2-40B4-BE49-F238E27FC236}">
                <a16:creationId xmlns:a16="http://schemas.microsoft.com/office/drawing/2014/main" id="{8AF631F7-0FD6-4620-8D4C-845139540698}"/>
              </a:ext>
              <a:ext uri="{C183D7F6-B498-43B3-948B-1728B52AA6E4}">
                <adec:decorative xmlns:adec="http://schemas.microsoft.com/office/drawing/2017/decorative" val="1"/>
              </a:ext>
            </a:extLst>
          </p:cNvPr>
          <p:cNvCxnSpPr>
            <a:cxnSpLocks/>
          </p:cNvCxnSpPr>
          <p:nvPr/>
        </p:nvCxnSpPr>
        <p:spPr>
          <a:xfrm>
            <a:off x="1568744" y="2450308"/>
            <a:ext cx="1019116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568744" y="2546889"/>
            <a:ext cx="10204614" cy="896552"/>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8" name="Straight Connector 7">
            <a:extLst>
              <a:ext uri="{FF2B5EF4-FFF2-40B4-BE49-F238E27FC236}">
                <a16:creationId xmlns:a16="http://schemas.microsoft.com/office/drawing/2014/main" id="{13359E8F-F4BC-46D9-A456-1AEF499C6D31}"/>
              </a:ext>
              <a:ext uri="{C183D7F6-B498-43B3-948B-1728B52AA6E4}">
                <adec:decorative xmlns:adec="http://schemas.microsoft.com/office/drawing/2017/decorative" val="1"/>
              </a:ext>
            </a:extLst>
          </p:cNvPr>
          <p:cNvCxnSpPr>
            <a:cxnSpLocks/>
          </p:cNvCxnSpPr>
          <p:nvPr/>
        </p:nvCxnSpPr>
        <p:spPr>
          <a:xfrm>
            <a:off x="1568744" y="3540146"/>
            <a:ext cx="1019116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568744" y="3636882"/>
            <a:ext cx="10204614" cy="896552"/>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2" name="Footer Placeholder 1">
            <a:extLst>
              <a:ext uri="{FF2B5EF4-FFF2-40B4-BE49-F238E27FC236}">
                <a16:creationId xmlns:a16="http://schemas.microsoft.com/office/drawing/2014/main" id="{7A2B48ED-C92C-41E9-BE87-4EFFC1455674}"/>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3667583348"/>
      </p:ext>
    </p:extLst>
  </p:cSld>
  <p:clrMapOvr>
    <a:masterClrMapping/>
  </p:clrMapOvr>
  <p:transition>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wo columns layou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DBB6B82-41EF-4F96-AC4D-4B6DF0A1F54E}"/>
              </a:ext>
            </a:extLst>
          </p:cNvPr>
          <p:cNvSpPr>
            <a:spLocks noGrp="1"/>
          </p:cNvSpPr>
          <p:nvPr>
            <p:ph type="body" sz="quarter" idx="24" hasCustomPrompt="1"/>
          </p:nvPr>
        </p:nvSpPr>
        <p:spPr>
          <a:xfrm>
            <a:off x="418642" y="1457323"/>
            <a:ext cx="5578933" cy="1047601"/>
          </a:xfrm>
          <a:prstGeom prst="rect">
            <a:avLst/>
          </a:prstGeom>
          <a:solidFill>
            <a:srgbClr val="243A5E"/>
          </a:solidFill>
        </p:spPr>
        <p:txBody>
          <a:bodyPr lIns="91440" tIns="91440" rIns="91440" anchor="ctr">
            <a:noAutofit/>
          </a:bodyPr>
          <a:lstStyle>
            <a:lvl1pPr>
              <a:lnSpc>
                <a:spcPct val="100000"/>
              </a:lnSpc>
              <a:defRPr lang="en-US" sz="2000" b="1" kern="1200" spc="0" dirty="0" smtClean="0">
                <a:solidFill>
                  <a:schemeClr val="bg1"/>
                </a:solidFill>
                <a:latin typeface="+mj-lt"/>
                <a:ea typeface="+mn-ea"/>
                <a:cs typeface="+mn-cs"/>
              </a:defRPr>
            </a:lvl1pPr>
          </a:lstStyle>
          <a:p>
            <a:pPr lvl="0"/>
            <a:r>
              <a:rPr lang="en-US" dirty="0"/>
              <a:t>Caption title Segoe UI </a:t>
            </a:r>
            <a:r>
              <a:rPr lang="en-US" dirty="0" err="1"/>
              <a:t>Semibold</a:t>
            </a:r>
            <a:endParaRPr lang="en-US" dirty="0"/>
          </a:p>
        </p:txBody>
      </p:sp>
      <p:sp>
        <p:nvSpPr>
          <p:cNvPr id="9" name="Text Placeholder 4"/>
          <p:cNvSpPr>
            <a:spLocks noGrp="1"/>
          </p:cNvSpPr>
          <p:nvPr>
            <p:ph type="body" sz="quarter" idx="12" hasCustomPrompt="1"/>
          </p:nvPr>
        </p:nvSpPr>
        <p:spPr>
          <a:xfrm>
            <a:off x="418643" y="2628195"/>
            <a:ext cx="5562182" cy="772743"/>
          </a:xfrm>
          <a:prstGeom prst="rect">
            <a:avLst/>
          </a:prstGeom>
        </p:spPr>
        <p:txBody>
          <a:bodyPr lIns="0" tIns="0" rIns="0" bIns="0" anchor="ctr">
            <a:noAutofit/>
          </a:bodyPr>
          <a:lstStyle>
            <a:lvl1pPr marL="0" indent="0">
              <a:lnSpc>
                <a:spcPct val="100000"/>
              </a:lnSpc>
              <a:spcBef>
                <a:spcPts val="882"/>
              </a:spcBef>
              <a:buFont typeface="Arial" panose="020B0604020202020204" pitchFamily="34" charset="0"/>
              <a:buNone/>
              <a:defRPr sz="1400" b="0" i="0" spc="0">
                <a:solidFill>
                  <a:srgbClr val="000000"/>
                </a:solidFill>
                <a:latin typeface="+mn-lt"/>
              </a:defRPr>
            </a:lvl1pPr>
            <a:lvl2pPr marL="0" marR="0" indent="0" algn="l" defTabSz="914367" rtl="0" eaLnBrk="1" fontAlgn="auto" latinLnBrk="0" hangingPunct="1">
              <a:lnSpc>
                <a:spcPts val="1176"/>
              </a:lnSpc>
              <a:spcBef>
                <a:spcPts val="441"/>
              </a:spcBef>
              <a:spcAft>
                <a:spcPts val="0"/>
              </a:spcAft>
              <a:buClrTx/>
              <a:buSzPct val="90000"/>
              <a:buFont typeface="Arial" panose="020B0604020202020204" pitchFamily="34" charset="0"/>
              <a:buNone/>
              <a:tabLst/>
              <a:defRPr sz="980">
                <a:solidFill>
                  <a:schemeClr val="tx1"/>
                </a:solidFill>
              </a:defRPr>
            </a:lvl2pPr>
            <a:lvl3pPr marL="448193" indent="0">
              <a:buNone/>
              <a:defRPr/>
            </a:lvl3pPr>
            <a:lvl4pPr marL="672290" indent="0">
              <a:buNone/>
              <a:defRPr/>
            </a:lvl4pPr>
            <a:lvl5pPr marL="896386" indent="0">
              <a:buNone/>
              <a:defRPr/>
            </a:lvl5pPr>
          </a:lstStyle>
          <a:p>
            <a:pPr lvl="0"/>
            <a:r>
              <a:rPr lang="en-US" dirty="0"/>
              <a:t>Caption body copy Segoe UI Regular 12/14. The quick brown fox jumps over the lazy dog.</a:t>
            </a:r>
          </a:p>
        </p:txBody>
      </p:sp>
      <p:sp>
        <p:nvSpPr>
          <p:cNvPr id="24" name="Text Placeholder 4">
            <a:extLst>
              <a:ext uri="{FF2B5EF4-FFF2-40B4-BE49-F238E27FC236}">
                <a16:creationId xmlns:a16="http://schemas.microsoft.com/office/drawing/2014/main" id="{37057046-E219-41F6-8045-1E763292CBB4}"/>
              </a:ext>
            </a:extLst>
          </p:cNvPr>
          <p:cNvSpPr>
            <a:spLocks noGrp="1"/>
          </p:cNvSpPr>
          <p:nvPr>
            <p:ph type="body" sz="quarter" idx="27" hasCustomPrompt="1"/>
          </p:nvPr>
        </p:nvSpPr>
        <p:spPr>
          <a:xfrm>
            <a:off x="6229350" y="2628195"/>
            <a:ext cx="5539341" cy="772743"/>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dirty="0"/>
              <a:t>Caption body copy Segoe UI Regular 12/14. The quick brown fox jumps over the lazy dog.</a:t>
            </a:r>
          </a:p>
        </p:txBody>
      </p:sp>
      <p:sp>
        <p:nvSpPr>
          <p:cNvPr id="23" name="Text Placeholder 3">
            <a:extLst>
              <a:ext uri="{FF2B5EF4-FFF2-40B4-BE49-F238E27FC236}">
                <a16:creationId xmlns:a16="http://schemas.microsoft.com/office/drawing/2014/main" id="{5EDACCCB-301A-4273-9EA6-AD055BB5B0AF}"/>
              </a:ext>
            </a:extLst>
          </p:cNvPr>
          <p:cNvSpPr>
            <a:spLocks noGrp="1"/>
          </p:cNvSpPr>
          <p:nvPr>
            <p:ph type="body" sz="quarter" idx="26" hasCustomPrompt="1"/>
          </p:nvPr>
        </p:nvSpPr>
        <p:spPr>
          <a:xfrm>
            <a:off x="6195890" y="1457323"/>
            <a:ext cx="5572801" cy="1047601"/>
          </a:xfrm>
          <a:prstGeom prst="rect">
            <a:avLst/>
          </a:prstGeom>
          <a:solidFill>
            <a:srgbClr val="243A5E"/>
          </a:solidFill>
        </p:spPr>
        <p:txBody>
          <a:bodyPr lIns="91440" tIns="91440" rIns="91440" anchor="ctr">
            <a:noAutofit/>
          </a:bodyPr>
          <a:lstStyle>
            <a:lvl1pPr>
              <a:lnSpc>
                <a:spcPct val="100000"/>
              </a:lnSpc>
              <a:defRPr lang="en-US" sz="2000" b="1" kern="1200" spc="0" dirty="0" smtClean="0">
                <a:solidFill>
                  <a:schemeClr val="bg1"/>
                </a:solidFill>
                <a:latin typeface="+mj-lt"/>
                <a:ea typeface="+mn-ea"/>
                <a:cs typeface="+mn-cs"/>
              </a:defRPr>
            </a:lvl1pPr>
          </a:lstStyle>
          <a:p>
            <a:pPr lvl="0"/>
            <a:r>
              <a:rPr lang="en-US" dirty="0"/>
              <a:t>Caption title Segoe UI </a:t>
            </a:r>
            <a:r>
              <a:rPr lang="en-US" dirty="0" err="1"/>
              <a:t>Semibold</a:t>
            </a:r>
            <a:endParaRPr lang="en-US" dirty="0"/>
          </a:p>
        </p:txBody>
      </p:sp>
      <p:sp>
        <p:nvSpPr>
          <p:cNvPr id="12" name="Text Placeholder 4">
            <a:extLst>
              <a:ext uri="{FF2B5EF4-FFF2-40B4-BE49-F238E27FC236}">
                <a16:creationId xmlns:a16="http://schemas.microsoft.com/office/drawing/2014/main" id="{FD17C8B0-B5AE-49A5-9196-6DDFF3C810CA}"/>
              </a:ext>
            </a:extLst>
          </p:cNvPr>
          <p:cNvSpPr>
            <a:spLocks noGrp="1"/>
          </p:cNvSpPr>
          <p:nvPr>
            <p:ph type="body" sz="quarter" idx="28" hasCustomPrompt="1"/>
          </p:nvPr>
        </p:nvSpPr>
        <p:spPr>
          <a:xfrm>
            <a:off x="418643" y="3664462"/>
            <a:ext cx="5562182" cy="772743"/>
          </a:xfrm>
          <a:prstGeom prst="rect">
            <a:avLst/>
          </a:prstGeom>
        </p:spPr>
        <p:txBody>
          <a:bodyPr lIns="0" tIns="0" rIns="0" bIns="0" anchor="ctr">
            <a:noAutofit/>
          </a:bodyPr>
          <a:lstStyle>
            <a:lvl1pPr marL="0" indent="0">
              <a:lnSpc>
                <a:spcPct val="100000"/>
              </a:lnSpc>
              <a:spcBef>
                <a:spcPts val="882"/>
              </a:spcBef>
              <a:buFont typeface="Arial" panose="020B0604020202020204" pitchFamily="34" charset="0"/>
              <a:buNone/>
              <a:defRPr sz="1400" b="0" i="0" spc="0">
                <a:solidFill>
                  <a:srgbClr val="000000"/>
                </a:solidFill>
                <a:latin typeface="+mn-lt"/>
              </a:defRPr>
            </a:lvl1pPr>
            <a:lvl2pPr marL="0" marR="0" indent="0" algn="l" defTabSz="914367" rtl="0" eaLnBrk="1" fontAlgn="auto" latinLnBrk="0" hangingPunct="1">
              <a:lnSpc>
                <a:spcPts val="1176"/>
              </a:lnSpc>
              <a:spcBef>
                <a:spcPts val="441"/>
              </a:spcBef>
              <a:spcAft>
                <a:spcPts val="0"/>
              </a:spcAft>
              <a:buClrTx/>
              <a:buSzPct val="90000"/>
              <a:buFont typeface="Arial" panose="020B0604020202020204" pitchFamily="34" charset="0"/>
              <a:buNone/>
              <a:tabLst/>
              <a:defRPr sz="980">
                <a:solidFill>
                  <a:schemeClr val="tx1"/>
                </a:solidFill>
              </a:defRPr>
            </a:lvl2pPr>
            <a:lvl3pPr marL="448193" indent="0">
              <a:buNone/>
              <a:defRPr/>
            </a:lvl3pPr>
            <a:lvl4pPr marL="672290" indent="0">
              <a:buNone/>
              <a:defRPr/>
            </a:lvl4pPr>
            <a:lvl5pPr marL="896386" indent="0">
              <a:buNone/>
              <a:defRPr/>
            </a:lvl5pPr>
          </a:lstStyle>
          <a:p>
            <a:pPr lvl="0"/>
            <a:r>
              <a:rPr lang="en-US" dirty="0"/>
              <a:t>Caption body copy Segoe UI Regular 12/14. The quick brown fox jumps over the lazy dog.</a:t>
            </a:r>
          </a:p>
        </p:txBody>
      </p:sp>
      <p:sp>
        <p:nvSpPr>
          <p:cNvPr id="14" name="Text Placeholder 4">
            <a:extLst>
              <a:ext uri="{FF2B5EF4-FFF2-40B4-BE49-F238E27FC236}">
                <a16:creationId xmlns:a16="http://schemas.microsoft.com/office/drawing/2014/main" id="{29F550BE-2661-407F-B7A1-6D20E10A3A2E}"/>
              </a:ext>
            </a:extLst>
          </p:cNvPr>
          <p:cNvSpPr>
            <a:spLocks noGrp="1"/>
          </p:cNvSpPr>
          <p:nvPr>
            <p:ph type="body" sz="quarter" idx="30" hasCustomPrompt="1"/>
          </p:nvPr>
        </p:nvSpPr>
        <p:spPr>
          <a:xfrm>
            <a:off x="6229350" y="3664463"/>
            <a:ext cx="5539341" cy="772743"/>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dirty="0"/>
              <a:t>Caption body copy Segoe UI Regular 12/14. The quick brown fox jumps over the lazy dog.</a:t>
            </a:r>
          </a:p>
        </p:txBody>
      </p:sp>
      <p:sp>
        <p:nvSpPr>
          <p:cNvPr id="16" name="Text Placeholder 4">
            <a:extLst>
              <a:ext uri="{FF2B5EF4-FFF2-40B4-BE49-F238E27FC236}">
                <a16:creationId xmlns:a16="http://schemas.microsoft.com/office/drawing/2014/main" id="{954D3929-4A01-4CC3-8662-E5CD102A3709}"/>
              </a:ext>
            </a:extLst>
          </p:cNvPr>
          <p:cNvSpPr>
            <a:spLocks noGrp="1"/>
          </p:cNvSpPr>
          <p:nvPr>
            <p:ph type="body" sz="quarter" idx="31" hasCustomPrompt="1"/>
          </p:nvPr>
        </p:nvSpPr>
        <p:spPr>
          <a:xfrm>
            <a:off x="418643" y="4700731"/>
            <a:ext cx="5562182" cy="772743"/>
          </a:xfrm>
          <a:prstGeom prst="rect">
            <a:avLst/>
          </a:prstGeom>
        </p:spPr>
        <p:txBody>
          <a:bodyPr lIns="0" tIns="0" rIns="0" bIns="0" anchor="ctr">
            <a:noAutofit/>
          </a:bodyPr>
          <a:lstStyle>
            <a:lvl1pPr marL="0" indent="0">
              <a:lnSpc>
                <a:spcPct val="100000"/>
              </a:lnSpc>
              <a:spcBef>
                <a:spcPts val="882"/>
              </a:spcBef>
              <a:buFont typeface="Arial" panose="020B0604020202020204" pitchFamily="34" charset="0"/>
              <a:buNone/>
              <a:defRPr sz="1400" b="0" i="0" spc="0">
                <a:solidFill>
                  <a:srgbClr val="000000"/>
                </a:solidFill>
                <a:latin typeface="+mn-lt"/>
              </a:defRPr>
            </a:lvl1pPr>
            <a:lvl2pPr marL="0" marR="0" indent="0" algn="l" defTabSz="914367" rtl="0" eaLnBrk="1" fontAlgn="auto" latinLnBrk="0" hangingPunct="1">
              <a:lnSpc>
                <a:spcPts val="1176"/>
              </a:lnSpc>
              <a:spcBef>
                <a:spcPts val="441"/>
              </a:spcBef>
              <a:spcAft>
                <a:spcPts val="0"/>
              </a:spcAft>
              <a:buClrTx/>
              <a:buSzPct val="90000"/>
              <a:buFont typeface="Arial" panose="020B0604020202020204" pitchFamily="34" charset="0"/>
              <a:buNone/>
              <a:tabLst/>
              <a:defRPr sz="980">
                <a:solidFill>
                  <a:schemeClr val="tx1"/>
                </a:solidFill>
              </a:defRPr>
            </a:lvl2pPr>
            <a:lvl3pPr marL="448193" indent="0">
              <a:buNone/>
              <a:defRPr/>
            </a:lvl3pPr>
            <a:lvl4pPr marL="672290" indent="0">
              <a:buNone/>
              <a:defRPr/>
            </a:lvl4pPr>
            <a:lvl5pPr marL="896386" indent="0">
              <a:buNone/>
              <a:defRPr/>
            </a:lvl5pPr>
          </a:lstStyle>
          <a:p>
            <a:pPr lvl="0"/>
            <a:r>
              <a:rPr lang="en-US" dirty="0"/>
              <a:t>Caption body copy Segoe UI Regular 12/14. The quick brown fox jumps over the lazy dog.</a:t>
            </a:r>
          </a:p>
        </p:txBody>
      </p:sp>
      <p:sp>
        <p:nvSpPr>
          <p:cNvPr id="19" name="Text Placeholder 4">
            <a:extLst>
              <a:ext uri="{FF2B5EF4-FFF2-40B4-BE49-F238E27FC236}">
                <a16:creationId xmlns:a16="http://schemas.microsoft.com/office/drawing/2014/main" id="{B24376E6-F329-4374-B56D-DEE4D5D40209}"/>
              </a:ext>
            </a:extLst>
          </p:cNvPr>
          <p:cNvSpPr>
            <a:spLocks noGrp="1"/>
          </p:cNvSpPr>
          <p:nvPr>
            <p:ph type="body" sz="quarter" idx="33" hasCustomPrompt="1"/>
          </p:nvPr>
        </p:nvSpPr>
        <p:spPr>
          <a:xfrm>
            <a:off x="6229350" y="4700731"/>
            <a:ext cx="5539341" cy="772743"/>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dirty="0"/>
              <a:t>Caption body copy Segoe UI Regular 12/14. The quick brown fox jumps over the lazy dog.</a:t>
            </a:r>
          </a:p>
        </p:txBody>
      </p:sp>
      <p:cxnSp>
        <p:nvCxnSpPr>
          <p:cNvPr id="22" name="Straight Connector 21">
            <a:extLst>
              <a:ext uri="{FF2B5EF4-FFF2-40B4-BE49-F238E27FC236}">
                <a16:creationId xmlns:a16="http://schemas.microsoft.com/office/drawing/2014/main" id="{B1D12B33-C140-4AED-9479-89A1E21BD571}"/>
              </a:ext>
              <a:ext uri="{C183D7F6-B498-43B3-948B-1728B52AA6E4}">
                <adec:decorative xmlns:adec="http://schemas.microsoft.com/office/drawing/2017/decorative" val="1"/>
              </a:ext>
            </a:extLst>
          </p:cNvPr>
          <p:cNvCxnSpPr>
            <a:cxnSpLocks/>
          </p:cNvCxnSpPr>
          <p:nvPr/>
        </p:nvCxnSpPr>
        <p:spPr>
          <a:xfrm>
            <a:off x="418643" y="3532700"/>
            <a:ext cx="5578932"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508F18CC-5BC5-4383-99A0-673FC34E152C}"/>
              </a:ext>
              <a:ext uri="{C183D7F6-B498-43B3-948B-1728B52AA6E4}">
                <adec:decorative xmlns:adec="http://schemas.microsoft.com/office/drawing/2017/decorative" val="1"/>
              </a:ext>
            </a:extLst>
          </p:cNvPr>
          <p:cNvCxnSpPr>
            <a:cxnSpLocks/>
          </p:cNvCxnSpPr>
          <p:nvPr/>
        </p:nvCxnSpPr>
        <p:spPr>
          <a:xfrm>
            <a:off x="418643" y="4568967"/>
            <a:ext cx="5578932"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6" name="Title 5">
            <a:extLst>
              <a:ext uri="{FF2B5EF4-FFF2-40B4-BE49-F238E27FC236}">
                <a16:creationId xmlns:a16="http://schemas.microsoft.com/office/drawing/2014/main" id="{D8706E9C-EDA2-4EE8-A4D5-886B6F42AFF8}"/>
              </a:ext>
            </a:extLst>
          </p:cNvPr>
          <p:cNvSpPr>
            <a:spLocks noGrp="1"/>
          </p:cNvSpPr>
          <p:nvPr>
            <p:ph type="title"/>
          </p:nvPr>
        </p:nvSpPr>
        <p:spPr>
          <a:xfrm>
            <a:off x="418643" y="440494"/>
            <a:ext cx="11341268" cy="680196"/>
          </a:xfrm>
        </p:spPr>
        <p:txBody>
          <a:bodyPr/>
          <a:lstStyle/>
          <a:p>
            <a:r>
              <a:rPr lang="en-US"/>
              <a:t>Click to edit Master title style</a:t>
            </a:r>
          </a:p>
        </p:txBody>
      </p:sp>
      <p:cxnSp>
        <p:nvCxnSpPr>
          <p:cNvPr id="29" name="Straight Connector 28">
            <a:extLst>
              <a:ext uri="{FF2B5EF4-FFF2-40B4-BE49-F238E27FC236}">
                <a16:creationId xmlns:a16="http://schemas.microsoft.com/office/drawing/2014/main" id="{F2BE3BA0-8606-422D-8675-3046FD533FB2}"/>
              </a:ext>
              <a:ext uri="{C183D7F6-B498-43B3-948B-1728B52AA6E4}">
                <adec:decorative xmlns:adec="http://schemas.microsoft.com/office/drawing/2017/decorative" val="1"/>
              </a:ext>
            </a:extLst>
          </p:cNvPr>
          <p:cNvCxnSpPr>
            <a:cxnSpLocks/>
          </p:cNvCxnSpPr>
          <p:nvPr/>
        </p:nvCxnSpPr>
        <p:spPr>
          <a:xfrm>
            <a:off x="6229350" y="3532700"/>
            <a:ext cx="5538654"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A40603F-992B-4531-B3B1-5196D05EC3B4}"/>
              </a:ext>
              <a:ext uri="{C183D7F6-B498-43B3-948B-1728B52AA6E4}">
                <adec:decorative xmlns:adec="http://schemas.microsoft.com/office/drawing/2017/decorative" val="1"/>
              </a:ext>
            </a:extLst>
          </p:cNvPr>
          <p:cNvCxnSpPr>
            <a:cxnSpLocks/>
          </p:cNvCxnSpPr>
          <p:nvPr/>
        </p:nvCxnSpPr>
        <p:spPr>
          <a:xfrm>
            <a:off x="6229350" y="4568967"/>
            <a:ext cx="5538654"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 name="Footer Placeholder 1">
            <a:extLst>
              <a:ext uri="{FF2B5EF4-FFF2-40B4-BE49-F238E27FC236}">
                <a16:creationId xmlns:a16="http://schemas.microsoft.com/office/drawing/2014/main" id="{96EF592D-EEA7-47F4-9146-7AA8A3F44C47}"/>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3630453956"/>
      </p:ext>
    </p:extLst>
  </p:cSld>
  <p:clrMapOvr>
    <a:masterClrMapping/>
  </p:clrMapOvr>
  <p:transition>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hree columns layou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DBB6B82-41EF-4F96-AC4D-4B6DF0A1F54E}"/>
              </a:ext>
            </a:extLst>
          </p:cNvPr>
          <p:cNvSpPr>
            <a:spLocks noGrp="1"/>
          </p:cNvSpPr>
          <p:nvPr>
            <p:ph type="body" sz="quarter" idx="24" hasCustomPrompt="1"/>
          </p:nvPr>
        </p:nvSpPr>
        <p:spPr>
          <a:xfrm>
            <a:off x="418643" y="1457323"/>
            <a:ext cx="3629278" cy="1047601"/>
          </a:xfrm>
          <a:prstGeom prst="rect">
            <a:avLst/>
          </a:prstGeom>
          <a:solidFill>
            <a:srgbClr val="243A5E"/>
          </a:solidFill>
        </p:spPr>
        <p:txBody>
          <a:bodyPr lIns="91440" tIns="91440" rIns="91440" anchor="ctr">
            <a:noAutofit/>
          </a:bodyPr>
          <a:lstStyle>
            <a:lvl1pPr>
              <a:lnSpc>
                <a:spcPct val="100000"/>
              </a:lnSpc>
              <a:defRPr lang="en-US" sz="2000" b="1" kern="1200" spc="0" dirty="0" smtClean="0">
                <a:solidFill>
                  <a:schemeClr val="bg1"/>
                </a:solidFill>
                <a:latin typeface="+mj-lt"/>
                <a:ea typeface="+mn-ea"/>
                <a:cs typeface="+mn-cs"/>
              </a:defRPr>
            </a:lvl1pPr>
          </a:lstStyle>
          <a:p>
            <a:pPr lvl="0"/>
            <a:r>
              <a:rPr lang="en-US" dirty="0"/>
              <a:t>Caption title Segoe UI </a:t>
            </a:r>
            <a:r>
              <a:rPr lang="en-US" dirty="0" err="1"/>
              <a:t>Semibold</a:t>
            </a:r>
            <a:endParaRPr lang="en-US" dirty="0"/>
          </a:p>
        </p:txBody>
      </p:sp>
      <p:sp>
        <p:nvSpPr>
          <p:cNvPr id="9" name="Text Placeholder 4"/>
          <p:cNvSpPr>
            <a:spLocks noGrp="1"/>
          </p:cNvSpPr>
          <p:nvPr>
            <p:ph type="body" sz="quarter" idx="12" hasCustomPrompt="1"/>
          </p:nvPr>
        </p:nvSpPr>
        <p:spPr>
          <a:xfrm>
            <a:off x="418643" y="2628195"/>
            <a:ext cx="3618381" cy="772743"/>
          </a:xfrm>
          <a:prstGeom prst="rect">
            <a:avLst/>
          </a:prstGeom>
        </p:spPr>
        <p:txBody>
          <a:bodyPr lIns="0" tIns="0" rIns="0" bIns="0" anchor="ctr">
            <a:noAutofit/>
          </a:bodyPr>
          <a:lstStyle>
            <a:lvl1pPr marL="0" indent="0">
              <a:lnSpc>
                <a:spcPct val="100000"/>
              </a:lnSpc>
              <a:spcBef>
                <a:spcPts val="882"/>
              </a:spcBef>
              <a:buFont typeface="Arial" panose="020B0604020202020204" pitchFamily="34" charset="0"/>
              <a:buNone/>
              <a:defRPr sz="1400" b="0" i="0" spc="0">
                <a:solidFill>
                  <a:srgbClr val="000000"/>
                </a:solidFill>
                <a:latin typeface="+mn-lt"/>
              </a:defRPr>
            </a:lvl1pPr>
            <a:lvl2pPr marL="0" marR="0" indent="0" algn="l" defTabSz="914367" rtl="0" eaLnBrk="1" fontAlgn="auto" latinLnBrk="0" hangingPunct="1">
              <a:lnSpc>
                <a:spcPts val="1176"/>
              </a:lnSpc>
              <a:spcBef>
                <a:spcPts val="441"/>
              </a:spcBef>
              <a:spcAft>
                <a:spcPts val="0"/>
              </a:spcAft>
              <a:buClrTx/>
              <a:buSzPct val="90000"/>
              <a:buFont typeface="Arial" panose="020B0604020202020204" pitchFamily="34" charset="0"/>
              <a:buNone/>
              <a:tabLst/>
              <a:defRPr sz="980">
                <a:solidFill>
                  <a:schemeClr val="tx1"/>
                </a:solidFill>
              </a:defRPr>
            </a:lvl2pPr>
            <a:lvl3pPr marL="448193" indent="0">
              <a:buNone/>
              <a:defRPr/>
            </a:lvl3pPr>
            <a:lvl4pPr marL="672290" indent="0">
              <a:buNone/>
              <a:defRPr/>
            </a:lvl4pPr>
            <a:lvl5pPr marL="896386" indent="0">
              <a:buNone/>
              <a:defRPr/>
            </a:lvl5pPr>
          </a:lstStyle>
          <a:p>
            <a:pPr lvl="0"/>
            <a:r>
              <a:rPr lang="en-US" dirty="0"/>
              <a:t>Caption body copy Segoe UI Regular 12/14. The quick brown fox jumps over the lazy dog.</a:t>
            </a:r>
          </a:p>
        </p:txBody>
      </p:sp>
      <p:sp>
        <p:nvSpPr>
          <p:cNvPr id="15" name="Text Placeholder 3">
            <a:extLst>
              <a:ext uri="{FF2B5EF4-FFF2-40B4-BE49-F238E27FC236}">
                <a16:creationId xmlns:a16="http://schemas.microsoft.com/office/drawing/2014/main" id="{D4EEFC93-5F54-47F0-9569-BECC76A76C96}"/>
              </a:ext>
            </a:extLst>
          </p:cNvPr>
          <p:cNvSpPr>
            <a:spLocks noGrp="1"/>
          </p:cNvSpPr>
          <p:nvPr>
            <p:ph type="body" sz="quarter" idx="25" hasCustomPrompt="1"/>
          </p:nvPr>
        </p:nvSpPr>
        <p:spPr>
          <a:xfrm>
            <a:off x="4303152" y="1457323"/>
            <a:ext cx="3629278" cy="1047601"/>
          </a:xfrm>
          <a:prstGeom prst="rect">
            <a:avLst/>
          </a:prstGeom>
          <a:solidFill>
            <a:srgbClr val="243A5E"/>
          </a:solidFill>
        </p:spPr>
        <p:txBody>
          <a:bodyPr lIns="91440" tIns="91440" rIns="91440" anchor="ctr">
            <a:noAutofit/>
          </a:bodyPr>
          <a:lstStyle>
            <a:lvl1pPr>
              <a:lnSpc>
                <a:spcPct val="100000"/>
              </a:lnSpc>
              <a:defRPr lang="en-US" sz="2000" b="1" kern="1200" spc="0" dirty="0" smtClean="0">
                <a:solidFill>
                  <a:schemeClr val="bg1"/>
                </a:solidFill>
                <a:latin typeface="+mj-lt"/>
                <a:ea typeface="+mn-ea"/>
                <a:cs typeface="+mn-cs"/>
              </a:defRPr>
            </a:lvl1pPr>
          </a:lstStyle>
          <a:p>
            <a:pPr lvl="0"/>
            <a:r>
              <a:rPr lang="en-US" dirty="0"/>
              <a:t>Caption title Segoe UI </a:t>
            </a:r>
            <a:r>
              <a:rPr lang="en-US" dirty="0" err="1"/>
              <a:t>Semibold</a:t>
            </a:r>
            <a:endParaRPr lang="en-US" dirty="0"/>
          </a:p>
        </p:txBody>
      </p:sp>
      <p:sp>
        <p:nvSpPr>
          <p:cNvPr id="17" name="Text Placeholder 4"/>
          <p:cNvSpPr>
            <a:spLocks noGrp="1"/>
          </p:cNvSpPr>
          <p:nvPr>
            <p:ph type="body" sz="quarter" idx="18" hasCustomPrompt="1"/>
          </p:nvPr>
        </p:nvSpPr>
        <p:spPr>
          <a:xfrm>
            <a:off x="4303152" y="2628195"/>
            <a:ext cx="3607487" cy="772743"/>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dirty="0"/>
              <a:t>Caption body copy Segoe UI Regular 12/14. The quick brown fox jumps over the lazy dog.</a:t>
            </a:r>
          </a:p>
        </p:txBody>
      </p:sp>
      <p:sp>
        <p:nvSpPr>
          <p:cNvPr id="24" name="Text Placeholder 4">
            <a:extLst>
              <a:ext uri="{FF2B5EF4-FFF2-40B4-BE49-F238E27FC236}">
                <a16:creationId xmlns:a16="http://schemas.microsoft.com/office/drawing/2014/main" id="{37057046-E219-41F6-8045-1E763292CBB4}"/>
              </a:ext>
            </a:extLst>
          </p:cNvPr>
          <p:cNvSpPr>
            <a:spLocks noGrp="1"/>
          </p:cNvSpPr>
          <p:nvPr>
            <p:ph type="body" sz="quarter" idx="27" hasCustomPrompt="1"/>
          </p:nvPr>
        </p:nvSpPr>
        <p:spPr>
          <a:xfrm>
            <a:off x="8161204" y="2628195"/>
            <a:ext cx="3607487" cy="772743"/>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dirty="0"/>
              <a:t>Caption body copy Segoe UI Regular 12/14. The quick brown fox jumps over the lazy dog.</a:t>
            </a:r>
          </a:p>
        </p:txBody>
      </p:sp>
      <p:sp>
        <p:nvSpPr>
          <p:cNvPr id="23" name="Text Placeholder 3">
            <a:extLst>
              <a:ext uri="{FF2B5EF4-FFF2-40B4-BE49-F238E27FC236}">
                <a16:creationId xmlns:a16="http://schemas.microsoft.com/office/drawing/2014/main" id="{5EDACCCB-301A-4273-9EA6-AD055BB5B0AF}"/>
              </a:ext>
            </a:extLst>
          </p:cNvPr>
          <p:cNvSpPr>
            <a:spLocks noGrp="1"/>
          </p:cNvSpPr>
          <p:nvPr>
            <p:ph type="body" sz="quarter" idx="26" hasCustomPrompt="1"/>
          </p:nvPr>
        </p:nvSpPr>
        <p:spPr>
          <a:xfrm>
            <a:off x="8139413" y="1457323"/>
            <a:ext cx="3629278" cy="1047601"/>
          </a:xfrm>
          <a:prstGeom prst="rect">
            <a:avLst/>
          </a:prstGeom>
          <a:solidFill>
            <a:srgbClr val="243A5E"/>
          </a:solidFill>
        </p:spPr>
        <p:txBody>
          <a:bodyPr lIns="91440" tIns="91440" rIns="91440" anchor="ctr">
            <a:noAutofit/>
          </a:bodyPr>
          <a:lstStyle>
            <a:lvl1pPr>
              <a:lnSpc>
                <a:spcPct val="100000"/>
              </a:lnSpc>
              <a:defRPr lang="en-US" sz="2000" b="1" kern="1200" spc="0" dirty="0" smtClean="0">
                <a:solidFill>
                  <a:schemeClr val="bg1"/>
                </a:solidFill>
                <a:latin typeface="+mj-lt"/>
                <a:ea typeface="+mn-ea"/>
                <a:cs typeface="+mn-cs"/>
              </a:defRPr>
            </a:lvl1pPr>
          </a:lstStyle>
          <a:p>
            <a:pPr lvl="0"/>
            <a:r>
              <a:rPr lang="en-US" dirty="0"/>
              <a:t>Caption title Segoe UI </a:t>
            </a:r>
            <a:r>
              <a:rPr lang="en-US" dirty="0" err="1"/>
              <a:t>Semibold</a:t>
            </a:r>
            <a:endParaRPr lang="en-US" dirty="0"/>
          </a:p>
        </p:txBody>
      </p:sp>
      <p:sp>
        <p:nvSpPr>
          <p:cNvPr id="12" name="Text Placeholder 4">
            <a:extLst>
              <a:ext uri="{FF2B5EF4-FFF2-40B4-BE49-F238E27FC236}">
                <a16:creationId xmlns:a16="http://schemas.microsoft.com/office/drawing/2014/main" id="{FD17C8B0-B5AE-49A5-9196-6DDFF3C810CA}"/>
              </a:ext>
            </a:extLst>
          </p:cNvPr>
          <p:cNvSpPr>
            <a:spLocks noGrp="1"/>
          </p:cNvSpPr>
          <p:nvPr>
            <p:ph type="body" sz="quarter" idx="28" hasCustomPrompt="1"/>
          </p:nvPr>
        </p:nvSpPr>
        <p:spPr>
          <a:xfrm>
            <a:off x="418643" y="3664462"/>
            <a:ext cx="3618381" cy="772743"/>
          </a:xfrm>
          <a:prstGeom prst="rect">
            <a:avLst/>
          </a:prstGeom>
        </p:spPr>
        <p:txBody>
          <a:bodyPr lIns="0" tIns="0" rIns="0" bIns="0" anchor="ctr">
            <a:noAutofit/>
          </a:bodyPr>
          <a:lstStyle>
            <a:lvl1pPr marL="0" indent="0">
              <a:lnSpc>
                <a:spcPct val="100000"/>
              </a:lnSpc>
              <a:spcBef>
                <a:spcPts val="882"/>
              </a:spcBef>
              <a:buFont typeface="Arial" panose="020B0604020202020204" pitchFamily="34" charset="0"/>
              <a:buNone/>
              <a:defRPr sz="1400" b="0" i="0" spc="0">
                <a:solidFill>
                  <a:srgbClr val="000000"/>
                </a:solidFill>
                <a:latin typeface="+mn-lt"/>
              </a:defRPr>
            </a:lvl1pPr>
            <a:lvl2pPr marL="0" marR="0" indent="0" algn="l" defTabSz="914367" rtl="0" eaLnBrk="1" fontAlgn="auto" latinLnBrk="0" hangingPunct="1">
              <a:lnSpc>
                <a:spcPts val="1176"/>
              </a:lnSpc>
              <a:spcBef>
                <a:spcPts val="441"/>
              </a:spcBef>
              <a:spcAft>
                <a:spcPts val="0"/>
              </a:spcAft>
              <a:buClrTx/>
              <a:buSzPct val="90000"/>
              <a:buFont typeface="Arial" panose="020B0604020202020204" pitchFamily="34" charset="0"/>
              <a:buNone/>
              <a:tabLst/>
              <a:defRPr sz="980">
                <a:solidFill>
                  <a:schemeClr val="tx1"/>
                </a:solidFill>
              </a:defRPr>
            </a:lvl2pPr>
            <a:lvl3pPr marL="448193" indent="0">
              <a:buNone/>
              <a:defRPr/>
            </a:lvl3pPr>
            <a:lvl4pPr marL="672290" indent="0">
              <a:buNone/>
              <a:defRPr/>
            </a:lvl4pPr>
            <a:lvl5pPr marL="896386" indent="0">
              <a:buNone/>
              <a:defRPr/>
            </a:lvl5pPr>
          </a:lstStyle>
          <a:p>
            <a:pPr lvl="0"/>
            <a:r>
              <a:rPr lang="en-US" dirty="0"/>
              <a:t>Caption body copy Segoe UI Regular 12/14. The quick brown fox jumps over the lazy dog.</a:t>
            </a:r>
          </a:p>
        </p:txBody>
      </p:sp>
      <p:sp>
        <p:nvSpPr>
          <p:cNvPr id="13" name="Text Placeholder 4">
            <a:extLst>
              <a:ext uri="{FF2B5EF4-FFF2-40B4-BE49-F238E27FC236}">
                <a16:creationId xmlns:a16="http://schemas.microsoft.com/office/drawing/2014/main" id="{79BC4586-7FC3-4659-9310-CCDD1B8FB8A1}"/>
              </a:ext>
            </a:extLst>
          </p:cNvPr>
          <p:cNvSpPr>
            <a:spLocks noGrp="1"/>
          </p:cNvSpPr>
          <p:nvPr>
            <p:ph type="body" sz="quarter" idx="29" hasCustomPrompt="1"/>
          </p:nvPr>
        </p:nvSpPr>
        <p:spPr>
          <a:xfrm>
            <a:off x="4303152" y="3664463"/>
            <a:ext cx="3607487" cy="772743"/>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dirty="0"/>
              <a:t>Caption body copy Segoe UI Regular 12/14. The quick brown fox jumps over the lazy dog.</a:t>
            </a:r>
          </a:p>
        </p:txBody>
      </p:sp>
      <p:sp>
        <p:nvSpPr>
          <p:cNvPr id="14" name="Text Placeholder 4">
            <a:extLst>
              <a:ext uri="{FF2B5EF4-FFF2-40B4-BE49-F238E27FC236}">
                <a16:creationId xmlns:a16="http://schemas.microsoft.com/office/drawing/2014/main" id="{29F550BE-2661-407F-B7A1-6D20E10A3A2E}"/>
              </a:ext>
            </a:extLst>
          </p:cNvPr>
          <p:cNvSpPr>
            <a:spLocks noGrp="1"/>
          </p:cNvSpPr>
          <p:nvPr>
            <p:ph type="body" sz="quarter" idx="30" hasCustomPrompt="1"/>
          </p:nvPr>
        </p:nvSpPr>
        <p:spPr>
          <a:xfrm>
            <a:off x="8161204" y="3664463"/>
            <a:ext cx="3607487" cy="772743"/>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dirty="0"/>
              <a:t>Caption body copy Segoe UI Regular 12/14. The quick brown fox jumps over the lazy dog.</a:t>
            </a:r>
          </a:p>
        </p:txBody>
      </p:sp>
      <p:sp>
        <p:nvSpPr>
          <p:cNvPr id="16" name="Text Placeholder 4">
            <a:extLst>
              <a:ext uri="{FF2B5EF4-FFF2-40B4-BE49-F238E27FC236}">
                <a16:creationId xmlns:a16="http://schemas.microsoft.com/office/drawing/2014/main" id="{954D3929-4A01-4CC3-8662-E5CD102A3709}"/>
              </a:ext>
            </a:extLst>
          </p:cNvPr>
          <p:cNvSpPr>
            <a:spLocks noGrp="1"/>
          </p:cNvSpPr>
          <p:nvPr>
            <p:ph type="body" sz="quarter" idx="31" hasCustomPrompt="1"/>
          </p:nvPr>
        </p:nvSpPr>
        <p:spPr>
          <a:xfrm>
            <a:off x="418643" y="4700731"/>
            <a:ext cx="3618381" cy="772743"/>
          </a:xfrm>
          <a:prstGeom prst="rect">
            <a:avLst/>
          </a:prstGeom>
        </p:spPr>
        <p:txBody>
          <a:bodyPr lIns="0" tIns="0" rIns="0" bIns="0" anchor="ctr">
            <a:noAutofit/>
          </a:bodyPr>
          <a:lstStyle>
            <a:lvl1pPr marL="0" indent="0">
              <a:lnSpc>
                <a:spcPct val="100000"/>
              </a:lnSpc>
              <a:spcBef>
                <a:spcPts val="882"/>
              </a:spcBef>
              <a:buFont typeface="Arial" panose="020B0604020202020204" pitchFamily="34" charset="0"/>
              <a:buNone/>
              <a:defRPr sz="1400" b="0" i="0" spc="0">
                <a:solidFill>
                  <a:srgbClr val="000000"/>
                </a:solidFill>
                <a:latin typeface="+mn-lt"/>
              </a:defRPr>
            </a:lvl1pPr>
            <a:lvl2pPr marL="0" marR="0" indent="0" algn="l" defTabSz="914367" rtl="0" eaLnBrk="1" fontAlgn="auto" latinLnBrk="0" hangingPunct="1">
              <a:lnSpc>
                <a:spcPts val="1176"/>
              </a:lnSpc>
              <a:spcBef>
                <a:spcPts val="441"/>
              </a:spcBef>
              <a:spcAft>
                <a:spcPts val="0"/>
              </a:spcAft>
              <a:buClrTx/>
              <a:buSzPct val="90000"/>
              <a:buFont typeface="Arial" panose="020B0604020202020204" pitchFamily="34" charset="0"/>
              <a:buNone/>
              <a:tabLst/>
              <a:defRPr sz="980">
                <a:solidFill>
                  <a:schemeClr val="tx1"/>
                </a:solidFill>
              </a:defRPr>
            </a:lvl2pPr>
            <a:lvl3pPr marL="448193" indent="0">
              <a:buNone/>
              <a:defRPr/>
            </a:lvl3pPr>
            <a:lvl4pPr marL="672290" indent="0">
              <a:buNone/>
              <a:defRPr/>
            </a:lvl4pPr>
            <a:lvl5pPr marL="896386" indent="0">
              <a:buNone/>
              <a:defRPr/>
            </a:lvl5pPr>
          </a:lstStyle>
          <a:p>
            <a:pPr lvl="0"/>
            <a:r>
              <a:rPr lang="en-US" dirty="0"/>
              <a:t>Caption body copy Segoe UI Regular 12/14. The quick brown fox jumps over the lazy dog.</a:t>
            </a:r>
          </a:p>
        </p:txBody>
      </p:sp>
      <p:sp>
        <p:nvSpPr>
          <p:cNvPr id="18" name="Text Placeholder 4">
            <a:extLst>
              <a:ext uri="{FF2B5EF4-FFF2-40B4-BE49-F238E27FC236}">
                <a16:creationId xmlns:a16="http://schemas.microsoft.com/office/drawing/2014/main" id="{284BF132-1328-44E8-A629-D64096388C74}"/>
              </a:ext>
            </a:extLst>
          </p:cNvPr>
          <p:cNvSpPr>
            <a:spLocks noGrp="1"/>
          </p:cNvSpPr>
          <p:nvPr>
            <p:ph type="body" sz="quarter" idx="32" hasCustomPrompt="1"/>
          </p:nvPr>
        </p:nvSpPr>
        <p:spPr>
          <a:xfrm>
            <a:off x="4303152" y="4700731"/>
            <a:ext cx="3607487" cy="772743"/>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dirty="0"/>
              <a:t>Caption body copy Segoe UI Regular 12/14. The quick brown fox jumps over the lazy dog.</a:t>
            </a:r>
          </a:p>
        </p:txBody>
      </p:sp>
      <p:sp>
        <p:nvSpPr>
          <p:cNvPr id="19" name="Text Placeholder 4">
            <a:extLst>
              <a:ext uri="{FF2B5EF4-FFF2-40B4-BE49-F238E27FC236}">
                <a16:creationId xmlns:a16="http://schemas.microsoft.com/office/drawing/2014/main" id="{B24376E6-F329-4374-B56D-DEE4D5D40209}"/>
              </a:ext>
            </a:extLst>
          </p:cNvPr>
          <p:cNvSpPr>
            <a:spLocks noGrp="1"/>
          </p:cNvSpPr>
          <p:nvPr>
            <p:ph type="body" sz="quarter" idx="33" hasCustomPrompt="1"/>
          </p:nvPr>
        </p:nvSpPr>
        <p:spPr>
          <a:xfrm>
            <a:off x="8161204" y="4700731"/>
            <a:ext cx="3607487" cy="772743"/>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dirty="0"/>
              <a:t>Caption body copy Segoe UI Regular 12/14. The quick brown fox jumps over the lazy dog.</a:t>
            </a:r>
          </a:p>
        </p:txBody>
      </p:sp>
      <p:cxnSp>
        <p:nvCxnSpPr>
          <p:cNvPr id="22" name="Straight Connector 21">
            <a:extLst>
              <a:ext uri="{FF2B5EF4-FFF2-40B4-BE49-F238E27FC236}">
                <a16:creationId xmlns:a16="http://schemas.microsoft.com/office/drawing/2014/main" id="{B1D12B33-C140-4AED-9479-89A1E21BD571}"/>
              </a:ext>
              <a:ext uri="{C183D7F6-B498-43B3-948B-1728B52AA6E4}">
                <adec:decorative xmlns:adec="http://schemas.microsoft.com/office/drawing/2017/decorative" val="1"/>
              </a:ext>
            </a:extLst>
          </p:cNvPr>
          <p:cNvCxnSpPr>
            <a:cxnSpLocks/>
          </p:cNvCxnSpPr>
          <p:nvPr/>
        </p:nvCxnSpPr>
        <p:spPr>
          <a:xfrm>
            <a:off x="418643" y="3532700"/>
            <a:ext cx="3633559"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508F18CC-5BC5-4383-99A0-673FC34E152C}"/>
              </a:ext>
              <a:ext uri="{C183D7F6-B498-43B3-948B-1728B52AA6E4}">
                <adec:decorative xmlns:adec="http://schemas.microsoft.com/office/drawing/2017/decorative" val="1"/>
              </a:ext>
            </a:extLst>
          </p:cNvPr>
          <p:cNvCxnSpPr>
            <a:cxnSpLocks/>
          </p:cNvCxnSpPr>
          <p:nvPr/>
        </p:nvCxnSpPr>
        <p:spPr>
          <a:xfrm>
            <a:off x="418643" y="4568967"/>
            <a:ext cx="3633559"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6BF3C7B5-A8EA-4ECD-A968-2546248701F3}"/>
              </a:ext>
              <a:ext uri="{C183D7F6-B498-43B3-948B-1728B52AA6E4}">
                <adec:decorative xmlns:adec="http://schemas.microsoft.com/office/drawing/2017/decorative" val="1"/>
              </a:ext>
            </a:extLst>
          </p:cNvPr>
          <p:cNvCxnSpPr>
            <a:cxnSpLocks/>
          </p:cNvCxnSpPr>
          <p:nvPr/>
        </p:nvCxnSpPr>
        <p:spPr>
          <a:xfrm>
            <a:off x="4303713" y="3532700"/>
            <a:ext cx="360680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14FEAA1-EB50-4B84-96EB-E171DE39A0A8}"/>
              </a:ext>
              <a:ext uri="{C183D7F6-B498-43B3-948B-1728B52AA6E4}">
                <adec:decorative xmlns:adec="http://schemas.microsoft.com/office/drawing/2017/decorative" val="1"/>
              </a:ext>
            </a:extLst>
          </p:cNvPr>
          <p:cNvCxnSpPr>
            <a:cxnSpLocks/>
          </p:cNvCxnSpPr>
          <p:nvPr/>
        </p:nvCxnSpPr>
        <p:spPr>
          <a:xfrm>
            <a:off x="4303713" y="4568967"/>
            <a:ext cx="360680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6" name="Title 5">
            <a:extLst>
              <a:ext uri="{FF2B5EF4-FFF2-40B4-BE49-F238E27FC236}">
                <a16:creationId xmlns:a16="http://schemas.microsoft.com/office/drawing/2014/main" id="{D8706E9C-EDA2-4EE8-A4D5-886B6F42AFF8}"/>
              </a:ext>
            </a:extLst>
          </p:cNvPr>
          <p:cNvSpPr>
            <a:spLocks noGrp="1"/>
          </p:cNvSpPr>
          <p:nvPr>
            <p:ph type="title"/>
          </p:nvPr>
        </p:nvSpPr>
        <p:spPr>
          <a:xfrm>
            <a:off x="418643" y="440494"/>
            <a:ext cx="11341268" cy="680196"/>
          </a:xfrm>
        </p:spPr>
        <p:txBody>
          <a:bodyPr/>
          <a:lstStyle/>
          <a:p>
            <a:r>
              <a:rPr lang="en-US"/>
              <a:t>Click to edit Master title style</a:t>
            </a:r>
          </a:p>
        </p:txBody>
      </p:sp>
      <p:cxnSp>
        <p:nvCxnSpPr>
          <p:cNvPr id="29" name="Straight Connector 28">
            <a:extLst>
              <a:ext uri="{FF2B5EF4-FFF2-40B4-BE49-F238E27FC236}">
                <a16:creationId xmlns:a16="http://schemas.microsoft.com/office/drawing/2014/main" id="{F2BE3BA0-8606-422D-8675-3046FD533FB2}"/>
              </a:ext>
              <a:ext uri="{C183D7F6-B498-43B3-948B-1728B52AA6E4}">
                <adec:decorative xmlns:adec="http://schemas.microsoft.com/office/drawing/2017/decorative" val="1"/>
              </a:ext>
            </a:extLst>
          </p:cNvPr>
          <p:cNvCxnSpPr>
            <a:cxnSpLocks/>
          </p:cNvCxnSpPr>
          <p:nvPr/>
        </p:nvCxnSpPr>
        <p:spPr>
          <a:xfrm>
            <a:off x="8161204" y="3532700"/>
            <a:ext cx="360680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A40603F-992B-4531-B3B1-5196D05EC3B4}"/>
              </a:ext>
              <a:ext uri="{C183D7F6-B498-43B3-948B-1728B52AA6E4}">
                <adec:decorative xmlns:adec="http://schemas.microsoft.com/office/drawing/2017/decorative" val="1"/>
              </a:ext>
            </a:extLst>
          </p:cNvPr>
          <p:cNvCxnSpPr>
            <a:cxnSpLocks/>
          </p:cNvCxnSpPr>
          <p:nvPr/>
        </p:nvCxnSpPr>
        <p:spPr>
          <a:xfrm>
            <a:off x="8161204" y="4568967"/>
            <a:ext cx="360680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 name="Footer Placeholder 1">
            <a:extLst>
              <a:ext uri="{FF2B5EF4-FFF2-40B4-BE49-F238E27FC236}">
                <a16:creationId xmlns:a16="http://schemas.microsoft.com/office/drawing/2014/main" id="{B30B5A80-F666-460D-9090-8493217C8FD1}"/>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3957280217"/>
      </p:ext>
    </p:extLst>
  </p:cSld>
  <p:clrMapOvr>
    <a:masterClrMapping/>
  </p:clrMapOvr>
  <p:transition>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Title with graphic">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29445A-A014-4223-90E2-3D3353E0CE83}"/>
              </a:ext>
            </a:extLst>
          </p:cNvPr>
          <p:cNvSpPr>
            <a:spLocks noGrp="1"/>
          </p:cNvSpPr>
          <p:nvPr>
            <p:ph type="title" hasCustomPrompt="1"/>
          </p:nvPr>
        </p:nvSpPr>
        <p:spPr/>
        <p:txBody>
          <a:bodyPr/>
          <a:lstStyle>
            <a:lvl1pPr>
              <a:defRPr/>
            </a:lvl1pPr>
          </a:lstStyle>
          <a:p>
            <a:r>
              <a:rPr lang="en-US" dirty="0"/>
              <a:t>Heading Segoe UI </a:t>
            </a:r>
            <a:r>
              <a:rPr lang="en-US" dirty="0" err="1"/>
              <a:t>Semibold</a:t>
            </a:r>
            <a:r>
              <a:rPr lang="en-US" dirty="0"/>
              <a:t> 32</a:t>
            </a:r>
          </a:p>
        </p:txBody>
      </p:sp>
      <p:sp>
        <p:nvSpPr>
          <p:cNvPr id="4" name="Text Placeholder 3">
            <a:extLst>
              <a:ext uri="{FF2B5EF4-FFF2-40B4-BE49-F238E27FC236}">
                <a16:creationId xmlns:a16="http://schemas.microsoft.com/office/drawing/2014/main" id="{9D3A230D-0F65-4C2B-9A5E-08E997603E6C}"/>
              </a:ext>
            </a:extLst>
          </p:cNvPr>
          <p:cNvSpPr>
            <a:spLocks noGrp="1"/>
          </p:cNvSpPr>
          <p:nvPr>
            <p:ph type="body" sz="quarter" idx="10"/>
          </p:nvPr>
        </p:nvSpPr>
        <p:spPr>
          <a:xfrm>
            <a:off x="418642" y="1457325"/>
            <a:ext cx="3439206" cy="3439206"/>
          </a:xfrm>
          <a:prstGeom prst="ellipse">
            <a:avLst/>
          </a:prstGeom>
          <a:solidFill>
            <a:schemeClr val="bg1">
              <a:lumMod val="95000"/>
            </a:schemeClr>
          </a:solidFill>
        </p:spPr>
        <p:txBody>
          <a:bodyPr tIns="0" rIns="0" bIns="0" anchor="ctr">
            <a:noAutofit/>
          </a:bodyPr>
          <a:lstStyle>
            <a:lvl1pPr algn="ctr">
              <a:defRPr sz="2800"/>
            </a:lvl1pPr>
          </a:lstStyle>
          <a:p>
            <a:pPr lvl="0"/>
            <a:r>
              <a:rPr lang="en-US"/>
              <a:t>Click to edit Master text styles</a:t>
            </a:r>
          </a:p>
        </p:txBody>
      </p:sp>
      <p:sp>
        <p:nvSpPr>
          <p:cNvPr id="5" name="Text Placeholder 3">
            <a:extLst>
              <a:ext uri="{FF2B5EF4-FFF2-40B4-BE49-F238E27FC236}">
                <a16:creationId xmlns:a16="http://schemas.microsoft.com/office/drawing/2014/main" id="{50ABEE60-9F0D-48B2-AE29-DAEE6B65F773}"/>
              </a:ext>
            </a:extLst>
          </p:cNvPr>
          <p:cNvSpPr>
            <a:spLocks noGrp="1"/>
          </p:cNvSpPr>
          <p:nvPr>
            <p:ph type="body" sz="quarter" idx="11"/>
          </p:nvPr>
        </p:nvSpPr>
        <p:spPr>
          <a:xfrm>
            <a:off x="4369674" y="1457325"/>
            <a:ext cx="3439206" cy="3439206"/>
          </a:xfrm>
          <a:prstGeom prst="ellipse">
            <a:avLst/>
          </a:prstGeom>
          <a:solidFill>
            <a:schemeClr val="bg1">
              <a:lumMod val="95000"/>
            </a:schemeClr>
          </a:solidFill>
        </p:spPr>
        <p:txBody>
          <a:bodyPr tIns="0" rIns="0" bIns="0" anchor="ctr">
            <a:noAutofit/>
          </a:bodyPr>
          <a:lstStyle>
            <a:lvl1pPr algn="ctr">
              <a:defRPr sz="2800"/>
            </a:lvl1pPr>
          </a:lstStyle>
          <a:p>
            <a:pPr lvl="0"/>
            <a:r>
              <a:rPr lang="en-US"/>
              <a:t>Click to edit Master text styles</a:t>
            </a:r>
          </a:p>
        </p:txBody>
      </p:sp>
      <p:sp>
        <p:nvSpPr>
          <p:cNvPr id="6" name="Text Placeholder 3">
            <a:extLst>
              <a:ext uri="{FF2B5EF4-FFF2-40B4-BE49-F238E27FC236}">
                <a16:creationId xmlns:a16="http://schemas.microsoft.com/office/drawing/2014/main" id="{2892F116-907B-402B-8800-9219B7710190}"/>
              </a:ext>
            </a:extLst>
          </p:cNvPr>
          <p:cNvSpPr>
            <a:spLocks noGrp="1"/>
          </p:cNvSpPr>
          <p:nvPr>
            <p:ph type="body" sz="quarter" idx="12"/>
          </p:nvPr>
        </p:nvSpPr>
        <p:spPr>
          <a:xfrm>
            <a:off x="8320705" y="1457325"/>
            <a:ext cx="3439206" cy="3439206"/>
          </a:xfrm>
          <a:prstGeom prst="ellipse">
            <a:avLst/>
          </a:prstGeom>
          <a:solidFill>
            <a:schemeClr val="bg1">
              <a:lumMod val="95000"/>
            </a:schemeClr>
          </a:solidFill>
        </p:spPr>
        <p:txBody>
          <a:bodyPr tIns="0" rIns="0" bIns="0" anchor="ctr">
            <a:noAutofit/>
          </a:bodyPr>
          <a:lstStyle>
            <a:lvl1pPr algn="ctr">
              <a:defRPr sz="2800"/>
            </a:lvl1pPr>
          </a:lstStyle>
          <a:p>
            <a:pPr lvl="0"/>
            <a:r>
              <a:rPr lang="en-US"/>
              <a:t>Click to edit Master text styles</a:t>
            </a:r>
          </a:p>
        </p:txBody>
      </p:sp>
      <p:sp>
        <p:nvSpPr>
          <p:cNvPr id="2" name="Footer Placeholder 1">
            <a:extLst>
              <a:ext uri="{FF2B5EF4-FFF2-40B4-BE49-F238E27FC236}">
                <a16:creationId xmlns:a16="http://schemas.microsoft.com/office/drawing/2014/main" id="{538B82E4-7444-4181-B6FE-B79D11D3EA6F}"/>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2030554347"/>
      </p:ext>
    </p:extLst>
  </p:cSld>
  <p:clrMapOvr>
    <a:masterClrMapping/>
  </p:clrMapOvr>
  <p:transition>
    <p:fad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Title with graphic 2">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29445A-A014-4223-90E2-3D3353E0CE83}"/>
              </a:ext>
            </a:extLst>
          </p:cNvPr>
          <p:cNvSpPr>
            <a:spLocks noGrp="1"/>
          </p:cNvSpPr>
          <p:nvPr>
            <p:ph type="title" hasCustomPrompt="1"/>
          </p:nvPr>
        </p:nvSpPr>
        <p:spPr/>
        <p:txBody>
          <a:bodyPr/>
          <a:lstStyle>
            <a:lvl1pPr>
              <a:defRPr/>
            </a:lvl1pPr>
          </a:lstStyle>
          <a:p>
            <a:r>
              <a:rPr lang="en-US" dirty="0"/>
              <a:t>Heading Segoe UI </a:t>
            </a:r>
            <a:r>
              <a:rPr lang="en-US" dirty="0" err="1"/>
              <a:t>Semibold</a:t>
            </a:r>
            <a:r>
              <a:rPr lang="en-US" dirty="0"/>
              <a:t> 32</a:t>
            </a:r>
          </a:p>
        </p:txBody>
      </p:sp>
      <p:sp>
        <p:nvSpPr>
          <p:cNvPr id="4" name="Text Placeholder 3">
            <a:extLst>
              <a:ext uri="{FF2B5EF4-FFF2-40B4-BE49-F238E27FC236}">
                <a16:creationId xmlns:a16="http://schemas.microsoft.com/office/drawing/2014/main" id="{9D3A230D-0F65-4C2B-9A5E-08E997603E6C}"/>
              </a:ext>
            </a:extLst>
          </p:cNvPr>
          <p:cNvSpPr>
            <a:spLocks noGrp="1"/>
          </p:cNvSpPr>
          <p:nvPr>
            <p:ph type="body" sz="quarter" idx="10"/>
          </p:nvPr>
        </p:nvSpPr>
        <p:spPr>
          <a:xfrm>
            <a:off x="418643" y="2359592"/>
            <a:ext cx="2138816" cy="2138816"/>
          </a:xfrm>
          <a:prstGeom prst="ellipse">
            <a:avLst/>
          </a:prstGeom>
          <a:solidFill>
            <a:srgbClr val="243A5E"/>
          </a:solidFill>
        </p:spPr>
        <p:txBody>
          <a:bodyPr tIns="0" rIns="0" bIns="0" anchor="ctr">
            <a:noAutofit/>
          </a:bodyPr>
          <a:lstStyle>
            <a:lvl1pPr algn="ctr">
              <a:defRPr sz="2400">
                <a:solidFill>
                  <a:schemeClr val="bg1"/>
                </a:solidFill>
              </a:defRPr>
            </a:lvl1pPr>
          </a:lstStyle>
          <a:p>
            <a:pPr lvl="0"/>
            <a:r>
              <a:rPr lang="en-US"/>
              <a:t>Click to edit Master text styles</a:t>
            </a:r>
          </a:p>
        </p:txBody>
      </p:sp>
      <p:sp>
        <p:nvSpPr>
          <p:cNvPr id="5" name="Text Placeholder 3">
            <a:extLst>
              <a:ext uri="{FF2B5EF4-FFF2-40B4-BE49-F238E27FC236}">
                <a16:creationId xmlns:a16="http://schemas.microsoft.com/office/drawing/2014/main" id="{50ABEE60-9F0D-48B2-AE29-DAEE6B65F773}"/>
              </a:ext>
            </a:extLst>
          </p:cNvPr>
          <p:cNvSpPr>
            <a:spLocks noGrp="1"/>
          </p:cNvSpPr>
          <p:nvPr>
            <p:ph type="body" sz="quarter" idx="11"/>
          </p:nvPr>
        </p:nvSpPr>
        <p:spPr>
          <a:xfrm>
            <a:off x="2722617" y="2359592"/>
            <a:ext cx="2138816" cy="2138816"/>
          </a:xfrm>
          <a:prstGeom prst="ellipse">
            <a:avLst/>
          </a:prstGeom>
          <a:solidFill>
            <a:srgbClr val="243A5E"/>
          </a:solidFill>
        </p:spPr>
        <p:txBody>
          <a:bodyPr tIns="0" rIns="0" bIns="0" anchor="ctr">
            <a:noAutofit/>
          </a:bodyPr>
          <a:lstStyle>
            <a:lvl1pPr algn="ctr">
              <a:defRPr sz="2400">
                <a:solidFill>
                  <a:schemeClr val="bg1"/>
                </a:solidFill>
              </a:defRPr>
            </a:lvl1pPr>
          </a:lstStyle>
          <a:p>
            <a:pPr lvl="0"/>
            <a:r>
              <a:rPr lang="en-US"/>
              <a:t>Click to edit Master text styles</a:t>
            </a:r>
          </a:p>
        </p:txBody>
      </p:sp>
      <p:sp>
        <p:nvSpPr>
          <p:cNvPr id="6" name="Text Placeholder 3">
            <a:extLst>
              <a:ext uri="{FF2B5EF4-FFF2-40B4-BE49-F238E27FC236}">
                <a16:creationId xmlns:a16="http://schemas.microsoft.com/office/drawing/2014/main" id="{2892F116-907B-402B-8800-9219B7710190}"/>
              </a:ext>
            </a:extLst>
          </p:cNvPr>
          <p:cNvSpPr>
            <a:spLocks noGrp="1"/>
          </p:cNvSpPr>
          <p:nvPr>
            <p:ph type="body" sz="quarter" idx="12"/>
          </p:nvPr>
        </p:nvSpPr>
        <p:spPr>
          <a:xfrm>
            <a:off x="5026591" y="2359592"/>
            <a:ext cx="2138816" cy="2138816"/>
          </a:xfrm>
          <a:prstGeom prst="ellipse">
            <a:avLst/>
          </a:prstGeom>
          <a:solidFill>
            <a:srgbClr val="243A5E"/>
          </a:solidFill>
        </p:spPr>
        <p:txBody>
          <a:bodyPr tIns="0" rIns="0" bIns="0" anchor="ctr">
            <a:noAutofit/>
          </a:bodyPr>
          <a:lstStyle>
            <a:lvl1pPr algn="ctr">
              <a:defRPr sz="2400">
                <a:solidFill>
                  <a:schemeClr val="bg1"/>
                </a:solidFill>
              </a:defRPr>
            </a:lvl1pPr>
          </a:lstStyle>
          <a:p>
            <a:pPr lvl="0"/>
            <a:r>
              <a:rPr lang="en-US"/>
              <a:t>Click to edit Master text styles</a:t>
            </a:r>
          </a:p>
        </p:txBody>
      </p:sp>
      <p:sp>
        <p:nvSpPr>
          <p:cNvPr id="7" name="Text Placeholder 3">
            <a:extLst>
              <a:ext uri="{FF2B5EF4-FFF2-40B4-BE49-F238E27FC236}">
                <a16:creationId xmlns:a16="http://schemas.microsoft.com/office/drawing/2014/main" id="{FFCA379A-FFA6-4179-AD94-3B9D20DBAA50}"/>
              </a:ext>
            </a:extLst>
          </p:cNvPr>
          <p:cNvSpPr>
            <a:spLocks noGrp="1"/>
          </p:cNvSpPr>
          <p:nvPr>
            <p:ph type="body" sz="quarter" idx="13"/>
          </p:nvPr>
        </p:nvSpPr>
        <p:spPr>
          <a:xfrm>
            <a:off x="7330565" y="2359592"/>
            <a:ext cx="2138816" cy="2138816"/>
          </a:xfrm>
          <a:prstGeom prst="ellipse">
            <a:avLst/>
          </a:prstGeom>
          <a:solidFill>
            <a:srgbClr val="243A5E"/>
          </a:solidFill>
        </p:spPr>
        <p:txBody>
          <a:bodyPr tIns="0" rIns="0" bIns="0" anchor="ctr">
            <a:noAutofit/>
          </a:bodyPr>
          <a:lstStyle>
            <a:lvl1pPr algn="ctr">
              <a:defRPr sz="2400">
                <a:solidFill>
                  <a:schemeClr val="bg1"/>
                </a:solidFill>
              </a:defRPr>
            </a:lvl1pPr>
          </a:lstStyle>
          <a:p>
            <a:pPr lvl="0"/>
            <a:r>
              <a:rPr lang="en-US"/>
              <a:t>Click to edit Master text styles</a:t>
            </a:r>
          </a:p>
        </p:txBody>
      </p:sp>
      <p:sp>
        <p:nvSpPr>
          <p:cNvPr id="8" name="Text Placeholder 3">
            <a:extLst>
              <a:ext uri="{FF2B5EF4-FFF2-40B4-BE49-F238E27FC236}">
                <a16:creationId xmlns:a16="http://schemas.microsoft.com/office/drawing/2014/main" id="{86EE9769-6679-49C8-860D-5CACDB09DBD2}"/>
              </a:ext>
            </a:extLst>
          </p:cNvPr>
          <p:cNvSpPr>
            <a:spLocks noGrp="1"/>
          </p:cNvSpPr>
          <p:nvPr>
            <p:ph type="body" sz="quarter" idx="14"/>
          </p:nvPr>
        </p:nvSpPr>
        <p:spPr>
          <a:xfrm>
            <a:off x="9634541" y="2359592"/>
            <a:ext cx="2138816" cy="2138816"/>
          </a:xfrm>
          <a:prstGeom prst="ellipse">
            <a:avLst/>
          </a:prstGeom>
          <a:solidFill>
            <a:srgbClr val="243A5E"/>
          </a:solidFill>
        </p:spPr>
        <p:txBody>
          <a:bodyPr tIns="0" rIns="0" bIns="0" anchor="ctr">
            <a:noAutofit/>
          </a:bodyPr>
          <a:lstStyle>
            <a:lvl1pPr algn="ctr">
              <a:defRPr sz="2400">
                <a:solidFill>
                  <a:schemeClr val="bg1"/>
                </a:solidFill>
              </a:defRPr>
            </a:lvl1pPr>
          </a:lstStyle>
          <a:p>
            <a:pPr lvl="0"/>
            <a:r>
              <a:rPr lang="en-US"/>
              <a:t>Click to edit Master text styles</a:t>
            </a:r>
          </a:p>
        </p:txBody>
      </p:sp>
      <p:sp>
        <p:nvSpPr>
          <p:cNvPr id="2" name="Footer Placeholder 1">
            <a:extLst>
              <a:ext uri="{FF2B5EF4-FFF2-40B4-BE49-F238E27FC236}">
                <a16:creationId xmlns:a16="http://schemas.microsoft.com/office/drawing/2014/main" id="{136AABF9-4169-453B-83D4-823782CAB5B6}"/>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1223116604"/>
      </p:ext>
    </p:extLst>
  </p:cSld>
  <p:clrMapOvr>
    <a:masterClrMapping/>
  </p:clrMapOvr>
  <p:transition>
    <p:fad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userDrawn="1">
  <p:cSld name="Section divider">
    <p:bg>
      <p:bgPr>
        <a:blipFill dpi="0" rotWithShape="1">
          <a:blip r:embed="rId2">
            <a:lum/>
            <a:extLst>
              <a:ext uri="{28A0092B-C50C-407E-A947-70E740481C1C}">
                <a14:useLocalDpi xmlns:a14="http://schemas.microsoft.com/office/drawing/2010/main" val="0"/>
              </a:ext>
            </a:extLst>
          </a:blip>
          <a:srcRect/>
          <a:stretch>
            <a:fillRect/>
          </a:stretch>
        </a:blip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D1FDE817-4581-481C-9C54-D23C2F82ACA3}"/>
              </a:ext>
            </a:extLst>
          </p:cNvPr>
          <p:cNvSpPr>
            <a:spLocks noGrp="1"/>
          </p:cNvSpPr>
          <p:nvPr>
            <p:ph type="title" hasCustomPrompt="1"/>
          </p:nvPr>
        </p:nvSpPr>
        <p:spPr>
          <a:xfrm>
            <a:off x="585217" y="3179701"/>
            <a:ext cx="8892608" cy="498598"/>
          </a:xfrm>
          <a:noFill/>
        </p:spPr>
        <p:txBody>
          <a:bodyPr wrap="square" lIns="0" tIns="0" rIns="0" bIns="0" anchor="ctr" anchorCtr="0">
            <a:spAutoFit/>
          </a:bodyPr>
          <a:lstStyle>
            <a:lvl1pPr algn="l" defTabSz="932563" rtl="0" eaLnBrk="1" latinLnBrk="0" hangingPunct="1">
              <a:lnSpc>
                <a:spcPct val="90000"/>
              </a:lnSpc>
              <a:spcBef>
                <a:spcPct val="0"/>
              </a:spcBef>
              <a:buNone/>
              <a:defRPr lang="en-US" sz="3529" b="0" kern="1200" cap="none" spc="-50" baseline="0" dirty="0">
                <a:ln w="3175">
                  <a:noFill/>
                </a:ln>
                <a:solidFill>
                  <a:schemeClr val="bg1"/>
                </a:solidFill>
                <a:effectLst/>
                <a:latin typeface="+mj-lt"/>
                <a:ea typeface="+mn-ea"/>
                <a:cs typeface="Segoe UI" pitchFamily="34" charset="0"/>
              </a:defRPr>
            </a:lvl1pPr>
          </a:lstStyle>
          <a:p>
            <a:r>
              <a:rPr lang="en-US"/>
              <a:t>Section title</a:t>
            </a:r>
          </a:p>
        </p:txBody>
      </p:sp>
      <p:sp>
        <p:nvSpPr>
          <p:cNvPr id="2" name="Footer Placeholder 1">
            <a:extLst>
              <a:ext uri="{FF2B5EF4-FFF2-40B4-BE49-F238E27FC236}">
                <a16:creationId xmlns:a16="http://schemas.microsoft.com/office/drawing/2014/main" id="{CAC636FD-8B7A-4800-AB08-3D6AA6585803}"/>
              </a:ext>
            </a:extLst>
          </p:cNvPr>
          <p:cNvSpPr txBox="1">
            <a:spLocks/>
          </p:cNvSpPr>
          <p:nvPr userDrawn="1"/>
        </p:nvSpPr>
        <p:spPr>
          <a:xfrm>
            <a:off x="8946915" y="6455230"/>
            <a:ext cx="3245085" cy="135796"/>
          </a:xfrm>
          <a:prstGeom prst="rect">
            <a:avLst/>
          </a:prstGeom>
        </p:spPr>
        <p:txBody>
          <a:bodyPr vert="horz" wrap="square"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sz="882" dirty="0"/>
              <a:t>© Copyright Microsoft Corporation. All rights reserved.</a:t>
            </a:r>
          </a:p>
        </p:txBody>
      </p:sp>
    </p:spTree>
    <p:extLst>
      <p:ext uri="{BB962C8B-B14F-4D97-AF65-F5344CB8AC3E}">
        <p14:creationId xmlns:p14="http://schemas.microsoft.com/office/powerpoint/2010/main" val="1113437214"/>
      </p:ext>
    </p:extLst>
  </p:cSld>
  <p:clrMapOvr>
    <a:masterClrMapping/>
  </p:clrMapOvr>
  <p:transition>
    <p:fad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cSld name="Title square photo">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3" y="2425541"/>
            <a:ext cx="4167887" cy="1107996"/>
          </a:xfrm>
        </p:spPr>
        <p:txBody>
          <a:bodyPr anchor="b" anchorCtr="0">
            <a:spAutoFit/>
          </a:bodyPr>
          <a:lstStyle>
            <a:lvl1pPr>
              <a:defRPr>
                <a:solidFill>
                  <a:schemeClr val="accent3"/>
                </a:solidFill>
              </a:defRPr>
            </a:lvl1pPr>
          </a:lstStyle>
          <a:p>
            <a:r>
              <a:rPr lang="en-US" dirty="0"/>
              <a:t>Event name or presentation title </a:t>
            </a:r>
          </a:p>
        </p:txBody>
      </p:sp>
      <p:sp>
        <p:nvSpPr>
          <p:cNvPr id="5" name="Text Placeholder 4"/>
          <p:cNvSpPr>
            <a:spLocks noGrp="1"/>
          </p:cNvSpPr>
          <p:nvPr>
            <p:ph type="body" sz="quarter" idx="12" hasCustomPrompt="1"/>
          </p:nvPr>
        </p:nvSpPr>
        <p:spPr>
          <a:xfrm>
            <a:off x="582042" y="3962400"/>
            <a:ext cx="4164583"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dirty="0"/>
              <a:t>Speaker name or subtitle</a:t>
            </a:r>
          </a:p>
        </p:txBody>
      </p:sp>
      <p:pic>
        <p:nvPicPr>
          <p:cNvPr id="7" name="MS logo white - EMF" descr="Microsoft logo white text version">
            <a:extLst>
              <a:ext uri="{FF2B5EF4-FFF2-40B4-BE49-F238E27FC236}">
                <a16:creationId xmlns:a16="http://schemas.microsoft.com/office/drawing/2014/main" id="{B75A0920-A5C0-44B4-805C-2A21395BDE60}"/>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bwMode="black">
          <a:xfrm>
            <a:off x="584200" y="585788"/>
            <a:ext cx="1366245" cy="292608"/>
          </a:xfrm>
          <a:prstGeom prst="rect">
            <a:avLst/>
          </a:prstGeom>
        </p:spPr>
      </p:pic>
      <p:sp>
        <p:nvSpPr>
          <p:cNvPr id="4" name="Picture Placeholder 3">
            <a:extLst>
              <a:ext uri="{FF2B5EF4-FFF2-40B4-BE49-F238E27FC236}">
                <a16:creationId xmlns:a16="http://schemas.microsoft.com/office/drawing/2014/main" id="{40BC5B99-509C-464A-99BC-BB61027E6D1A}"/>
              </a:ext>
            </a:extLst>
          </p:cNvPr>
          <p:cNvSpPr>
            <a:spLocks noGrp="1"/>
          </p:cNvSpPr>
          <p:nvPr>
            <p:ph type="pic" sz="quarter" idx="13"/>
          </p:nvPr>
        </p:nvSpPr>
        <p:spPr>
          <a:xfrm>
            <a:off x="5326063" y="0"/>
            <a:ext cx="6865937" cy="6858000"/>
          </a:xfrm>
        </p:spPr>
        <p:txBody>
          <a:bodyPr/>
          <a:lstStyle/>
          <a:p>
            <a:r>
              <a:rPr lang="en-US"/>
              <a:t>Click icon to add picture</a:t>
            </a:r>
          </a:p>
        </p:txBody>
      </p:sp>
    </p:spTree>
    <p:extLst>
      <p:ext uri="{BB962C8B-B14F-4D97-AF65-F5344CB8AC3E}">
        <p14:creationId xmlns:p14="http://schemas.microsoft.com/office/powerpoint/2010/main" val="176414693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55">
          <p15:clr>
            <a:srgbClr val="5ACBF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18643" y="440494"/>
            <a:ext cx="11341268" cy="680196"/>
          </a:xfrm>
          <a:prstGeom prst="rect">
            <a:avLst/>
          </a:prstGeom>
        </p:spPr>
        <p:txBody>
          <a:bodyPr vert="horz" wrap="square" lIns="0" tIns="91440" rIns="146304" bIns="91440" rtlCol="0" anchor="t">
            <a:noAutofit/>
          </a:bodyPr>
          <a:lstStyle/>
          <a:p>
            <a:r>
              <a:rPr lang="en-US" dirty="0"/>
              <a:t>Heading Segoe UI </a:t>
            </a:r>
            <a:r>
              <a:rPr lang="en-US" dirty="0" err="1"/>
              <a:t>Semibold</a:t>
            </a:r>
            <a:r>
              <a:rPr lang="en-US" dirty="0"/>
              <a:t> 28/32</a:t>
            </a:r>
          </a:p>
        </p:txBody>
      </p:sp>
      <p:sp>
        <p:nvSpPr>
          <p:cNvPr id="4" name="Text Placeholder 3"/>
          <p:cNvSpPr>
            <a:spLocks noGrp="1"/>
          </p:cNvSpPr>
          <p:nvPr>
            <p:ph type="body" idx="1"/>
          </p:nvPr>
        </p:nvSpPr>
        <p:spPr>
          <a:xfrm>
            <a:off x="418643" y="1456898"/>
            <a:ext cx="11341268" cy="2492990"/>
          </a:xfrm>
          <a:prstGeom prst="rect">
            <a:avLst/>
          </a:prstGeom>
        </p:spPr>
        <p:txBody>
          <a:bodyPr vert="horz" wrap="square" lIns="0" tIns="91440" rIns="146304" bIns="91440" rtlCol="0">
            <a:spAutoFit/>
          </a:bodyPr>
          <a:lstStyle/>
          <a:p>
            <a:pPr lvl="1"/>
            <a:r>
              <a:rPr lang="en-US" dirty="0"/>
              <a:t>Large: subhead Segoe UI Regular 20/24</a:t>
            </a:r>
          </a:p>
          <a:p>
            <a:pPr lvl="2"/>
            <a:r>
              <a:rPr lang="en-US" dirty="0"/>
              <a:t>Medium: paragraph heading Segoe UI </a:t>
            </a:r>
            <a:r>
              <a:rPr lang="en-US" dirty="0" err="1"/>
              <a:t>Semibold</a:t>
            </a:r>
            <a:r>
              <a:rPr lang="en-US" dirty="0"/>
              <a:t> 14/18</a:t>
            </a:r>
          </a:p>
          <a:p>
            <a:pPr lvl="3"/>
            <a:r>
              <a:rPr lang="en-US" dirty="0"/>
              <a:t>Medium: paragraph body copy Segoe UI Regular 14/18</a:t>
            </a:r>
          </a:p>
          <a:p>
            <a:pPr lvl="4"/>
            <a:r>
              <a:rPr lang="en-US" dirty="0"/>
              <a:t>Small: caption heading Segoe UI Bold 10/12</a:t>
            </a:r>
          </a:p>
          <a:p>
            <a:pPr lvl="6"/>
            <a:r>
              <a:rPr lang="en-US" dirty="0"/>
              <a:t>Small: caption body copy Segoe UI Regular 10/12</a:t>
            </a:r>
          </a:p>
          <a:p>
            <a:pPr lvl="6"/>
            <a:endParaRPr lang="en-US" dirty="0"/>
          </a:p>
          <a:p>
            <a:pPr lvl="6"/>
            <a:endParaRPr lang="en-US" dirty="0"/>
          </a:p>
        </p:txBody>
      </p:sp>
    </p:spTree>
    <p:extLst>
      <p:ext uri="{BB962C8B-B14F-4D97-AF65-F5344CB8AC3E}">
        <p14:creationId xmlns:p14="http://schemas.microsoft.com/office/powerpoint/2010/main" val="1901426323"/>
      </p:ext>
    </p:extLst>
  </p:cSld>
  <p:clrMap bg1="lt1" tx1="dk1" bg2="lt2" tx2="dk2" accent1="accent1" accent2="accent2" accent3="accent3" accent4="accent4" accent5="accent5" accent6="accent6" hlink="hlink" folHlink="folHlink"/>
  <p:sldLayoutIdLst>
    <p:sldLayoutId id="2147483667" r:id="rId1"/>
    <p:sldLayoutId id="2147483708" r:id="rId2"/>
    <p:sldLayoutId id="2147483669" r:id="rId3"/>
    <p:sldLayoutId id="2147483670" r:id="rId4"/>
    <p:sldLayoutId id="2147483671" r:id="rId5"/>
    <p:sldLayoutId id="2147483672" r:id="rId6"/>
    <p:sldLayoutId id="2147483673" r:id="rId7"/>
    <p:sldLayoutId id="2147483674" r:id="rId8"/>
    <p:sldLayoutId id="2147483675" r:id="rId9"/>
    <p:sldLayoutId id="2147483676" r:id="rId10"/>
    <p:sldLayoutId id="2147483678" r:id="rId11"/>
    <p:sldLayoutId id="2147483683" r:id="rId12"/>
    <p:sldLayoutId id="2147483697" r:id="rId13"/>
    <p:sldLayoutId id="2147483703" r:id="rId14"/>
    <p:sldLayoutId id="2147483704" r:id="rId15"/>
    <p:sldLayoutId id="2147483705" r:id="rId16"/>
    <p:sldLayoutId id="2147483706" r:id="rId17"/>
    <p:sldLayoutId id="2147483709" r:id="rId18"/>
    <p:sldLayoutId id="2147483710" r:id="rId19"/>
  </p:sldLayoutIdLst>
  <p:transition>
    <p:fade/>
  </p:transition>
  <p:txStyles>
    <p:titleStyle>
      <a:lvl1pPr algn="l" defTabSz="914367" rtl="0" eaLnBrk="1" latinLnBrk="0" hangingPunct="1">
        <a:lnSpc>
          <a:spcPct val="90000"/>
        </a:lnSpc>
        <a:spcBef>
          <a:spcPct val="0"/>
        </a:spcBef>
        <a:buNone/>
        <a:defRPr lang="en-US" sz="3200" b="0" kern="1200" cap="none" spc="-49" baseline="0" dirty="0" smtClean="0">
          <a:ln w="3175">
            <a:noFill/>
          </a:ln>
          <a:solidFill>
            <a:srgbClr val="000000"/>
          </a:solidFill>
          <a:effectLst/>
          <a:latin typeface="+mj-lt"/>
          <a:ea typeface="+mn-ea"/>
          <a:cs typeface="Segoe UI" pitchFamily="34" charset="0"/>
        </a:defRPr>
      </a:lvl1pPr>
    </p:titleStyle>
    <p:bodyStyle>
      <a:lvl1pPr marL="0" marR="0" indent="0" algn="l" defTabSz="914367" rtl="0" eaLnBrk="1" fontAlgn="auto" latinLnBrk="0" hangingPunct="1">
        <a:lnSpc>
          <a:spcPct val="100000"/>
        </a:lnSpc>
        <a:spcBef>
          <a:spcPts val="0"/>
        </a:spcBef>
        <a:spcAft>
          <a:spcPts val="0"/>
        </a:spcAft>
        <a:buClrTx/>
        <a:buSzPct val="90000"/>
        <a:buFont typeface="Wingdings" panose="05000000000000000000" pitchFamily="2" charset="2"/>
        <a:buNone/>
        <a:tabLst/>
        <a:defRPr sz="2353" kern="1200" spc="-49" baseline="0">
          <a:solidFill>
            <a:srgbClr val="000000"/>
          </a:solidFill>
          <a:latin typeface="+mj-lt"/>
          <a:ea typeface="+mn-ea"/>
          <a:cs typeface="+mn-cs"/>
        </a:defRPr>
      </a:lvl1pPr>
      <a:lvl2pPr marL="0" marR="0" indent="0" algn="l" defTabSz="914367" rtl="0" eaLnBrk="1" fontAlgn="auto" latinLnBrk="0" hangingPunct="1">
        <a:lnSpc>
          <a:spcPct val="100000"/>
        </a:lnSpc>
        <a:spcBef>
          <a:spcPts val="392"/>
        </a:spcBef>
        <a:spcAft>
          <a:spcPts val="588"/>
        </a:spcAft>
        <a:buClrTx/>
        <a:buSzPct val="90000"/>
        <a:buFontTx/>
        <a:buNone/>
        <a:tabLst/>
        <a:defRPr sz="2000" kern="1200" spc="0" baseline="0">
          <a:solidFill>
            <a:schemeClr val="tx1"/>
          </a:solidFill>
          <a:latin typeface="+mn-lt"/>
          <a:ea typeface="+mn-ea"/>
          <a:cs typeface="+mn-cs"/>
        </a:defRPr>
      </a:lvl2pPr>
      <a:lvl3pPr marL="0" marR="0" indent="0" algn="l" defTabSz="914367" rtl="0" eaLnBrk="1" fontAlgn="auto" latinLnBrk="0" hangingPunct="1">
        <a:lnSpc>
          <a:spcPct val="100000"/>
        </a:lnSpc>
        <a:spcBef>
          <a:spcPts val="392"/>
        </a:spcBef>
        <a:spcAft>
          <a:spcPts val="588"/>
        </a:spcAft>
        <a:buClrTx/>
        <a:buSzPct val="90000"/>
        <a:buFont typeface="Wingdings" panose="05000000000000000000" pitchFamily="2" charset="2"/>
        <a:buNone/>
        <a:tabLst/>
        <a:defRPr sz="1600" kern="1200" spc="0" baseline="0">
          <a:solidFill>
            <a:schemeClr val="tx1"/>
          </a:solidFill>
          <a:latin typeface="+mj-lt"/>
          <a:ea typeface="+mn-ea"/>
          <a:cs typeface="+mn-cs"/>
        </a:defRPr>
      </a:lvl3pPr>
      <a:lvl4pPr marL="0" marR="0" indent="0" algn="l" defTabSz="914367" rtl="0" eaLnBrk="1" fontAlgn="auto" latinLnBrk="0" hangingPunct="1">
        <a:lnSpc>
          <a:spcPct val="100000"/>
        </a:lnSpc>
        <a:spcBef>
          <a:spcPts val="392"/>
        </a:spcBef>
        <a:spcAft>
          <a:spcPts val="588"/>
        </a:spcAft>
        <a:buClrTx/>
        <a:buSzPct val="90000"/>
        <a:buFont typeface="Wingdings" panose="05000000000000000000" pitchFamily="2" charset="2"/>
        <a:buNone/>
        <a:tabLst/>
        <a:defRPr sz="1600" kern="1200" spc="0" baseline="0">
          <a:solidFill>
            <a:schemeClr val="tx1"/>
          </a:solidFill>
          <a:latin typeface="+mn-lt"/>
          <a:ea typeface="+mn-ea"/>
          <a:cs typeface="+mn-cs"/>
        </a:defRPr>
      </a:lvl4pPr>
      <a:lvl5pPr marL="0" marR="0" indent="0" algn="l" defTabSz="914367" rtl="0" eaLnBrk="1" fontAlgn="auto" latinLnBrk="0" hangingPunct="1">
        <a:lnSpc>
          <a:spcPct val="100000"/>
        </a:lnSpc>
        <a:spcBef>
          <a:spcPts val="392"/>
        </a:spcBef>
        <a:spcAft>
          <a:spcPts val="588"/>
        </a:spcAft>
        <a:buClrTx/>
        <a:buSzPct val="90000"/>
        <a:buFont typeface="Wingdings" panose="05000000000000000000" pitchFamily="2" charset="2"/>
        <a:buNone/>
        <a:tabLst/>
        <a:defRPr sz="1200" b="1" kern="1200" spc="0" baseline="0">
          <a:solidFill>
            <a:schemeClr val="tx1"/>
          </a:solidFill>
          <a:latin typeface="+mn-lt"/>
          <a:ea typeface="+mn-ea"/>
          <a:cs typeface="+mn-cs"/>
        </a:defRPr>
      </a:lvl5pPr>
      <a:lvl6pPr marL="2285916" indent="0" algn="l" defTabSz="914367" rtl="0" eaLnBrk="1" latinLnBrk="0" hangingPunct="1">
        <a:spcBef>
          <a:spcPct val="20000"/>
        </a:spcBef>
        <a:buFont typeface="Arial" pitchFamily="34" charset="0"/>
        <a:buNone/>
        <a:defRPr sz="1961" kern="1200">
          <a:solidFill>
            <a:schemeClr val="tx1"/>
          </a:solidFill>
          <a:latin typeface="+mn-lt"/>
          <a:ea typeface="+mn-ea"/>
          <a:cs typeface="+mn-cs"/>
        </a:defRPr>
      </a:lvl6pPr>
      <a:lvl7pPr marL="0" indent="0" algn="l" defTabSz="914367" rtl="0" eaLnBrk="1" latinLnBrk="0" hangingPunct="1">
        <a:lnSpc>
          <a:spcPct val="100000"/>
        </a:lnSpc>
        <a:spcBef>
          <a:spcPts val="392"/>
        </a:spcBef>
        <a:spcAft>
          <a:spcPts val="588"/>
        </a:spcAft>
        <a:buFont typeface="Arial" pitchFamily="34" charset="0"/>
        <a:buNone/>
        <a:defRPr sz="1200" kern="1200">
          <a:solidFill>
            <a:schemeClr val="tx1"/>
          </a:solidFill>
          <a:latin typeface="+mn-lt"/>
          <a:ea typeface="+mn-ea"/>
          <a:cs typeface="+mn-cs"/>
        </a:defRPr>
      </a:lvl7pPr>
      <a:lvl8pPr marL="3428877"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8pPr>
      <a:lvl9pPr marL="3886061"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9pPr>
    </p:bodyStyle>
    <p:other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p:otherStyle>
  </p:txStyles>
  <p:extLst>
    <p:ext uri="{27BBF7A9-308A-43DC-89C8-2F10F3537804}">
      <p15:sldGuideLst xmlns:p15="http://schemas.microsoft.com/office/powerpoint/2012/main">
        <p15:guide id="31" pos="1322">
          <p15:clr>
            <a:srgbClr val="C35EA4"/>
          </p15:clr>
        </p15:guide>
        <p15:guide id="32" pos="1498">
          <p15:clr>
            <a:srgbClr val="C35EA4"/>
          </p15:clr>
        </p15:guide>
        <p15:guide id="33" pos="2569">
          <p15:clr>
            <a:srgbClr val="C35EA4"/>
          </p15:clr>
        </p15:guide>
        <p15:guide id="34" pos="2711">
          <p15:clr>
            <a:srgbClr val="C35EA4"/>
          </p15:clr>
        </p15:guide>
        <p15:guide id="35" pos="3778">
          <p15:clr>
            <a:srgbClr val="C35EA4"/>
          </p15:clr>
        </p15:guide>
        <p15:guide id="36" pos="3924">
          <p15:clr>
            <a:srgbClr val="C35EA4"/>
          </p15:clr>
        </p15:guide>
        <p15:guide id="37" pos="4983">
          <p15:clr>
            <a:srgbClr val="C35EA4"/>
          </p15:clr>
        </p15:guide>
        <p15:guide id="38" pos="5127">
          <p15:clr>
            <a:srgbClr val="C35EA4"/>
          </p15:clr>
        </p15:guide>
        <p15:guide id="39" pos="6199">
          <p15:clr>
            <a:srgbClr val="C35EA4"/>
          </p15:clr>
        </p15:guide>
        <p15:guide id="40" pos="6342">
          <p15:clr>
            <a:srgbClr val="C35EA4"/>
          </p15:clr>
        </p15:guide>
        <p15:guide id="41" pos="264">
          <p15:clr>
            <a:srgbClr val="F26B43"/>
          </p15:clr>
        </p15:guide>
        <p15:guide id="42" pos="7416">
          <p15:clr>
            <a:srgbClr val="F26B43"/>
          </p15:clr>
        </p15:guide>
        <p15:guide id="43" orient="horz" pos="736">
          <p15:clr>
            <a:srgbClr val="5ACBF0"/>
          </p15:clr>
        </p15:guide>
        <p15:guide id="44" orient="horz" pos="1360">
          <p15:clr>
            <a:srgbClr val="5ACBF0"/>
          </p15:clr>
        </p15:guide>
        <p15:guide id="45" orient="horz" pos="593">
          <p15:clr>
            <a:srgbClr val="5ACBF0"/>
          </p15:clr>
        </p15:guide>
        <p15:guide id="46" orient="horz" pos="1484">
          <p15:clr>
            <a:srgbClr val="5ACBF0"/>
          </p15:clr>
        </p15:guide>
        <p15:guide id="47" orient="horz" pos="2088">
          <p15:clr>
            <a:srgbClr val="5ACBF0"/>
          </p15:clr>
        </p15:guide>
        <p15:guide id="48" orient="horz" pos="2254">
          <p15:clr>
            <a:srgbClr val="5ACBF0"/>
          </p15:clr>
        </p15:guide>
        <p15:guide id="49" orient="horz" pos="277">
          <p15:clr>
            <a:srgbClr val="F26B43"/>
          </p15:clr>
        </p15:guide>
        <p15:guide id="50" orient="horz" pos="4043">
          <p15:clr>
            <a:srgbClr val="F26B43"/>
          </p15:clr>
        </p15:guide>
        <p15:guide id="51" orient="horz" pos="2835">
          <p15:clr>
            <a:srgbClr val="5ACBF0"/>
          </p15:clr>
        </p15:guide>
        <p15:guide id="52" orient="horz" pos="2960">
          <p15:clr>
            <a:srgbClr val="5ACBF0"/>
          </p15:clr>
        </p15:guide>
        <p15:guide id="53" orient="horz" pos="3572">
          <p15:clr>
            <a:srgbClr val="5ACBF0"/>
          </p15:clr>
        </p15:guide>
        <p15:guide id="54" orient="horz" pos="3690">
          <p15:clr>
            <a:srgbClr val="5ACBF0"/>
          </p15:clr>
        </p15:guide>
        <p15:guide id="55" orient="horz" pos="918">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Layout" Target="../slideLayouts/slideLayout19.xml"/></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9.xml"/><Relationship Id="rId4" Type="http://schemas.openxmlformats.org/officeDocument/2006/relationships/image" Target="../media/image7.svg"/></Relationships>
</file>

<file path=ppt/slides/_rels/slide3.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hyperlink" Target="https://docs.microsoft.com/azure/service-bus-messaging" TargetMode="External"/><Relationship Id="rId2" Type="http://schemas.openxmlformats.org/officeDocument/2006/relationships/notesSlide" Target="../notesSlides/notesSlide3.xml"/><Relationship Id="rId1" Type="http://schemas.openxmlformats.org/officeDocument/2006/relationships/slideLayout" Target="../slideLayouts/slideLayout4.xml"/><Relationship Id="rId5" Type="http://schemas.openxmlformats.org/officeDocument/2006/relationships/image" Target="../media/image12.png"/><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4.svg"/></Relationships>
</file>

<file path=ppt/slides/_rels/slide8.xml.rels><?xml version="1.0" encoding="UTF-8" standalone="yes"?>
<Relationships xmlns="http://schemas.openxmlformats.org/package/2006/relationships"><Relationship Id="rId3" Type="http://schemas.openxmlformats.org/officeDocument/2006/relationships/hyperlink" Target="https://docs.microsoft.com/en-us/azure/event-hubs/event-hubs-about" TargetMode="External"/><Relationship Id="rId2" Type="http://schemas.openxmlformats.org/officeDocument/2006/relationships/notesSlide" Target="../notesSlides/notesSlide6.xml"/><Relationship Id="rId1" Type="http://schemas.openxmlformats.org/officeDocument/2006/relationships/slideLayout" Target="../slideLayouts/slideLayout4.xml"/><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3" Type="http://schemas.openxmlformats.org/officeDocument/2006/relationships/hyperlink" Target="https://docs.microsoft.com/azure/event-grid/overview" TargetMode="External"/><Relationship Id="rId2" Type="http://schemas.openxmlformats.org/officeDocument/2006/relationships/notesSlide" Target="../notesSlides/notesSlide7.xml"/><Relationship Id="rId1" Type="http://schemas.openxmlformats.org/officeDocument/2006/relationships/slideLayout" Target="../slideLayouts/slideLayout4.xml"/><Relationship Id="rId4" Type="http://schemas.openxmlformats.org/officeDocument/2006/relationships/image" Target="../media/image16.png"/></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18.emf"/><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20.svg"/></Relationships>
</file>

<file path=ppt/slides/_rels/slide13.xml.rels><?xml version="1.0" encoding="UTF-8" standalone="yes"?>
<Relationships xmlns="http://schemas.openxmlformats.org/package/2006/relationships"><Relationship Id="rId3" Type="http://schemas.openxmlformats.org/officeDocument/2006/relationships/hyperlink" Target="https://docs.microsoft.com/en-us/azure/azure-cache-for-redis/cache-overview" TargetMode="External"/><Relationship Id="rId2" Type="http://schemas.openxmlformats.org/officeDocument/2006/relationships/notesSlide" Target="../notesSlides/notesSlide10.xml"/><Relationship Id="rId1" Type="http://schemas.openxmlformats.org/officeDocument/2006/relationships/slideLayout" Target="../slideLayouts/slideLayout4.xml"/><Relationship Id="rId4" Type="http://schemas.openxmlformats.org/officeDocument/2006/relationships/image" Target="../media/image21.png"/></Relationships>
</file>

<file path=ppt/slides/_rels/slide1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2.xml"/><Relationship Id="rId1" Type="http://schemas.openxmlformats.org/officeDocument/2006/relationships/slideLayout" Target="../slideLayouts/slideLayout12.xml"/><Relationship Id="rId4" Type="http://schemas.microsoft.com/office/2007/relationships/hdphoto" Target="../media/hdphoto1.wdp"/></Relationships>
</file>

<file path=ppt/slides/_rels/slide1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4.xml"/><Relationship Id="rId1" Type="http://schemas.openxmlformats.org/officeDocument/2006/relationships/slideLayout" Target="../slideLayouts/slideLayout4.xml"/><Relationship Id="rId5" Type="http://schemas.openxmlformats.org/officeDocument/2006/relationships/image" Target="../media/image27.png"/><Relationship Id="rId4" Type="http://schemas.openxmlformats.org/officeDocument/2006/relationships/image" Target="../media/image26.svg"/></Relationships>
</file>

<file path=ppt/slides/_rels/slide1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8" Type="http://schemas.openxmlformats.org/officeDocument/2006/relationships/image" Target="../media/image35.svg"/><Relationship Id="rId3" Type="http://schemas.openxmlformats.org/officeDocument/2006/relationships/image" Target="../media/image30.png"/><Relationship Id="rId7" Type="http://schemas.openxmlformats.org/officeDocument/2006/relationships/image" Target="../media/image34.png"/><Relationship Id="rId2" Type="http://schemas.openxmlformats.org/officeDocument/2006/relationships/notesSlide" Target="../notesSlides/notesSlide15.xml"/><Relationship Id="rId1" Type="http://schemas.openxmlformats.org/officeDocument/2006/relationships/slideLayout" Target="../slideLayouts/slideLayout4.xml"/><Relationship Id="rId6" Type="http://schemas.openxmlformats.org/officeDocument/2006/relationships/image" Target="../media/image33.svg"/><Relationship Id="rId5" Type="http://schemas.openxmlformats.org/officeDocument/2006/relationships/image" Target="../media/image32.png"/><Relationship Id="rId10" Type="http://schemas.openxmlformats.org/officeDocument/2006/relationships/image" Target="../media/image37.svg"/><Relationship Id="rId4" Type="http://schemas.openxmlformats.org/officeDocument/2006/relationships/image" Target="../media/image31.svg"/><Relationship Id="rId9" Type="http://schemas.openxmlformats.org/officeDocument/2006/relationships/image" Target="../media/image36.png"/></Relationships>
</file>

<file path=ppt/slides/_rels/slide20.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E1AD11-C05B-4487-A246-ED644C73C692}"/>
              </a:ext>
            </a:extLst>
          </p:cNvPr>
          <p:cNvSpPr>
            <a:spLocks noGrp="1"/>
          </p:cNvSpPr>
          <p:nvPr>
            <p:ph type="title"/>
          </p:nvPr>
        </p:nvSpPr>
        <p:spPr>
          <a:xfrm>
            <a:off x="578738" y="2800870"/>
            <a:ext cx="4167887" cy="1514261"/>
          </a:xfrm>
        </p:spPr>
        <p:txBody>
          <a:bodyPr/>
          <a:lstStyle/>
          <a:p>
            <a:r>
              <a:rPr lang="fr-FR" dirty="0">
                <a:solidFill>
                  <a:schemeClr val="tx1"/>
                </a:solidFill>
              </a:rPr>
              <a:t>Module 04: </a:t>
            </a:r>
            <a:br>
              <a:rPr lang="fr-FR" dirty="0">
                <a:solidFill>
                  <a:schemeClr val="tx1"/>
                </a:solidFill>
              </a:rPr>
            </a:br>
            <a:r>
              <a:rPr lang="fr-FR" dirty="0">
                <a:solidFill>
                  <a:schemeClr val="tx1"/>
                </a:solidFill>
              </a:rPr>
              <a:t>Message And Event </a:t>
            </a:r>
            <a:r>
              <a:rPr lang="fr-FR" dirty="0" err="1">
                <a:solidFill>
                  <a:schemeClr val="tx1"/>
                </a:solidFill>
              </a:rPr>
              <a:t>Integration</a:t>
            </a:r>
            <a:endParaRPr lang="en-US" dirty="0">
              <a:solidFill>
                <a:schemeClr val="tx1"/>
              </a:solidFill>
            </a:endParaRPr>
          </a:p>
        </p:txBody>
      </p:sp>
      <p:sp>
        <p:nvSpPr>
          <p:cNvPr id="3" name="Text Placeholder 2">
            <a:extLst>
              <a:ext uri="{FF2B5EF4-FFF2-40B4-BE49-F238E27FC236}">
                <a16:creationId xmlns:a16="http://schemas.microsoft.com/office/drawing/2014/main" id="{53A4F27D-9766-438B-809D-9CFAA7EFFD7D}"/>
              </a:ext>
            </a:extLst>
          </p:cNvPr>
          <p:cNvSpPr>
            <a:spLocks noGrp="1"/>
          </p:cNvSpPr>
          <p:nvPr>
            <p:ph type="body" sz="quarter" idx="12"/>
          </p:nvPr>
        </p:nvSpPr>
        <p:spPr>
          <a:xfrm>
            <a:off x="582042" y="4574666"/>
            <a:ext cx="4164583" cy="677108"/>
          </a:xfrm>
        </p:spPr>
        <p:txBody>
          <a:bodyPr/>
          <a:lstStyle/>
          <a:p>
            <a:r>
              <a:rPr lang="en-US" dirty="0"/>
              <a:t>Cyrus Cheng</a:t>
            </a:r>
            <a:br>
              <a:rPr lang="en-US" dirty="0"/>
            </a:br>
            <a:r>
              <a:rPr lang="en-US" dirty="0"/>
              <a:t>ITSWS - FO </a:t>
            </a:r>
            <a:r>
              <a:rPr lang="en-US" dirty="0" err="1"/>
              <a:t>Cashout</a:t>
            </a:r>
            <a:r>
              <a:rPr lang="en-US" dirty="0"/>
              <a:t> Team</a:t>
            </a:r>
          </a:p>
        </p:txBody>
      </p:sp>
      <p:pic>
        <p:nvPicPr>
          <p:cNvPr id="4098" name="Picture 2" descr="HKJC are Being Sued for failing to Pay Out a Winning Bet - Gambling Herald">
            <a:extLst>
              <a:ext uri="{FF2B5EF4-FFF2-40B4-BE49-F238E27FC236}">
                <a16:creationId xmlns:a16="http://schemas.microsoft.com/office/drawing/2014/main" id="{C745B710-30C1-444C-BB96-744721E298E2}"/>
              </a:ext>
            </a:extLst>
          </p:cNvPr>
          <p:cNvPicPr>
            <a:picLocks noGrp="1" noChangeAspect="1" noChangeArrowheads="1"/>
          </p:cNvPicPr>
          <p:nvPr>
            <p:ph type="pic" sz="quarter" idx="13"/>
          </p:nvPr>
        </p:nvPicPr>
        <p:blipFill>
          <a:blip r:embed="rId2" cstate="email">
            <a:extLst>
              <a:ext uri="{28A0092B-C50C-407E-A947-70E740481C1C}">
                <a14:useLocalDpi xmlns:a14="http://schemas.microsoft.com/office/drawing/2010/main"/>
              </a:ext>
            </a:extLst>
          </a:blip>
          <a:srcRect/>
          <a:stretch>
            <a:fillRect/>
          </a:stretch>
        </p:blipFill>
        <p:spPr bwMode="auto">
          <a:prstGeom prst="rect">
            <a:avLst/>
          </a:prstGeom>
          <a:noFill/>
          <a:extLst>
            <a:ext uri="{909E8E84-426E-40DD-AFC4-6F175D3DCCD1}">
              <a14:hiddenFill xmlns:a14="http://schemas.microsoft.com/office/drawing/2010/main">
                <a:solidFill>
                  <a:srgbClr val="FFFFFF"/>
                </a:solidFill>
              </a14:hiddenFill>
            </a:ext>
          </a:extLst>
        </p:spPr>
      </p:pic>
      <p:pic>
        <p:nvPicPr>
          <p:cNvPr id="5" name="Picture 4" descr="The Hong Kong Jockey Club">
            <a:extLst>
              <a:ext uri="{FF2B5EF4-FFF2-40B4-BE49-F238E27FC236}">
                <a16:creationId xmlns:a16="http://schemas.microsoft.com/office/drawing/2014/main" id="{072F594E-46DB-485B-9E22-71C0EAAF6B8B}"/>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a:stretch/>
        </p:blipFill>
        <p:spPr bwMode="auto">
          <a:xfrm>
            <a:off x="4166624" y="228700"/>
            <a:ext cx="980708" cy="11339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2887098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a:xfrm>
            <a:off x="418643" y="440494"/>
            <a:ext cx="11341268" cy="680196"/>
          </a:xfrm>
        </p:spPr>
        <p:txBody>
          <a:bodyPr vert="horz" wrap="square" lIns="0" tIns="91440" rIns="146304" bIns="91440" rtlCol="0" anchor="t">
            <a:normAutofit/>
          </a:bodyPr>
          <a:lstStyle/>
          <a:p>
            <a:r>
              <a:rPr lang="en-US" b="0" kern="1200" cap="none" spc="-49" baseline="0" dirty="0">
                <a:ln w="3175">
                  <a:noFill/>
                </a:ln>
                <a:effectLst/>
                <a:latin typeface="+mj-lt"/>
                <a:ea typeface="+mn-ea"/>
                <a:cs typeface="Segoe UI"/>
              </a:rPr>
              <a:t>Module 04 – </a:t>
            </a:r>
            <a:r>
              <a:rPr lang="en-US" dirty="0">
                <a:cs typeface="Segoe UI"/>
              </a:rPr>
              <a:t>Outline</a:t>
            </a:r>
            <a:endParaRPr lang="en-US" b="0" kern="1200" cap="none" spc="-49" baseline="0" dirty="0">
              <a:ln w="3175">
                <a:noFill/>
              </a:ln>
              <a:effectLst/>
              <a:latin typeface="+mj-lt"/>
              <a:ea typeface="+mn-ea"/>
              <a:cs typeface="Segoe UI" pitchFamily="34" charset="0"/>
            </a:endParaRPr>
          </a:p>
        </p:txBody>
      </p:sp>
      <p:sp>
        <p:nvSpPr>
          <p:cNvPr id="10" name="Text Placeholder 14">
            <a:extLst>
              <a:ext uri="{FF2B5EF4-FFF2-40B4-BE49-F238E27FC236}">
                <a16:creationId xmlns:a16="http://schemas.microsoft.com/office/drawing/2014/main" id="{36877184-9CC1-4EBD-ACA1-BA6A2150651C}"/>
              </a:ext>
            </a:extLst>
          </p:cNvPr>
          <p:cNvSpPr>
            <a:spLocks noGrp="1"/>
          </p:cNvSpPr>
          <p:nvPr/>
        </p:nvSpPr>
        <p:spPr>
          <a:xfrm>
            <a:off x="418643" y="1456896"/>
            <a:ext cx="5394960" cy="4734629"/>
          </a:xfrm>
          <a:prstGeom prst="rect">
            <a:avLst/>
          </a:prstGeom>
        </p:spPr>
        <p:txBody>
          <a:bodyPr vert="horz" wrap="square" lIns="0" tIns="91440" rIns="146304" bIns="91440" rtlCol="0">
            <a:normAutofit fontScale="92500" lnSpcReduction="20000"/>
          </a:bodyPr>
          <a:lstStyle>
            <a:lvl1pPr marL="336145" marR="0" indent="-336145" algn="l" defTabSz="914367" rtl="0" eaLnBrk="1" fontAlgn="auto" latinLnBrk="0" hangingPunct="1">
              <a:lnSpc>
                <a:spcPts val="2353"/>
              </a:lnSpc>
              <a:spcBef>
                <a:spcPts val="0"/>
              </a:spcBef>
              <a:spcAft>
                <a:spcPts val="0"/>
              </a:spcAft>
              <a:buClrTx/>
              <a:buSzPct val="90000"/>
              <a:buFont typeface="Arial" panose="020B0604020202020204" pitchFamily="34" charset="0"/>
              <a:buChar char="•"/>
              <a:tabLst/>
              <a:defRPr lang="en-US" sz="1961" kern="1200" spc="0" baseline="0" dirty="0">
                <a:solidFill>
                  <a:srgbClr val="000000"/>
                </a:solidFill>
                <a:latin typeface="+mn-lt"/>
                <a:ea typeface="+mn-ea"/>
                <a:cs typeface="+mn-cs"/>
              </a:defRPr>
            </a:lvl1pPr>
            <a:lvl2pPr marL="224097" marR="0" indent="0" algn="l" defTabSz="914367" rtl="0" eaLnBrk="1" fontAlgn="auto" latinLnBrk="0" hangingPunct="1">
              <a:lnSpc>
                <a:spcPct val="100000"/>
              </a:lnSpc>
              <a:spcBef>
                <a:spcPts val="0"/>
              </a:spcBef>
              <a:spcAft>
                <a:spcPts val="0"/>
              </a:spcAft>
              <a:buClrTx/>
              <a:buSzPct val="90000"/>
              <a:buFontTx/>
              <a:buNone/>
              <a:tabLst/>
              <a:defRPr sz="1961" kern="1200" spc="0" baseline="0">
                <a:solidFill>
                  <a:srgbClr val="000000"/>
                </a:solidFill>
                <a:latin typeface="+mn-lt"/>
                <a:ea typeface="+mn-ea"/>
                <a:cs typeface="+mn-cs"/>
              </a:defRPr>
            </a:lvl2pPr>
            <a:lvl3pPr marL="448193" marR="0" indent="0" algn="l" defTabSz="914367" rtl="0" eaLnBrk="1" fontAlgn="auto" latinLnBrk="0" hangingPunct="1">
              <a:lnSpc>
                <a:spcPct val="100000"/>
              </a:lnSpc>
              <a:spcBef>
                <a:spcPts val="0"/>
              </a:spcBef>
              <a:spcAft>
                <a:spcPts val="0"/>
              </a:spcAft>
              <a:buClrTx/>
              <a:buSzPct val="90000"/>
              <a:buFont typeface="Wingdings" panose="05000000000000000000" pitchFamily="2" charset="2"/>
              <a:buNone/>
              <a:tabLst/>
              <a:defRPr sz="1372" kern="1200" spc="0" baseline="0">
                <a:solidFill>
                  <a:schemeClr val="tx2"/>
                </a:solidFill>
                <a:latin typeface="+mj-lt"/>
                <a:ea typeface="+mn-ea"/>
                <a:cs typeface="+mn-cs"/>
              </a:defRPr>
            </a:lvl3pPr>
            <a:lvl4pPr marL="672290" marR="0" indent="0" algn="l" defTabSz="914367" rtl="0" eaLnBrk="1" fontAlgn="auto" latinLnBrk="0" hangingPunct="1">
              <a:lnSpc>
                <a:spcPct val="100000"/>
              </a:lnSpc>
              <a:spcBef>
                <a:spcPts val="0"/>
              </a:spcBef>
              <a:spcAft>
                <a:spcPts val="0"/>
              </a:spcAft>
              <a:buClrTx/>
              <a:buSzPct val="90000"/>
              <a:buFont typeface="Wingdings" panose="05000000000000000000" pitchFamily="2" charset="2"/>
              <a:buNone/>
              <a:tabLst/>
              <a:defRPr sz="1372" kern="1200" spc="0" baseline="0">
                <a:solidFill>
                  <a:srgbClr val="000000"/>
                </a:solidFill>
                <a:latin typeface="+mn-lt"/>
                <a:ea typeface="+mn-ea"/>
                <a:cs typeface="+mn-cs"/>
              </a:defRPr>
            </a:lvl4pPr>
            <a:lvl5pPr marL="896386" marR="0" indent="0" algn="l" defTabSz="914367" rtl="0" eaLnBrk="1" fontAlgn="auto" latinLnBrk="0" hangingPunct="1">
              <a:lnSpc>
                <a:spcPct val="100000"/>
              </a:lnSpc>
              <a:spcBef>
                <a:spcPts val="0"/>
              </a:spcBef>
              <a:spcAft>
                <a:spcPts val="0"/>
              </a:spcAft>
              <a:buClrTx/>
              <a:buSzPct val="90000"/>
              <a:buFont typeface="Wingdings" panose="05000000000000000000" pitchFamily="2" charset="2"/>
              <a:buNone/>
              <a:tabLst/>
              <a:defRPr sz="980" b="1" kern="1200" spc="0" baseline="0">
                <a:solidFill>
                  <a:srgbClr val="000000"/>
                </a:solidFill>
                <a:latin typeface="+mn-lt"/>
                <a:ea typeface="+mn-ea"/>
                <a:cs typeface="+mn-cs"/>
              </a:defRPr>
            </a:lvl5pPr>
            <a:lvl6pPr marL="2285916" indent="0" algn="l" defTabSz="914367" rtl="0" eaLnBrk="1" latinLnBrk="0" hangingPunct="1">
              <a:spcBef>
                <a:spcPct val="20000"/>
              </a:spcBef>
              <a:buFont typeface="Arial" pitchFamily="34" charset="0"/>
              <a:buNone/>
              <a:defRPr sz="1961" kern="1200">
                <a:solidFill>
                  <a:schemeClr val="tx1"/>
                </a:solidFill>
                <a:latin typeface="+mn-lt"/>
                <a:ea typeface="+mn-ea"/>
                <a:cs typeface="+mn-cs"/>
              </a:defRPr>
            </a:lvl6pPr>
            <a:lvl7pPr marL="0" indent="0" algn="l" defTabSz="914367" rtl="0" eaLnBrk="1" latinLnBrk="0" hangingPunct="1">
              <a:lnSpc>
                <a:spcPct val="100000"/>
              </a:lnSpc>
              <a:spcBef>
                <a:spcPts val="0"/>
              </a:spcBef>
              <a:spcAft>
                <a:spcPts val="0"/>
              </a:spcAft>
              <a:buFont typeface="Arial" pitchFamily="34" charset="0"/>
              <a:buNone/>
              <a:defRPr sz="980" kern="1200">
                <a:solidFill>
                  <a:srgbClr val="000000"/>
                </a:solidFill>
                <a:latin typeface="+mn-lt"/>
                <a:ea typeface="+mn-ea"/>
                <a:cs typeface="+mn-cs"/>
              </a:defRPr>
            </a:lvl7pPr>
            <a:lvl8pPr marL="3428877"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8pPr>
            <a:lvl9pPr marL="3886061"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9pPr>
          </a:lstStyle>
          <a:p>
            <a:pPr marL="0" indent="0">
              <a:lnSpc>
                <a:spcPct val="90000"/>
              </a:lnSpc>
              <a:spcBef>
                <a:spcPts val="392"/>
              </a:spcBef>
              <a:spcAft>
                <a:spcPts val="588"/>
              </a:spcAft>
              <a:buNone/>
            </a:pPr>
            <a:r>
              <a:rPr lang="en-US" sz="2000" dirty="0"/>
              <a:t>You will learn the following concepts:</a:t>
            </a:r>
          </a:p>
          <a:p>
            <a:pPr marL="0" indent="0">
              <a:lnSpc>
                <a:spcPct val="90000"/>
              </a:lnSpc>
              <a:spcBef>
                <a:spcPts val="392"/>
              </a:spcBef>
              <a:spcAft>
                <a:spcPts val="588"/>
              </a:spcAft>
              <a:buNone/>
            </a:pPr>
            <a:endParaRPr lang="en-US" sz="1000" dirty="0"/>
          </a:p>
          <a:p>
            <a:pPr>
              <a:lnSpc>
                <a:spcPct val="90000"/>
              </a:lnSpc>
              <a:spcBef>
                <a:spcPts val="392"/>
              </a:spcBef>
              <a:spcAft>
                <a:spcPts val="588"/>
              </a:spcAft>
              <a:buFont typeface="Wingdings" panose="05000000000000000000" pitchFamily="2" charset="2"/>
              <a:buChar char="§"/>
            </a:pPr>
            <a:r>
              <a:rPr lang="en-US" sz="2000" dirty="0">
                <a:latin typeface="+mj-lt"/>
              </a:rPr>
              <a:t>Messaging solution</a:t>
            </a:r>
          </a:p>
          <a:p>
            <a:pPr marL="560241" lvl="1" indent="-336145">
              <a:lnSpc>
                <a:spcPct val="90000"/>
              </a:lnSpc>
              <a:spcBef>
                <a:spcPts val="392"/>
              </a:spcBef>
              <a:spcAft>
                <a:spcPts val="588"/>
              </a:spcAft>
              <a:buFont typeface="Arial" panose="020B0604020202020204" pitchFamily="34" charset="0"/>
              <a:buChar char="•"/>
            </a:pPr>
            <a:r>
              <a:rPr lang="en-US" sz="2000" dirty="0"/>
              <a:t>Azure Queue</a:t>
            </a:r>
          </a:p>
          <a:p>
            <a:pPr marL="560241" lvl="1" indent="-336145">
              <a:lnSpc>
                <a:spcPct val="90000"/>
              </a:lnSpc>
              <a:spcBef>
                <a:spcPts val="392"/>
              </a:spcBef>
              <a:spcAft>
                <a:spcPts val="588"/>
              </a:spcAft>
              <a:buFont typeface="Arial" panose="020B0604020202020204" pitchFamily="34" charset="0"/>
              <a:buChar char="•"/>
            </a:pPr>
            <a:r>
              <a:rPr lang="en-US" sz="2100" dirty="0"/>
              <a:t>Service Bus Topic and Queue</a:t>
            </a:r>
          </a:p>
          <a:p>
            <a:pPr>
              <a:lnSpc>
                <a:spcPct val="90000"/>
              </a:lnSpc>
              <a:spcBef>
                <a:spcPts val="392"/>
              </a:spcBef>
              <a:spcAft>
                <a:spcPts val="588"/>
              </a:spcAft>
              <a:buFont typeface="Wingdings" panose="05000000000000000000" pitchFamily="2" charset="2"/>
              <a:buChar char="§"/>
            </a:pPr>
            <a:r>
              <a:rPr lang="en-US" sz="2000" dirty="0">
                <a:latin typeface="+mj-lt"/>
              </a:rPr>
              <a:t>Event solution</a:t>
            </a:r>
          </a:p>
          <a:p>
            <a:pPr marL="560241" lvl="1" indent="-336145">
              <a:lnSpc>
                <a:spcPct val="90000"/>
              </a:lnSpc>
              <a:spcBef>
                <a:spcPts val="392"/>
              </a:spcBef>
              <a:spcAft>
                <a:spcPts val="588"/>
              </a:spcAft>
              <a:buFont typeface="Arial" panose="020B0604020202020204" pitchFamily="34" charset="0"/>
              <a:buChar char="•"/>
            </a:pPr>
            <a:r>
              <a:rPr lang="en-US" sz="2000" dirty="0"/>
              <a:t>Event Hub</a:t>
            </a:r>
          </a:p>
          <a:p>
            <a:pPr marL="560241" lvl="1" indent="-336145">
              <a:lnSpc>
                <a:spcPct val="90000"/>
              </a:lnSpc>
              <a:spcBef>
                <a:spcPts val="392"/>
              </a:spcBef>
              <a:spcAft>
                <a:spcPts val="588"/>
              </a:spcAft>
              <a:buFont typeface="Arial" panose="020B0604020202020204" pitchFamily="34" charset="0"/>
              <a:buChar char="•"/>
            </a:pPr>
            <a:r>
              <a:rPr lang="en-US" sz="2000" dirty="0"/>
              <a:t>Event Grid</a:t>
            </a:r>
            <a:endParaRPr lang="en-US" sz="2000" dirty="0">
              <a:latin typeface="+mj-lt"/>
            </a:endParaRPr>
          </a:p>
          <a:p>
            <a:pPr>
              <a:lnSpc>
                <a:spcPct val="90000"/>
              </a:lnSpc>
              <a:spcBef>
                <a:spcPts val="392"/>
              </a:spcBef>
              <a:spcAft>
                <a:spcPts val="588"/>
              </a:spcAft>
              <a:buFont typeface="Wingdings" panose="05000000000000000000" pitchFamily="2" charset="2"/>
              <a:buChar char="§"/>
            </a:pPr>
            <a:r>
              <a:rPr lang="en-US" sz="2000" dirty="0">
                <a:latin typeface="+mj-lt"/>
              </a:rPr>
              <a:t>Application optimization solution</a:t>
            </a:r>
          </a:p>
          <a:p>
            <a:pPr marL="560241" lvl="1" indent="-336145">
              <a:lnSpc>
                <a:spcPct val="90000"/>
              </a:lnSpc>
              <a:spcBef>
                <a:spcPts val="392"/>
              </a:spcBef>
              <a:spcAft>
                <a:spcPts val="588"/>
              </a:spcAft>
              <a:buFont typeface="Arial" panose="020B0604020202020204" pitchFamily="34" charset="0"/>
              <a:buChar char="•"/>
            </a:pPr>
            <a:r>
              <a:rPr lang="en-US" sz="1800" dirty="0"/>
              <a:t>Azure for Redis </a:t>
            </a:r>
          </a:p>
          <a:p>
            <a:pPr marL="560241" lvl="1" indent="-336145">
              <a:lnSpc>
                <a:spcPct val="90000"/>
              </a:lnSpc>
              <a:spcBef>
                <a:spcPts val="392"/>
              </a:spcBef>
              <a:spcAft>
                <a:spcPts val="588"/>
              </a:spcAft>
              <a:buFont typeface="Arial" panose="020B0604020202020204" pitchFamily="34" charset="0"/>
              <a:buChar char="•"/>
            </a:pPr>
            <a:r>
              <a:rPr lang="en-US" sz="1800" dirty="0"/>
              <a:t>API Management</a:t>
            </a:r>
          </a:p>
          <a:p>
            <a:pPr>
              <a:lnSpc>
                <a:spcPct val="90000"/>
              </a:lnSpc>
              <a:spcBef>
                <a:spcPts val="392"/>
              </a:spcBef>
              <a:spcAft>
                <a:spcPts val="588"/>
              </a:spcAft>
              <a:buFont typeface="Wingdings" panose="05000000000000000000" pitchFamily="2" charset="2"/>
              <a:buChar char="§"/>
            </a:pPr>
            <a:r>
              <a:rPr lang="en-US" sz="2000" dirty="0">
                <a:latin typeface="+mj-lt"/>
              </a:rPr>
              <a:t>Application Configuration</a:t>
            </a:r>
          </a:p>
          <a:p>
            <a:pPr marL="560241" lvl="1" indent="-336145">
              <a:lnSpc>
                <a:spcPct val="90000"/>
              </a:lnSpc>
              <a:spcBef>
                <a:spcPts val="392"/>
              </a:spcBef>
              <a:spcAft>
                <a:spcPts val="588"/>
              </a:spcAft>
              <a:buFont typeface="Arial" panose="020B0604020202020204" pitchFamily="34" charset="0"/>
              <a:buChar char="•"/>
            </a:pPr>
            <a:r>
              <a:rPr lang="en-US" sz="1800" dirty="0"/>
              <a:t>Infrastructure As Code</a:t>
            </a:r>
          </a:p>
          <a:p>
            <a:pPr marL="560241" lvl="1" indent="-336145">
              <a:lnSpc>
                <a:spcPct val="90000"/>
              </a:lnSpc>
              <a:spcBef>
                <a:spcPts val="392"/>
              </a:spcBef>
              <a:spcAft>
                <a:spcPts val="588"/>
              </a:spcAft>
              <a:buFont typeface="Arial" panose="020B0604020202020204" pitchFamily="34" charset="0"/>
              <a:buChar char="•"/>
            </a:pPr>
            <a:r>
              <a:rPr lang="en-US" sz="1800" dirty="0"/>
              <a:t>Azure Application Configuration</a:t>
            </a:r>
          </a:p>
          <a:p>
            <a:pPr marL="224096" lvl="1">
              <a:lnSpc>
                <a:spcPct val="90000"/>
              </a:lnSpc>
              <a:spcBef>
                <a:spcPts val="392"/>
              </a:spcBef>
              <a:spcAft>
                <a:spcPts val="588"/>
              </a:spcAft>
            </a:pPr>
            <a:endParaRPr lang="en-US" sz="1800" dirty="0"/>
          </a:p>
        </p:txBody>
      </p:sp>
      <p:pic>
        <p:nvPicPr>
          <p:cNvPr id="2" name="Graphic 3">
            <a:extLst>
              <a:ext uri="{FF2B5EF4-FFF2-40B4-BE49-F238E27FC236}">
                <a16:creationId xmlns:a16="http://schemas.microsoft.com/office/drawing/2014/main" id="{BEB952B3-5FDE-4C86-A3A5-51B185B9FE0D}"/>
              </a:ext>
              <a:ext uri="{C183D7F6-B498-43B3-948B-1728B52AA6E4}">
                <adec:decorative xmlns:adec="http://schemas.microsoft.com/office/drawing/2017/decorative" val="1"/>
              </a:ext>
            </a:extLst>
          </p:cNvPr>
          <p:cNvPicPr>
            <a:picLocks noChangeAspect="1"/>
          </p:cNvPicPr>
          <p:nvPr/>
        </p:nvPicPr>
        <p:blipFill rotWithShape="1">
          <a:blip r:embed="rId3">
            <a:extLst>
              <a:ext uri="{96DAC541-7B7A-43D3-8B79-37D633B846F1}">
                <asvg:svgBlip xmlns:asvg="http://schemas.microsoft.com/office/drawing/2016/SVG/main" r:embed="rId4"/>
              </a:ext>
            </a:extLst>
          </a:blip>
          <a:srcRect t="464" b="-315"/>
          <a:stretch/>
        </p:blipFill>
        <p:spPr>
          <a:xfrm>
            <a:off x="6690248" y="1378281"/>
            <a:ext cx="4718458" cy="4711397"/>
          </a:xfrm>
          <a:prstGeom prst="rect">
            <a:avLst/>
          </a:prstGeom>
        </p:spPr>
      </p:pic>
    </p:spTree>
    <p:extLst>
      <p:ext uri="{BB962C8B-B14F-4D97-AF65-F5344CB8AC3E}">
        <p14:creationId xmlns:p14="http://schemas.microsoft.com/office/powerpoint/2010/main" val="36692500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EBF5B9F-85F8-45ED-BAE8-A60628AE3FC9}"/>
              </a:ext>
            </a:extLst>
          </p:cNvPr>
          <p:cNvSpPr>
            <a:spLocks noGrp="1"/>
          </p:cNvSpPr>
          <p:nvPr>
            <p:ph type="title"/>
          </p:nvPr>
        </p:nvSpPr>
        <p:spPr/>
        <p:txBody>
          <a:bodyPr/>
          <a:lstStyle/>
          <a:p>
            <a:r>
              <a:rPr lang="en-US" dirty="0"/>
              <a:t>Messaging solution</a:t>
            </a:r>
          </a:p>
        </p:txBody>
      </p:sp>
      <p:pic>
        <p:nvPicPr>
          <p:cNvPr id="7" name="Picture Placeholder 6">
            <a:extLst>
              <a:ext uri="{FF2B5EF4-FFF2-40B4-BE49-F238E27FC236}">
                <a16:creationId xmlns:a16="http://schemas.microsoft.com/office/drawing/2014/main" id="{5C320387-785E-4632-A1A9-7167131FEEEC}"/>
              </a:ext>
              <a:ext uri="{C183D7F6-B498-43B3-948B-1728B52AA6E4}">
                <adec:decorative xmlns:adec="http://schemas.microsoft.com/office/drawing/2017/decorative" val="1"/>
              </a:ext>
            </a:extLst>
          </p:cNvPr>
          <p:cNvPicPr>
            <a:picLocks noGrp="1" noChangeAspect="1"/>
          </p:cNvPicPr>
          <p:nvPr>
            <p:ph type="pic" sz="quarter" idx="10"/>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a:stretch>
        </p:blipFill>
        <p:spPr/>
      </p:pic>
    </p:spTree>
    <p:extLst>
      <p:ext uri="{BB962C8B-B14F-4D97-AF65-F5344CB8AC3E}">
        <p14:creationId xmlns:p14="http://schemas.microsoft.com/office/powerpoint/2010/main" val="751507057"/>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3">
            <a:extLst>
              <a:ext uri="{FF2B5EF4-FFF2-40B4-BE49-F238E27FC236}">
                <a16:creationId xmlns:a16="http://schemas.microsoft.com/office/drawing/2014/main" id="{E307D465-5D56-0B41-96C4-901FFC2422DF}"/>
              </a:ext>
            </a:extLst>
          </p:cNvPr>
          <p:cNvSpPr>
            <a:spLocks noGrp="1"/>
          </p:cNvSpPr>
          <p:nvPr>
            <p:ph type="title"/>
          </p:nvPr>
        </p:nvSpPr>
        <p:spPr>
          <a:xfrm>
            <a:off x="418643" y="440494"/>
            <a:ext cx="11341268" cy="642840"/>
          </a:xfrm>
        </p:spPr>
        <p:txBody>
          <a:bodyPr/>
          <a:lstStyle/>
          <a:p>
            <a:r>
              <a:rPr lang="en-US" dirty="0"/>
              <a:t>Design for Azure Queue storage</a:t>
            </a:r>
          </a:p>
        </p:txBody>
      </p:sp>
      <p:sp>
        <p:nvSpPr>
          <p:cNvPr id="15" name="Text Placeholder 14">
            <a:extLst>
              <a:ext uri="{FF2B5EF4-FFF2-40B4-BE49-F238E27FC236}">
                <a16:creationId xmlns:a16="http://schemas.microsoft.com/office/drawing/2014/main" id="{9CABB99E-B082-47E8-9815-F9F718A224B0}"/>
              </a:ext>
            </a:extLst>
          </p:cNvPr>
          <p:cNvSpPr>
            <a:spLocks noGrp="1"/>
          </p:cNvSpPr>
          <p:nvPr>
            <p:ph type="body" sz="quarter" idx="10"/>
          </p:nvPr>
        </p:nvSpPr>
        <p:spPr>
          <a:xfrm>
            <a:off x="432089" y="1004676"/>
            <a:ext cx="11341268" cy="430887"/>
          </a:xfrm>
        </p:spPr>
        <p:txBody>
          <a:bodyPr/>
          <a:lstStyle/>
          <a:p>
            <a:r>
              <a:rPr lang="en-US" dirty="0"/>
              <a:t>Azure Storage Queue is a service for storing large number of messages.</a:t>
            </a:r>
          </a:p>
        </p:txBody>
      </p:sp>
      <p:sp>
        <p:nvSpPr>
          <p:cNvPr id="13" name="TextBox 12">
            <a:extLst>
              <a:ext uri="{FF2B5EF4-FFF2-40B4-BE49-F238E27FC236}">
                <a16:creationId xmlns:a16="http://schemas.microsoft.com/office/drawing/2014/main" id="{0B779E41-F877-4960-A610-86AE1938CABB}"/>
              </a:ext>
            </a:extLst>
          </p:cNvPr>
          <p:cNvSpPr txBox="1"/>
          <p:nvPr/>
        </p:nvSpPr>
        <p:spPr>
          <a:xfrm>
            <a:off x="520106" y="2679272"/>
            <a:ext cx="5025476" cy="2246769"/>
          </a:xfrm>
          <a:prstGeom prst="rect">
            <a:avLst/>
          </a:prstGeom>
          <a:noFill/>
        </p:spPr>
        <p:txBody>
          <a:bodyPr wrap="square">
            <a:spAutoFit/>
          </a:bodyPr>
          <a:lstStyle/>
          <a:p>
            <a:pPr marL="285750" indent="-285750">
              <a:spcAft>
                <a:spcPts val="1200"/>
              </a:spcAft>
              <a:buFont typeface="Arial" panose="020B0604020202020204" pitchFamily="34" charset="0"/>
              <a:buChar char="•"/>
            </a:pPr>
            <a:r>
              <a:rPr lang="en-US" sz="2000" dirty="0"/>
              <a:t>Accessed with authenticated calls using HTTP or HTTPS</a:t>
            </a:r>
          </a:p>
          <a:p>
            <a:pPr marL="285750" indent="-285750">
              <a:spcAft>
                <a:spcPts val="1200"/>
              </a:spcAft>
              <a:buFont typeface="Arial" panose="020B0604020202020204" pitchFamily="34" charset="0"/>
              <a:buChar char="•"/>
            </a:pPr>
            <a:r>
              <a:rPr lang="en-US" sz="2000" dirty="0"/>
              <a:t>Messages can be up to 64 KB in size</a:t>
            </a:r>
          </a:p>
          <a:p>
            <a:pPr marL="285750" indent="-285750">
              <a:spcAft>
                <a:spcPts val="1200"/>
              </a:spcAft>
              <a:buFont typeface="Arial" panose="020B0604020202020204" pitchFamily="34" charset="0"/>
              <a:buChar char="•"/>
            </a:pPr>
            <a:r>
              <a:rPr lang="en-US" sz="2000" dirty="0"/>
              <a:t>May contain millions of messages, up to the total capacity limit of a storage account</a:t>
            </a:r>
          </a:p>
        </p:txBody>
      </p:sp>
      <p:pic>
        <p:nvPicPr>
          <p:cNvPr id="1026" name="Picture 2" descr="Tasks, message queue, and service">
            <a:extLst>
              <a:ext uri="{FF2B5EF4-FFF2-40B4-BE49-F238E27FC236}">
                <a16:creationId xmlns:a16="http://schemas.microsoft.com/office/drawing/2014/main" id="{8B25B50A-0406-466F-A1E5-2FD9B753DA0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57835" y="2076450"/>
            <a:ext cx="4360070" cy="2412572"/>
          </a:xfrm>
          <a:prstGeom prst="rect">
            <a:avLst/>
          </a:prstGeom>
          <a:noFill/>
        </p:spPr>
      </p:pic>
      <p:sp>
        <p:nvSpPr>
          <p:cNvPr id="19" name="TextBox 18">
            <a:extLst>
              <a:ext uri="{FF2B5EF4-FFF2-40B4-BE49-F238E27FC236}">
                <a16:creationId xmlns:a16="http://schemas.microsoft.com/office/drawing/2014/main" id="{6C154346-1F90-4FDD-8F12-FED1D8B81BF6}"/>
              </a:ext>
            </a:extLst>
          </p:cNvPr>
          <p:cNvSpPr txBox="1"/>
          <p:nvPr/>
        </p:nvSpPr>
        <p:spPr>
          <a:xfrm>
            <a:off x="5998587" y="4652995"/>
            <a:ext cx="5774770" cy="1077218"/>
          </a:xfrm>
          <a:prstGeom prst="rect">
            <a:avLst/>
          </a:prstGeom>
          <a:noFill/>
        </p:spPr>
        <p:txBody>
          <a:bodyPr wrap="square">
            <a:spAutoFit/>
          </a:bodyPr>
          <a:lstStyle/>
          <a:p>
            <a:pPr marL="285750" indent="-285750">
              <a:spcAft>
                <a:spcPts val="1200"/>
              </a:spcAft>
              <a:buFont typeface="Arial" panose="020B0604020202020204" pitchFamily="34" charset="0"/>
              <a:buChar char="•"/>
            </a:pPr>
            <a:r>
              <a:rPr lang="en-US" sz="1800" dirty="0"/>
              <a:t>Create a backlog of work to process asynchronously</a:t>
            </a:r>
          </a:p>
          <a:p>
            <a:pPr marL="285750" indent="-285750">
              <a:spcAft>
                <a:spcPts val="1200"/>
              </a:spcAft>
              <a:buFont typeface="Arial" panose="020B0604020202020204" pitchFamily="34" charset="0"/>
              <a:buChar char="•"/>
            </a:pPr>
            <a:r>
              <a:rPr lang="en-US" sz="1800" dirty="0"/>
              <a:t>Example: customer placing orders online added to the queue and processed </a:t>
            </a:r>
            <a:endParaRPr lang="en-US" dirty="0"/>
          </a:p>
        </p:txBody>
      </p:sp>
      <p:sp>
        <p:nvSpPr>
          <p:cNvPr id="21" name="Rectangle 20">
            <a:extLst>
              <a:ext uri="{FF2B5EF4-FFF2-40B4-BE49-F238E27FC236}">
                <a16:creationId xmlns:a16="http://schemas.microsoft.com/office/drawing/2014/main" id="{11D70A14-EF60-4099-AAAC-850BC8E2C471}"/>
              </a:ext>
              <a:ext uri="{C183D7F6-B498-43B3-948B-1728B52AA6E4}">
                <adec:decorative xmlns:adec="http://schemas.microsoft.com/office/drawing/2017/decorative" val="1"/>
              </a:ext>
            </a:extLst>
          </p:cNvPr>
          <p:cNvSpPr/>
          <p:nvPr/>
        </p:nvSpPr>
        <p:spPr bwMode="auto">
          <a:xfrm>
            <a:off x="5948625" y="1794076"/>
            <a:ext cx="5928528" cy="4265079"/>
          </a:xfrm>
          <a:prstGeom prst="rect">
            <a:avLst/>
          </a:prstGeom>
          <a:noFill/>
          <a:ln>
            <a:solidFill>
              <a:schemeClr val="bg1">
                <a:lumMod val="8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Tree>
    <p:extLst>
      <p:ext uri="{BB962C8B-B14F-4D97-AF65-F5344CB8AC3E}">
        <p14:creationId xmlns:p14="http://schemas.microsoft.com/office/powerpoint/2010/main" val="2174709061"/>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96A002FB-BF65-44EE-B28D-2CA500D32D4B}"/>
              </a:ext>
            </a:extLst>
          </p:cNvPr>
          <p:cNvSpPr>
            <a:spLocks noGrp="1"/>
          </p:cNvSpPr>
          <p:nvPr>
            <p:ph type="title"/>
          </p:nvPr>
        </p:nvSpPr>
        <p:spPr>
          <a:xfrm>
            <a:off x="418643" y="440494"/>
            <a:ext cx="11341268" cy="642840"/>
          </a:xfrm>
        </p:spPr>
        <p:txBody>
          <a:bodyPr/>
          <a:lstStyle/>
          <a:p>
            <a:r>
              <a:rPr lang="en-US" dirty="0"/>
              <a:t>Design for </a:t>
            </a:r>
            <a:r>
              <a:rPr lang="en-US" dirty="0">
                <a:solidFill>
                  <a:schemeClr val="tx2">
                    <a:lumMod val="50000"/>
                  </a:schemeClr>
                </a:solidFill>
                <a:hlinkClick r:id="rId3">
                  <a:extLst>
                    <a:ext uri="{A12FA001-AC4F-418D-AE19-62706E023703}">
                      <ahyp:hlinkClr xmlns:ahyp="http://schemas.microsoft.com/office/drawing/2018/hyperlinkcolor" val="tx"/>
                    </a:ext>
                  </a:extLst>
                </a:hlinkClick>
              </a:rPr>
              <a:t>Service Bus queues and topics</a:t>
            </a:r>
            <a:endParaRPr lang="en-US" dirty="0">
              <a:solidFill>
                <a:schemeClr val="tx2">
                  <a:lumMod val="50000"/>
                </a:schemeClr>
              </a:solidFill>
            </a:endParaRPr>
          </a:p>
        </p:txBody>
      </p:sp>
      <p:sp>
        <p:nvSpPr>
          <p:cNvPr id="26" name="Text Placeholder 25">
            <a:extLst>
              <a:ext uri="{FF2B5EF4-FFF2-40B4-BE49-F238E27FC236}">
                <a16:creationId xmlns:a16="http://schemas.microsoft.com/office/drawing/2014/main" id="{E318A15C-ACAF-4AB1-9EC8-037B6F3C96CA}"/>
              </a:ext>
            </a:extLst>
          </p:cNvPr>
          <p:cNvSpPr>
            <a:spLocks noGrp="1"/>
          </p:cNvSpPr>
          <p:nvPr>
            <p:ph type="body" sz="quarter" idx="10"/>
          </p:nvPr>
        </p:nvSpPr>
        <p:spPr>
          <a:xfrm>
            <a:off x="432089" y="1004676"/>
            <a:ext cx="11341268" cy="430887"/>
          </a:xfrm>
        </p:spPr>
        <p:txBody>
          <a:bodyPr/>
          <a:lstStyle/>
          <a:p>
            <a:r>
              <a:rPr lang="en-US" dirty="0"/>
              <a:t>Service Bus decouples applications and services from each other.</a:t>
            </a:r>
          </a:p>
        </p:txBody>
      </p:sp>
      <p:sp>
        <p:nvSpPr>
          <p:cNvPr id="16" name="Text Placeholder 14">
            <a:extLst>
              <a:ext uri="{FF2B5EF4-FFF2-40B4-BE49-F238E27FC236}">
                <a16:creationId xmlns:a16="http://schemas.microsoft.com/office/drawing/2014/main" id="{EDD0743B-3405-466B-A923-707CD37B8804}"/>
              </a:ext>
            </a:extLst>
          </p:cNvPr>
          <p:cNvSpPr txBox="1">
            <a:spLocks/>
          </p:cNvSpPr>
          <p:nvPr/>
        </p:nvSpPr>
        <p:spPr>
          <a:xfrm>
            <a:off x="419100" y="1876425"/>
            <a:ext cx="5578475" cy="542925"/>
          </a:xfrm>
          <a:prstGeom prst="rect">
            <a:avLst/>
          </a:prstGeom>
          <a:solidFill>
            <a:schemeClr val="tx2">
              <a:lumMod val="50000"/>
            </a:schemeClr>
          </a:solidFill>
        </p:spPr>
        <p:txBody>
          <a:bodyPr/>
          <a:lstStyle>
            <a:lvl1pPr marL="0" marR="0" indent="0" algn="l" defTabSz="914367" rtl="0" eaLnBrk="1" fontAlgn="auto" latinLnBrk="0" hangingPunct="1">
              <a:lnSpc>
                <a:spcPct val="100000"/>
              </a:lnSpc>
              <a:spcBef>
                <a:spcPts val="0"/>
              </a:spcBef>
              <a:spcAft>
                <a:spcPts val="0"/>
              </a:spcAft>
              <a:buClrTx/>
              <a:buSzPct val="90000"/>
              <a:buFont typeface="Wingdings" panose="05000000000000000000" pitchFamily="2" charset="2"/>
              <a:buNone/>
              <a:tabLst/>
              <a:defRPr sz="2353" kern="1200" spc="-49" baseline="0">
                <a:solidFill>
                  <a:srgbClr val="000000"/>
                </a:solidFill>
                <a:latin typeface="+mj-lt"/>
                <a:ea typeface="+mn-ea"/>
                <a:cs typeface="+mn-cs"/>
              </a:defRPr>
            </a:lvl1pPr>
            <a:lvl2pPr marL="0" marR="0" indent="0" algn="l" defTabSz="914367" rtl="0" eaLnBrk="1" fontAlgn="auto" latinLnBrk="0" hangingPunct="1">
              <a:lnSpc>
                <a:spcPct val="100000"/>
              </a:lnSpc>
              <a:spcBef>
                <a:spcPts val="392"/>
              </a:spcBef>
              <a:spcAft>
                <a:spcPts val="588"/>
              </a:spcAft>
              <a:buClrTx/>
              <a:buSzPct val="90000"/>
              <a:buFontTx/>
              <a:buNone/>
              <a:tabLst/>
              <a:defRPr sz="2000" kern="1200" spc="0" baseline="0">
                <a:solidFill>
                  <a:schemeClr val="tx1"/>
                </a:solidFill>
                <a:latin typeface="+mn-lt"/>
                <a:ea typeface="+mn-ea"/>
                <a:cs typeface="+mn-cs"/>
              </a:defRPr>
            </a:lvl2pPr>
            <a:lvl3pPr marL="0" marR="0" indent="0" algn="l" defTabSz="914367" rtl="0" eaLnBrk="1" fontAlgn="auto" latinLnBrk="0" hangingPunct="1">
              <a:lnSpc>
                <a:spcPct val="100000"/>
              </a:lnSpc>
              <a:spcBef>
                <a:spcPts val="392"/>
              </a:spcBef>
              <a:spcAft>
                <a:spcPts val="588"/>
              </a:spcAft>
              <a:buClrTx/>
              <a:buSzPct val="90000"/>
              <a:buFont typeface="Wingdings" panose="05000000000000000000" pitchFamily="2" charset="2"/>
              <a:buNone/>
              <a:tabLst/>
              <a:defRPr sz="1600" kern="1200" spc="0" baseline="0">
                <a:solidFill>
                  <a:schemeClr val="tx1"/>
                </a:solidFill>
                <a:latin typeface="+mj-lt"/>
                <a:ea typeface="+mn-ea"/>
                <a:cs typeface="+mn-cs"/>
              </a:defRPr>
            </a:lvl3pPr>
            <a:lvl4pPr marL="0" marR="0" indent="0" algn="l" defTabSz="914367" rtl="0" eaLnBrk="1" fontAlgn="auto" latinLnBrk="0" hangingPunct="1">
              <a:lnSpc>
                <a:spcPct val="100000"/>
              </a:lnSpc>
              <a:spcBef>
                <a:spcPts val="392"/>
              </a:spcBef>
              <a:spcAft>
                <a:spcPts val="588"/>
              </a:spcAft>
              <a:buClrTx/>
              <a:buSzPct val="90000"/>
              <a:buFont typeface="Wingdings" panose="05000000000000000000" pitchFamily="2" charset="2"/>
              <a:buNone/>
              <a:tabLst/>
              <a:defRPr sz="1600" kern="1200" spc="0" baseline="0">
                <a:solidFill>
                  <a:schemeClr val="tx1"/>
                </a:solidFill>
                <a:latin typeface="+mn-lt"/>
                <a:ea typeface="+mn-ea"/>
                <a:cs typeface="+mn-cs"/>
              </a:defRPr>
            </a:lvl4pPr>
            <a:lvl5pPr marL="0" marR="0" indent="0" algn="l" defTabSz="914367" rtl="0" eaLnBrk="1" fontAlgn="auto" latinLnBrk="0" hangingPunct="1">
              <a:lnSpc>
                <a:spcPct val="100000"/>
              </a:lnSpc>
              <a:spcBef>
                <a:spcPts val="392"/>
              </a:spcBef>
              <a:spcAft>
                <a:spcPts val="588"/>
              </a:spcAft>
              <a:buClrTx/>
              <a:buSzPct val="90000"/>
              <a:buFont typeface="Wingdings" panose="05000000000000000000" pitchFamily="2" charset="2"/>
              <a:buNone/>
              <a:tabLst/>
              <a:defRPr sz="1200" b="1" kern="1200" spc="0" baseline="0">
                <a:solidFill>
                  <a:schemeClr val="tx1"/>
                </a:solidFill>
                <a:latin typeface="+mn-lt"/>
                <a:ea typeface="+mn-ea"/>
                <a:cs typeface="+mn-cs"/>
              </a:defRPr>
            </a:lvl5pPr>
            <a:lvl6pPr marL="2285916" indent="0" algn="l" defTabSz="914367" rtl="0" eaLnBrk="1" latinLnBrk="0" hangingPunct="1">
              <a:spcBef>
                <a:spcPct val="20000"/>
              </a:spcBef>
              <a:buFont typeface="Arial" pitchFamily="34" charset="0"/>
              <a:buNone/>
              <a:defRPr sz="1961" kern="1200">
                <a:solidFill>
                  <a:schemeClr val="tx1"/>
                </a:solidFill>
                <a:latin typeface="+mn-lt"/>
                <a:ea typeface="+mn-ea"/>
                <a:cs typeface="+mn-cs"/>
              </a:defRPr>
            </a:lvl6pPr>
            <a:lvl7pPr marL="0" indent="0" algn="l" defTabSz="914367" rtl="0" eaLnBrk="1" latinLnBrk="0" hangingPunct="1">
              <a:lnSpc>
                <a:spcPct val="100000"/>
              </a:lnSpc>
              <a:spcBef>
                <a:spcPts val="392"/>
              </a:spcBef>
              <a:spcAft>
                <a:spcPts val="588"/>
              </a:spcAft>
              <a:buFont typeface="Arial" pitchFamily="34" charset="0"/>
              <a:buNone/>
              <a:defRPr sz="1200" kern="1200">
                <a:solidFill>
                  <a:schemeClr val="tx1"/>
                </a:solidFill>
                <a:latin typeface="+mn-lt"/>
                <a:ea typeface="+mn-ea"/>
                <a:cs typeface="+mn-cs"/>
              </a:defRPr>
            </a:lvl7pPr>
            <a:lvl8pPr marL="3428877"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8pPr>
            <a:lvl9pPr marL="3886061"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9pPr>
          </a:lstStyle>
          <a:p>
            <a:pPr algn="ctr"/>
            <a:r>
              <a:rPr lang="en-US" dirty="0">
                <a:solidFill>
                  <a:schemeClr val="bg1"/>
                </a:solidFill>
              </a:rPr>
              <a:t>Service bus queues</a:t>
            </a:r>
          </a:p>
        </p:txBody>
      </p:sp>
      <p:sp>
        <p:nvSpPr>
          <p:cNvPr id="19" name="TextBox 18">
            <a:extLst>
              <a:ext uri="{FF2B5EF4-FFF2-40B4-BE49-F238E27FC236}">
                <a16:creationId xmlns:a16="http://schemas.microsoft.com/office/drawing/2014/main" id="{C44F7C39-39AB-4A2A-89DD-A51321D15E0C}"/>
              </a:ext>
            </a:extLst>
          </p:cNvPr>
          <p:cNvSpPr txBox="1"/>
          <p:nvPr/>
        </p:nvSpPr>
        <p:spPr>
          <a:xfrm>
            <a:off x="418643" y="4369680"/>
            <a:ext cx="5578932" cy="1477328"/>
          </a:xfrm>
          <a:prstGeom prst="rect">
            <a:avLst/>
          </a:prstGeom>
          <a:noFill/>
        </p:spPr>
        <p:txBody>
          <a:bodyPr wrap="square">
            <a:spAutoFit/>
          </a:bodyPr>
          <a:lstStyle/>
          <a:p>
            <a:pPr marL="285750" indent="-285750">
              <a:spcAft>
                <a:spcPts val="1200"/>
              </a:spcAft>
              <a:buFont typeface="Arial" panose="020B0604020202020204" pitchFamily="34" charset="0"/>
              <a:buChar char="•"/>
            </a:pPr>
            <a:r>
              <a:rPr lang="en-US" sz="2000" dirty="0"/>
              <a:t>Built on top of a dedicated messaging infrastructure</a:t>
            </a:r>
          </a:p>
          <a:p>
            <a:pPr marL="285750" indent="-285750">
              <a:spcAft>
                <a:spcPts val="1200"/>
              </a:spcAft>
              <a:buFont typeface="Arial" panose="020B0604020202020204" pitchFamily="34" charset="0"/>
              <a:buChar char="•"/>
            </a:pPr>
            <a:r>
              <a:rPr lang="en-US" sz="2000" dirty="0"/>
              <a:t>Holds messages until the target is ready to receive them – different from queues</a:t>
            </a:r>
          </a:p>
        </p:txBody>
      </p:sp>
      <p:sp>
        <p:nvSpPr>
          <p:cNvPr id="17" name="Text Placeholder 15">
            <a:extLst>
              <a:ext uri="{FF2B5EF4-FFF2-40B4-BE49-F238E27FC236}">
                <a16:creationId xmlns:a16="http://schemas.microsoft.com/office/drawing/2014/main" id="{3254D941-4EDA-4650-A1D2-D05D8FA10529}"/>
              </a:ext>
            </a:extLst>
          </p:cNvPr>
          <p:cNvSpPr txBox="1">
            <a:spLocks/>
          </p:cNvSpPr>
          <p:nvPr/>
        </p:nvSpPr>
        <p:spPr>
          <a:xfrm>
            <a:off x="6196013" y="1876425"/>
            <a:ext cx="5572125" cy="542925"/>
          </a:xfrm>
          <a:prstGeom prst="rect">
            <a:avLst/>
          </a:prstGeom>
          <a:solidFill>
            <a:schemeClr val="tx2">
              <a:lumMod val="50000"/>
            </a:schemeClr>
          </a:solidFill>
        </p:spPr>
        <p:txBody>
          <a:bodyPr/>
          <a:lstStyle>
            <a:lvl1pPr marL="0" marR="0" indent="0" algn="l" defTabSz="914367" rtl="0" eaLnBrk="1" fontAlgn="auto" latinLnBrk="0" hangingPunct="1">
              <a:lnSpc>
                <a:spcPct val="100000"/>
              </a:lnSpc>
              <a:spcBef>
                <a:spcPts val="0"/>
              </a:spcBef>
              <a:spcAft>
                <a:spcPts val="0"/>
              </a:spcAft>
              <a:buClrTx/>
              <a:buSzPct val="90000"/>
              <a:buFont typeface="Wingdings" panose="05000000000000000000" pitchFamily="2" charset="2"/>
              <a:buNone/>
              <a:tabLst/>
              <a:defRPr sz="2353" kern="1200" spc="-49" baseline="0">
                <a:solidFill>
                  <a:srgbClr val="000000"/>
                </a:solidFill>
                <a:latin typeface="+mj-lt"/>
                <a:ea typeface="+mn-ea"/>
                <a:cs typeface="+mn-cs"/>
              </a:defRPr>
            </a:lvl1pPr>
            <a:lvl2pPr marL="0" marR="0" indent="0" algn="l" defTabSz="914367" rtl="0" eaLnBrk="1" fontAlgn="auto" latinLnBrk="0" hangingPunct="1">
              <a:lnSpc>
                <a:spcPct val="100000"/>
              </a:lnSpc>
              <a:spcBef>
                <a:spcPts val="392"/>
              </a:spcBef>
              <a:spcAft>
                <a:spcPts val="588"/>
              </a:spcAft>
              <a:buClrTx/>
              <a:buSzPct val="90000"/>
              <a:buFontTx/>
              <a:buNone/>
              <a:tabLst/>
              <a:defRPr sz="2000" kern="1200" spc="0" baseline="0">
                <a:solidFill>
                  <a:schemeClr val="tx1"/>
                </a:solidFill>
                <a:latin typeface="+mn-lt"/>
                <a:ea typeface="+mn-ea"/>
                <a:cs typeface="+mn-cs"/>
              </a:defRPr>
            </a:lvl2pPr>
            <a:lvl3pPr marL="0" marR="0" indent="0" algn="l" defTabSz="914367" rtl="0" eaLnBrk="1" fontAlgn="auto" latinLnBrk="0" hangingPunct="1">
              <a:lnSpc>
                <a:spcPct val="100000"/>
              </a:lnSpc>
              <a:spcBef>
                <a:spcPts val="392"/>
              </a:spcBef>
              <a:spcAft>
                <a:spcPts val="588"/>
              </a:spcAft>
              <a:buClrTx/>
              <a:buSzPct val="90000"/>
              <a:buFont typeface="Wingdings" panose="05000000000000000000" pitchFamily="2" charset="2"/>
              <a:buNone/>
              <a:tabLst/>
              <a:defRPr sz="1600" kern="1200" spc="0" baseline="0">
                <a:solidFill>
                  <a:schemeClr val="tx1"/>
                </a:solidFill>
                <a:latin typeface="+mj-lt"/>
                <a:ea typeface="+mn-ea"/>
                <a:cs typeface="+mn-cs"/>
              </a:defRPr>
            </a:lvl3pPr>
            <a:lvl4pPr marL="0" marR="0" indent="0" algn="l" defTabSz="914367" rtl="0" eaLnBrk="1" fontAlgn="auto" latinLnBrk="0" hangingPunct="1">
              <a:lnSpc>
                <a:spcPct val="100000"/>
              </a:lnSpc>
              <a:spcBef>
                <a:spcPts val="392"/>
              </a:spcBef>
              <a:spcAft>
                <a:spcPts val="588"/>
              </a:spcAft>
              <a:buClrTx/>
              <a:buSzPct val="90000"/>
              <a:buFont typeface="Wingdings" panose="05000000000000000000" pitchFamily="2" charset="2"/>
              <a:buNone/>
              <a:tabLst/>
              <a:defRPr sz="1600" kern="1200" spc="0" baseline="0">
                <a:solidFill>
                  <a:schemeClr val="tx1"/>
                </a:solidFill>
                <a:latin typeface="+mn-lt"/>
                <a:ea typeface="+mn-ea"/>
                <a:cs typeface="+mn-cs"/>
              </a:defRPr>
            </a:lvl4pPr>
            <a:lvl5pPr marL="0" marR="0" indent="0" algn="l" defTabSz="914367" rtl="0" eaLnBrk="1" fontAlgn="auto" latinLnBrk="0" hangingPunct="1">
              <a:lnSpc>
                <a:spcPct val="100000"/>
              </a:lnSpc>
              <a:spcBef>
                <a:spcPts val="392"/>
              </a:spcBef>
              <a:spcAft>
                <a:spcPts val="588"/>
              </a:spcAft>
              <a:buClrTx/>
              <a:buSzPct val="90000"/>
              <a:buFont typeface="Wingdings" panose="05000000000000000000" pitchFamily="2" charset="2"/>
              <a:buNone/>
              <a:tabLst/>
              <a:defRPr sz="1200" b="1" kern="1200" spc="0" baseline="0">
                <a:solidFill>
                  <a:schemeClr val="tx1"/>
                </a:solidFill>
                <a:latin typeface="+mn-lt"/>
                <a:ea typeface="+mn-ea"/>
                <a:cs typeface="+mn-cs"/>
              </a:defRPr>
            </a:lvl5pPr>
            <a:lvl6pPr marL="2285916" indent="0" algn="l" defTabSz="914367" rtl="0" eaLnBrk="1" latinLnBrk="0" hangingPunct="1">
              <a:spcBef>
                <a:spcPct val="20000"/>
              </a:spcBef>
              <a:buFont typeface="Arial" pitchFamily="34" charset="0"/>
              <a:buNone/>
              <a:defRPr sz="1961" kern="1200">
                <a:solidFill>
                  <a:schemeClr val="tx1"/>
                </a:solidFill>
                <a:latin typeface="+mn-lt"/>
                <a:ea typeface="+mn-ea"/>
                <a:cs typeface="+mn-cs"/>
              </a:defRPr>
            </a:lvl6pPr>
            <a:lvl7pPr marL="0" indent="0" algn="l" defTabSz="914367" rtl="0" eaLnBrk="1" latinLnBrk="0" hangingPunct="1">
              <a:lnSpc>
                <a:spcPct val="100000"/>
              </a:lnSpc>
              <a:spcBef>
                <a:spcPts val="392"/>
              </a:spcBef>
              <a:spcAft>
                <a:spcPts val="588"/>
              </a:spcAft>
              <a:buFont typeface="Arial" pitchFamily="34" charset="0"/>
              <a:buNone/>
              <a:defRPr sz="1200" kern="1200">
                <a:solidFill>
                  <a:schemeClr val="tx1"/>
                </a:solidFill>
                <a:latin typeface="+mn-lt"/>
                <a:ea typeface="+mn-ea"/>
                <a:cs typeface="+mn-cs"/>
              </a:defRPr>
            </a:lvl7pPr>
            <a:lvl8pPr marL="3428877"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8pPr>
            <a:lvl9pPr marL="3886061"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9pPr>
          </a:lstStyle>
          <a:p>
            <a:pPr algn="ctr"/>
            <a:r>
              <a:rPr lang="en-US" dirty="0">
                <a:solidFill>
                  <a:schemeClr val="bg1"/>
                </a:solidFill>
              </a:rPr>
              <a:t>Service bus publish-subscribe topics</a:t>
            </a:r>
          </a:p>
        </p:txBody>
      </p:sp>
      <p:sp>
        <p:nvSpPr>
          <p:cNvPr id="25" name="TextBox 24">
            <a:extLst>
              <a:ext uri="{FF2B5EF4-FFF2-40B4-BE49-F238E27FC236}">
                <a16:creationId xmlns:a16="http://schemas.microsoft.com/office/drawing/2014/main" id="{A6C6B4B1-A413-4D2A-8932-B2CB4F96660D}"/>
              </a:ext>
            </a:extLst>
          </p:cNvPr>
          <p:cNvSpPr txBox="1"/>
          <p:nvPr/>
        </p:nvSpPr>
        <p:spPr>
          <a:xfrm>
            <a:off x="6180979" y="4433718"/>
            <a:ext cx="5578932" cy="1477328"/>
          </a:xfrm>
          <a:prstGeom prst="rect">
            <a:avLst/>
          </a:prstGeom>
          <a:noFill/>
        </p:spPr>
        <p:txBody>
          <a:bodyPr wrap="square">
            <a:spAutoFit/>
          </a:bodyPr>
          <a:lstStyle/>
          <a:p>
            <a:pPr marL="285750" indent="-285750">
              <a:spcAft>
                <a:spcPts val="1200"/>
              </a:spcAft>
              <a:buFont typeface="Arial" panose="020B0604020202020204" pitchFamily="34" charset="0"/>
              <a:buChar char="•"/>
            </a:pPr>
            <a:r>
              <a:rPr lang="en-US" sz="2000" dirty="0"/>
              <a:t>Like bus queues but with multiple subscribers</a:t>
            </a:r>
          </a:p>
          <a:p>
            <a:pPr marL="285750" indent="-285750">
              <a:spcAft>
                <a:spcPts val="1200"/>
              </a:spcAft>
              <a:buFont typeface="Arial" panose="020B0604020202020204" pitchFamily="34" charset="0"/>
              <a:buChar char="•"/>
            </a:pPr>
            <a:r>
              <a:rPr lang="en-US" sz="2000" dirty="0"/>
              <a:t>When a message is sent to a topic, multiple components can be triggered to perform a task</a:t>
            </a:r>
          </a:p>
        </p:txBody>
      </p:sp>
      <p:pic>
        <p:nvPicPr>
          <p:cNvPr id="13" name="Picture 12">
            <a:extLst>
              <a:ext uri="{FF2B5EF4-FFF2-40B4-BE49-F238E27FC236}">
                <a16:creationId xmlns:a16="http://schemas.microsoft.com/office/drawing/2014/main" id="{16DCEA7E-99DF-440A-A07E-220055347402}"/>
              </a:ext>
              <a:ext uri="{C183D7F6-B498-43B3-948B-1728B52AA6E4}">
                <adec:decorative xmlns:adec="http://schemas.microsoft.com/office/drawing/2017/decorative" val="1"/>
              </a:ext>
            </a:extLst>
          </p:cNvPr>
          <p:cNvPicPr/>
          <p:nvPr/>
        </p:nvPicPr>
        <p:blipFill>
          <a:blip r:embed="rId4">
            <a:extLst>
              <a:ext uri="{28A0092B-C50C-407E-A947-70E740481C1C}">
                <a14:useLocalDpi xmlns:a14="http://schemas.microsoft.com/office/drawing/2010/main" val="0"/>
              </a:ext>
            </a:extLst>
          </a:blip>
          <a:srcRect/>
          <a:stretch>
            <a:fillRect/>
          </a:stretch>
        </p:blipFill>
        <p:spPr bwMode="auto">
          <a:xfrm>
            <a:off x="609204" y="2815205"/>
            <a:ext cx="4955742" cy="1271766"/>
          </a:xfrm>
          <a:prstGeom prst="rect">
            <a:avLst/>
          </a:prstGeom>
          <a:noFill/>
          <a:ln>
            <a:noFill/>
          </a:ln>
        </p:spPr>
      </p:pic>
      <p:pic>
        <p:nvPicPr>
          <p:cNvPr id="15" name="Picture 14">
            <a:extLst>
              <a:ext uri="{FF2B5EF4-FFF2-40B4-BE49-F238E27FC236}">
                <a16:creationId xmlns:a16="http://schemas.microsoft.com/office/drawing/2014/main" id="{03653E4C-B35F-4145-BB0B-A6E067B50614}"/>
              </a:ext>
              <a:ext uri="{C183D7F6-B498-43B3-948B-1728B52AA6E4}">
                <adec:decorative xmlns:adec="http://schemas.microsoft.com/office/drawing/2017/decorative" val="1"/>
              </a:ext>
            </a:extLst>
          </p:cNvPr>
          <p:cNvPicPr/>
          <p:nvPr/>
        </p:nvPicPr>
        <p:blipFill>
          <a:blip r:embed="rId5">
            <a:extLst>
              <a:ext uri="{28A0092B-C50C-407E-A947-70E740481C1C}">
                <a14:useLocalDpi xmlns:a14="http://schemas.microsoft.com/office/drawing/2010/main" val="0"/>
              </a:ext>
            </a:extLst>
          </a:blip>
          <a:srcRect/>
          <a:stretch>
            <a:fillRect/>
          </a:stretch>
        </p:blipFill>
        <p:spPr bwMode="auto">
          <a:xfrm>
            <a:off x="6354806" y="2747570"/>
            <a:ext cx="4721940" cy="1510106"/>
          </a:xfrm>
          <a:prstGeom prst="rect">
            <a:avLst/>
          </a:prstGeom>
          <a:noFill/>
          <a:ln>
            <a:noFill/>
          </a:ln>
        </p:spPr>
      </p:pic>
      <p:sp>
        <p:nvSpPr>
          <p:cNvPr id="21" name="Rectangle 20">
            <a:extLst>
              <a:ext uri="{FF2B5EF4-FFF2-40B4-BE49-F238E27FC236}">
                <a16:creationId xmlns:a16="http://schemas.microsoft.com/office/drawing/2014/main" id="{AE97980F-591D-462F-BDE3-7EC7D51A092C}"/>
              </a:ext>
              <a:ext uri="{C183D7F6-B498-43B3-948B-1728B52AA6E4}">
                <adec:decorative xmlns:adec="http://schemas.microsoft.com/office/drawing/2017/decorative" val="1"/>
              </a:ext>
            </a:extLst>
          </p:cNvPr>
          <p:cNvSpPr/>
          <p:nvPr/>
        </p:nvSpPr>
        <p:spPr bwMode="auto">
          <a:xfrm>
            <a:off x="418643" y="2571528"/>
            <a:ext cx="5578475" cy="1686148"/>
          </a:xfrm>
          <a:prstGeom prst="rect">
            <a:avLst/>
          </a:prstGeom>
          <a:noFill/>
          <a:ln>
            <a:solidFill>
              <a:schemeClr val="bg1">
                <a:lumMod val="8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23" name="Rectangle 22">
            <a:extLst>
              <a:ext uri="{FF2B5EF4-FFF2-40B4-BE49-F238E27FC236}">
                <a16:creationId xmlns:a16="http://schemas.microsoft.com/office/drawing/2014/main" id="{FFFE0603-E871-4490-8186-CDBD4BDC3FAC}"/>
              </a:ext>
              <a:ext uri="{C183D7F6-B498-43B3-948B-1728B52AA6E4}">
                <adec:decorative xmlns:adec="http://schemas.microsoft.com/office/drawing/2017/decorative" val="1"/>
              </a:ext>
            </a:extLst>
          </p:cNvPr>
          <p:cNvSpPr/>
          <p:nvPr/>
        </p:nvSpPr>
        <p:spPr bwMode="auto">
          <a:xfrm>
            <a:off x="6194884" y="2584313"/>
            <a:ext cx="5578475" cy="1686148"/>
          </a:xfrm>
          <a:prstGeom prst="rect">
            <a:avLst/>
          </a:prstGeom>
          <a:noFill/>
          <a:ln>
            <a:solidFill>
              <a:schemeClr val="bg1">
                <a:lumMod val="8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Tree>
    <p:extLst>
      <p:ext uri="{BB962C8B-B14F-4D97-AF65-F5344CB8AC3E}">
        <p14:creationId xmlns:p14="http://schemas.microsoft.com/office/powerpoint/2010/main" val="2584879595"/>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6B9431-C493-4CF1-A4DE-60A2686D1A4A}"/>
              </a:ext>
            </a:extLst>
          </p:cNvPr>
          <p:cNvSpPr>
            <a:spLocks noGrp="1"/>
          </p:cNvSpPr>
          <p:nvPr>
            <p:ph type="title"/>
          </p:nvPr>
        </p:nvSpPr>
        <p:spPr/>
        <p:txBody>
          <a:bodyPr/>
          <a:lstStyle/>
          <a:p>
            <a:r>
              <a:rPr lang="en-US" dirty="0"/>
              <a:t>Compare messaging solutions</a:t>
            </a:r>
          </a:p>
        </p:txBody>
      </p:sp>
      <p:graphicFrame>
        <p:nvGraphicFramePr>
          <p:cNvPr id="4" name="Table 4">
            <a:extLst>
              <a:ext uri="{FF2B5EF4-FFF2-40B4-BE49-F238E27FC236}">
                <a16:creationId xmlns:a16="http://schemas.microsoft.com/office/drawing/2014/main" id="{5B2D85E5-9F47-4BA4-95E9-F12C3A2E495E}"/>
              </a:ext>
            </a:extLst>
          </p:cNvPr>
          <p:cNvGraphicFramePr>
            <a:graphicFrameLocks noGrp="1"/>
          </p:cNvGraphicFramePr>
          <p:nvPr>
            <p:extLst>
              <p:ext uri="{D42A27DB-BD31-4B8C-83A1-F6EECF244321}">
                <p14:modId xmlns:p14="http://schemas.microsoft.com/office/powerpoint/2010/main" val="465019490"/>
              </p:ext>
            </p:extLst>
          </p:nvPr>
        </p:nvGraphicFramePr>
        <p:xfrm>
          <a:off x="418643" y="1281031"/>
          <a:ext cx="10889674" cy="4799182"/>
        </p:xfrm>
        <a:graphic>
          <a:graphicData uri="http://schemas.openxmlformats.org/drawingml/2006/table">
            <a:tbl>
              <a:tblPr firstRow="1" bandRow="1">
                <a:tableStyleId>{5C22544A-7EE6-4342-B048-85BDC9FD1C3A}</a:tableStyleId>
              </a:tblPr>
              <a:tblGrid>
                <a:gridCol w="1489664">
                  <a:extLst>
                    <a:ext uri="{9D8B030D-6E8A-4147-A177-3AD203B41FA5}">
                      <a16:colId xmlns:a16="http://schemas.microsoft.com/office/drawing/2014/main" val="1543938362"/>
                    </a:ext>
                  </a:extLst>
                </a:gridCol>
                <a:gridCol w="7742589">
                  <a:extLst>
                    <a:ext uri="{9D8B030D-6E8A-4147-A177-3AD203B41FA5}">
                      <a16:colId xmlns:a16="http://schemas.microsoft.com/office/drawing/2014/main" val="1839320633"/>
                    </a:ext>
                  </a:extLst>
                </a:gridCol>
                <a:gridCol w="1657421">
                  <a:extLst>
                    <a:ext uri="{9D8B030D-6E8A-4147-A177-3AD203B41FA5}">
                      <a16:colId xmlns:a16="http://schemas.microsoft.com/office/drawing/2014/main" val="311778640"/>
                    </a:ext>
                  </a:extLst>
                </a:gridCol>
              </a:tblGrid>
              <a:tr h="457790">
                <a:tc>
                  <a:txBody>
                    <a:bodyPr/>
                    <a:lstStyle/>
                    <a:p>
                      <a:pPr algn="ctr"/>
                      <a:r>
                        <a:rPr lang="en-US" sz="2000" dirty="0"/>
                        <a:t>Solution</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000" dirty="0"/>
                        <a:t>Usage cases</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2000" dirty="0"/>
                        <a:t>SLA</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4131720315"/>
                  </a:ext>
                </a:extLst>
              </a:tr>
              <a:tr h="1182526">
                <a:tc>
                  <a:txBody>
                    <a:bodyPr/>
                    <a:lstStyle/>
                    <a:p>
                      <a:r>
                        <a:rPr lang="en-US" sz="2000" dirty="0"/>
                        <a:t>Queue storage</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342900" indent="-342900">
                        <a:buFont typeface="Arial" panose="020B0604020202020204" pitchFamily="34" charset="0"/>
                        <a:buChar char="•"/>
                      </a:pPr>
                      <a:r>
                        <a:rPr lang="en-US" sz="2000" dirty="0"/>
                        <a:t>A simple queue to organize messages.</a:t>
                      </a:r>
                    </a:p>
                    <a:p>
                      <a:pPr marL="342900" indent="-342900">
                        <a:buFont typeface="Arial" panose="020B0604020202020204" pitchFamily="34" charset="0"/>
                        <a:buChar char="•"/>
                      </a:pPr>
                      <a:r>
                        <a:rPr lang="en-US" sz="2000" dirty="0"/>
                        <a:t>Queue to exceed 80 GB in size.</a:t>
                      </a:r>
                    </a:p>
                    <a:p>
                      <a:pPr marL="342900" indent="-342900">
                        <a:buFont typeface="Arial" panose="020B0604020202020204" pitchFamily="34" charset="0"/>
                        <a:buChar char="•"/>
                      </a:pPr>
                      <a:r>
                        <a:rPr lang="en-US" sz="2000" dirty="0"/>
                        <a:t>To track progress for processing a message inside of the </a:t>
                      </a:r>
                      <a:r>
                        <a:rPr lang="en-US" sz="2000"/>
                        <a:t>queue.</a:t>
                      </a:r>
                      <a:endParaRPr lang="en-US" sz="2000" dirty="0"/>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indent="0">
                        <a:buFont typeface="Arial" panose="020B0604020202020204" pitchFamily="34" charset="0"/>
                        <a:buNone/>
                      </a:pPr>
                      <a:r>
                        <a:rPr lang="en-US" sz="2000" dirty="0"/>
                        <a:t>Based on  storage tier </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805476038"/>
                  </a:ext>
                </a:extLst>
              </a:tr>
              <a:tr h="2019195">
                <a:tc>
                  <a:txBody>
                    <a:bodyPr/>
                    <a:lstStyle/>
                    <a:p>
                      <a:r>
                        <a:rPr lang="en-US" sz="2000" dirty="0"/>
                        <a:t>Service bus queues</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marL="342900" marR="0" lvl="0" indent="-342900" algn="l" defTabSz="914367"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000" dirty="0"/>
                        <a:t>A first-in-first-out guarantee.</a:t>
                      </a:r>
                    </a:p>
                    <a:p>
                      <a:pPr marL="342900" indent="-342900">
                        <a:buFont typeface="Arial" panose="020B0604020202020204" pitchFamily="34" charset="0"/>
                        <a:buChar char="•"/>
                      </a:pPr>
                      <a:r>
                        <a:rPr lang="en-US" sz="2000" dirty="0"/>
                        <a:t>At-Least-Once message processing  (</a:t>
                      </a:r>
                      <a:r>
                        <a:rPr lang="en-US" sz="2000" dirty="0" err="1"/>
                        <a:t>PeekLock</a:t>
                      </a:r>
                      <a:r>
                        <a:rPr lang="en-US" sz="2000" dirty="0"/>
                        <a:t> receive mode)</a:t>
                      </a:r>
                    </a:p>
                    <a:p>
                      <a:pPr marL="342900" indent="-342900">
                        <a:buFont typeface="Arial" panose="020B0604020202020204" pitchFamily="34" charset="0"/>
                        <a:buChar char="•"/>
                      </a:pPr>
                      <a:r>
                        <a:rPr lang="en-US" sz="2000" dirty="0"/>
                        <a:t>At-Most-Once message processing (</a:t>
                      </a:r>
                      <a:r>
                        <a:rPr lang="en-US" sz="2000" dirty="0" err="1"/>
                        <a:t>ReceiveAndDelete</a:t>
                      </a:r>
                      <a:r>
                        <a:rPr lang="en-US" sz="2000" dirty="0"/>
                        <a:t> receive mode)</a:t>
                      </a:r>
                    </a:p>
                    <a:p>
                      <a:pPr marL="342900" indent="-342900">
                        <a:buFont typeface="Arial" panose="020B0604020202020204" pitchFamily="34" charset="0"/>
                        <a:buChar char="•"/>
                      </a:pPr>
                      <a:r>
                        <a:rPr lang="en-US" sz="2000" dirty="0"/>
                        <a:t>Can group operations into transactions</a:t>
                      </a:r>
                    </a:p>
                    <a:p>
                      <a:pPr marL="342900" indent="-342900">
                        <a:buFont typeface="Arial" panose="020B0604020202020204" pitchFamily="34" charset="0"/>
                        <a:buChar char="•"/>
                      </a:pPr>
                      <a:r>
                        <a:rPr lang="en-US" sz="2000" dirty="0"/>
                        <a:t>Receive messages without polling the queue.</a:t>
                      </a:r>
                    </a:p>
                    <a:p>
                      <a:pPr marL="342900" indent="-342900">
                        <a:buFont typeface="Arial" panose="020B0604020202020204" pitchFamily="34" charset="0"/>
                        <a:buChar char="•"/>
                      </a:pPr>
                      <a:r>
                        <a:rPr lang="en-US" sz="2000" dirty="0"/>
                        <a:t>Publish and consume batches of messages.</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marL="0" indent="0">
                        <a:buFont typeface="Arial" panose="020B0604020202020204" pitchFamily="34" charset="0"/>
                        <a:buNone/>
                      </a:pPr>
                      <a:r>
                        <a:rPr lang="en-US" sz="2000" dirty="0"/>
                        <a:t>99.9%</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963068562"/>
                  </a:ext>
                </a:extLst>
              </a:tr>
              <a:tr h="933826">
                <a:tc>
                  <a:txBody>
                    <a:bodyPr/>
                    <a:lstStyle/>
                    <a:p>
                      <a:r>
                        <a:rPr lang="en-US" sz="2000" dirty="0"/>
                        <a:t>Service bus topics</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342900" indent="-342900">
                        <a:buFont typeface="Arial" panose="020B0604020202020204" pitchFamily="34" charset="0"/>
                        <a:buChar char="•"/>
                      </a:pPr>
                      <a:r>
                        <a:rPr lang="en-US" sz="2000" dirty="0"/>
                        <a:t>Multiple receivers to handle each message.</a:t>
                      </a:r>
                    </a:p>
                    <a:p>
                      <a:pPr marL="342900" indent="-342900">
                        <a:buFont typeface="Arial" panose="020B0604020202020204" pitchFamily="34" charset="0"/>
                        <a:buChar char="•"/>
                      </a:pPr>
                      <a:r>
                        <a:rPr lang="en-US" sz="2000" dirty="0"/>
                        <a:t>Multiple destinations for a single message.</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indent="0">
                        <a:buFont typeface="Arial" panose="020B0604020202020204" pitchFamily="34" charset="0"/>
                        <a:buNone/>
                      </a:pPr>
                      <a:r>
                        <a:rPr lang="en-US" sz="2000" dirty="0"/>
                        <a:t>99.9%</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50520148"/>
                  </a:ext>
                </a:extLst>
              </a:tr>
            </a:tbl>
          </a:graphicData>
        </a:graphic>
      </p:graphicFrame>
    </p:spTree>
    <p:extLst>
      <p:ext uri="{BB962C8B-B14F-4D97-AF65-F5344CB8AC3E}">
        <p14:creationId xmlns:p14="http://schemas.microsoft.com/office/powerpoint/2010/main" val="1269085364"/>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B41CBD3-6F8B-4F34-B53D-1AE6CB72526E}"/>
              </a:ext>
            </a:extLst>
          </p:cNvPr>
          <p:cNvSpPr>
            <a:spLocks noGrp="1"/>
          </p:cNvSpPr>
          <p:nvPr>
            <p:ph type="title"/>
          </p:nvPr>
        </p:nvSpPr>
        <p:spPr/>
        <p:txBody>
          <a:bodyPr/>
          <a:lstStyle/>
          <a:p>
            <a:r>
              <a:rPr lang="en-US" dirty="0"/>
              <a:t>Event solution</a:t>
            </a:r>
          </a:p>
        </p:txBody>
      </p:sp>
      <p:pic>
        <p:nvPicPr>
          <p:cNvPr id="6" name="Picture Placeholder 5">
            <a:extLst>
              <a:ext uri="{FF2B5EF4-FFF2-40B4-BE49-F238E27FC236}">
                <a16:creationId xmlns:a16="http://schemas.microsoft.com/office/drawing/2014/main" id="{0B062055-CE09-4899-A9BC-A44E5621CA0F}"/>
              </a:ext>
              <a:ext uri="{C183D7F6-B498-43B3-948B-1728B52AA6E4}">
                <adec:decorative xmlns:adec="http://schemas.microsoft.com/office/drawing/2017/decorative" val="1"/>
              </a:ext>
            </a:extLst>
          </p:cNvPr>
          <p:cNvPicPr>
            <a:picLocks noGrp="1" noChangeAspect="1"/>
          </p:cNvPicPr>
          <p:nvPr>
            <p:ph type="pic" sz="quarter" idx="10"/>
          </p:nvPr>
        </p:nvPicPr>
        <p:blipFill rotWithShape="1">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p:pic>
    </p:spTree>
    <p:extLst>
      <p:ext uri="{BB962C8B-B14F-4D97-AF65-F5344CB8AC3E}">
        <p14:creationId xmlns:p14="http://schemas.microsoft.com/office/powerpoint/2010/main" val="2770226869"/>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3">
            <a:extLst>
              <a:ext uri="{FF2B5EF4-FFF2-40B4-BE49-F238E27FC236}">
                <a16:creationId xmlns:a16="http://schemas.microsoft.com/office/drawing/2014/main" id="{E307D465-5D56-0B41-96C4-901FFC2422DF}"/>
              </a:ext>
            </a:extLst>
          </p:cNvPr>
          <p:cNvSpPr>
            <a:spLocks noGrp="1"/>
          </p:cNvSpPr>
          <p:nvPr>
            <p:ph type="title"/>
          </p:nvPr>
        </p:nvSpPr>
        <p:spPr>
          <a:xfrm>
            <a:off x="418643" y="440494"/>
            <a:ext cx="11341268" cy="642840"/>
          </a:xfrm>
        </p:spPr>
        <p:txBody>
          <a:bodyPr/>
          <a:lstStyle/>
          <a:p>
            <a:r>
              <a:rPr lang="en-US" dirty="0"/>
              <a:t>Design an </a:t>
            </a:r>
            <a:r>
              <a:rPr lang="en-US" dirty="0">
                <a:solidFill>
                  <a:schemeClr val="tx2">
                    <a:lumMod val="50000"/>
                  </a:schemeClr>
                </a:solidFill>
                <a:hlinkClick r:id="rId3">
                  <a:extLst>
                    <a:ext uri="{A12FA001-AC4F-418D-AE19-62706E023703}">
                      <ahyp:hlinkClr xmlns:ahyp="http://schemas.microsoft.com/office/drawing/2018/hyperlinkcolor" val="tx"/>
                    </a:ext>
                  </a:extLst>
                </a:hlinkClick>
              </a:rPr>
              <a:t>Event Hub </a:t>
            </a:r>
            <a:r>
              <a:rPr lang="en-US" dirty="0"/>
              <a:t>messaging solution</a:t>
            </a:r>
          </a:p>
        </p:txBody>
      </p:sp>
      <p:sp>
        <p:nvSpPr>
          <p:cNvPr id="5" name="Text Placeholder 4">
            <a:extLst>
              <a:ext uri="{FF2B5EF4-FFF2-40B4-BE49-F238E27FC236}">
                <a16:creationId xmlns:a16="http://schemas.microsoft.com/office/drawing/2014/main" id="{730ED98C-9C62-4B9F-97ED-92DF82700533}"/>
              </a:ext>
            </a:extLst>
          </p:cNvPr>
          <p:cNvSpPr>
            <a:spLocks noGrp="1"/>
          </p:cNvSpPr>
          <p:nvPr>
            <p:ph type="body" sz="quarter" idx="10"/>
          </p:nvPr>
        </p:nvSpPr>
        <p:spPr>
          <a:xfrm>
            <a:off x="432089" y="1004676"/>
            <a:ext cx="11341268" cy="430887"/>
          </a:xfrm>
        </p:spPr>
        <p:txBody>
          <a:bodyPr/>
          <a:lstStyle/>
          <a:p>
            <a:r>
              <a:rPr lang="en-US" dirty="0"/>
              <a:t>Azure Event Hubs is a fully managed, real time data ingestion service </a:t>
            </a:r>
          </a:p>
        </p:txBody>
      </p:sp>
      <p:sp>
        <p:nvSpPr>
          <p:cNvPr id="6" name="TextBox 5">
            <a:extLst>
              <a:ext uri="{FF2B5EF4-FFF2-40B4-BE49-F238E27FC236}">
                <a16:creationId xmlns:a16="http://schemas.microsoft.com/office/drawing/2014/main" id="{A7642C5F-5AF1-4D88-8456-5050ACFE95EF}"/>
              </a:ext>
            </a:extLst>
          </p:cNvPr>
          <p:cNvSpPr txBox="1"/>
          <p:nvPr/>
        </p:nvSpPr>
        <p:spPr>
          <a:xfrm>
            <a:off x="321919" y="2004778"/>
            <a:ext cx="4097415" cy="3367076"/>
          </a:xfrm>
          <a:prstGeom prst="rect">
            <a:avLst/>
          </a:prstGeom>
          <a:noFill/>
        </p:spPr>
        <p:txBody>
          <a:bodyPr wrap="square">
            <a:spAutoFit/>
          </a:bodyPr>
          <a:lstStyle/>
          <a:p>
            <a:pPr marL="285750" indent="-285750">
              <a:spcAft>
                <a:spcPts val="1200"/>
              </a:spcAft>
              <a:buFont typeface="Arial" panose="020B0604020202020204" pitchFamily="34" charset="0"/>
              <a:buChar char="•"/>
            </a:pPr>
            <a:r>
              <a:rPr lang="en-US" sz="2000" dirty="0">
                <a:latin typeface="Segoe UI" panose="020B0502040204020203" pitchFamily="34" charset="0"/>
              </a:rPr>
              <a:t>Orders events by when they are received - by time offsets</a:t>
            </a:r>
          </a:p>
          <a:p>
            <a:pPr marL="285750" indent="-285750">
              <a:lnSpc>
                <a:spcPct val="107000"/>
              </a:lnSpc>
              <a:spcAft>
                <a:spcPts val="1200"/>
              </a:spcAft>
              <a:buFont typeface="Arial" panose="020B0604020202020204" pitchFamily="34" charset="0"/>
              <a:buChar char="•"/>
            </a:pPr>
            <a:r>
              <a:rPr lang="en-US" sz="2000" dirty="0">
                <a:latin typeface="Segoe UI" panose="020B0502040204020203" pitchFamily="34" charset="0"/>
              </a:rPr>
              <a:t>Uses a pull model allowing multiple reads from consumers</a:t>
            </a:r>
          </a:p>
          <a:p>
            <a:pPr marL="285750" lvl="1" indent="-285750">
              <a:spcAft>
                <a:spcPts val="1200"/>
              </a:spcAft>
              <a:buFont typeface="Arial" panose="020B0604020202020204" pitchFamily="34" charset="0"/>
              <a:buChar char="•"/>
            </a:pPr>
            <a:r>
              <a:rPr lang="en-US" sz="2000" i="0" dirty="0">
                <a:effectLst/>
                <a:latin typeface="Segoe UI" panose="020B0502040204020203" pitchFamily="34" charset="0"/>
              </a:rPr>
              <a:t>Scaling is controlled by how many throughput units or processing units you purchase </a:t>
            </a:r>
          </a:p>
          <a:p>
            <a:pPr marL="285750" lvl="1" indent="-285750">
              <a:spcAft>
                <a:spcPts val="1200"/>
              </a:spcAft>
              <a:buFont typeface="Arial" panose="020B0604020202020204" pitchFamily="34" charset="0"/>
              <a:buChar char="•"/>
            </a:pPr>
            <a:r>
              <a:rPr lang="en-US" sz="2000" dirty="0">
                <a:latin typeface="Segoe UI" panose="020B0502040204020203" pitchFamily="34" charset="0"/>
              </a:rPr>
              <a:t>Receiving IoT and real-time streaming data</a:t>
            </a:r>
            <a:endParaRPr lang="en-US" sz="2000" i="0" dirty="0">
              <a:effectLst/>
              <a:latin typeface="Segoe UI" panose="020B0502040204020203" pitchFamily="34" charset="0"/>
            </a:endParaRPr>
          </a:p>
        </p:txBody>
      </p:sp>
      <p:pic>
        <p:nvPicPr>
          <p:cNvPr id="1026" name="Picture 2" descr="Event producers use partitions in Event Hub. Event Hub routes events to event receivers. ">
            <a:extLst>
              <a:ext uri="{FF2B5EF4-FFF2-40B4-BE49-F238E27FC236}">
                <a16:creationId xmlns:a16="http://schemas.microsoft.com/office/drawing/2014/main" id="{D14D12B1-7780-415F-BC3C-47F0D18847F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76399" y="2220010"/>
            <a:ext cx="7400192" cy="3413210"/>
          </a:xfrm>
          <a:prstGeom prst="rect">
            <a:avLst/>
          </a:prstGeom>
          <a:noFill/>
        </p:spPr>
      </p:pic>
      <p:sp>
        <p:nvSpPr>
          <p:cNvPr id="7" name="Rectangle 6">
            <a:extLst>
              <a:ext uri="{FF2B5EF4-FFF2-40B4-BE49-F238E27FC236}">
                <a16:creationId xmlns:a16="http://schemas.microsoft.com/office/drawing/2014/main" id="{E862A0CD-0D9E-4740-A831-A626722F2B9B}"/>
              </a:ext>
              <a:ext uri="{C183D7F6-B498-43B3-948B-1728B52AA6E4}">
                <adec:decorative xmlns:adec="http://schemas.microsoft.com/office/drawing/2017/decorative" val="1"/>
              </a:ext>
            </a:extLst>
          </p:cNvPr>
          <p:cNvSpPr/>
          <p:nvPr/>
        </p:nvSpPr>
        <p:spPr bwMode="auto">
          <a:xfrm>
            <a:off x="4602951" y="1794076"/>
            <a:ext cx="7400192" cy="4265079"/>
          </a:xfrm>
          <a:prstGeom prst="rect">
            <a:avLst/>
          </a:prstGeom>
          <a:noFill/>
          <a:ln>
            <a:solidFill>
              <a:schemeClr val="bg1">
                <a:lumMod val="8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Tree>
    <p:extLst>
      <p:ext uri="{BB962C8B-B14F-4D97-AF65-F5344CB8AC3E}">
        <p14:creationId xmlns:p14="http://schemas.microsoft.com/office/powerpoint/2010/main" val="577997913"/>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3">
            <a:extLst>
              <a:ext uri="{FF2B5EF4-FFF2-40B4-BE49-F238E27FC236}">
                <a16:creationId xmlns:a16="http://schemas.microsoft.com/office/drawing/2014/main" id="{E307D465-5D56-0B41-96C4-901FFC2422DF}"/>
              </a:ext>
            </a:extLst>
          </p:cNvPr>
          <p:cNvSpPr>
            <a:spLocks noGrp="1"/>
          </p:cNvSpPr>
          <p:nvPr>
            <p:ph type="title"/>
          </p:nvPr>
        </p:nvSpPr>
        <p:spPr>
          <a:xfrm>
            <a:off x="418643" y="440494"/>
            <a:ext cx="11341268" cy="642840"/>
          </a:xfrm>
        </p:spPr>
        <p:txBody>
          <a:bodyPr/>
          <a:lstStyle/>
          <a:p>
            <a:r>
              <a:rPr lang="en-US" dirty="0"/>
              <a:t>Design an </a:t>
            </a:r>
            <a:r>
              <a:rPr lang="en-US" dirty="0">
                <a:solidFill>
                  <a:schemeClr val="tx2">
                    <a:lumMod val="50000"/>
                  </a:schemeClr>
                </a:solidFill>
                <a:hlinkClick r:id="rId3">
                  <a:extLst>
                    <a:ext uri="{A12FA001-AC4F-418D-AE19-62706E023703}">
                      <ahyp:hlinkClr xmlns:ahyp="http://schemas.microsoft.com/office/drawing/2018/hyperlinkcolor" val="tx"/>
                    </a:ext>
                  </a:extLst>
                </a:hlinkClick>
              </a:rPr>
              <a:t>event-driven solution </a:t>
            </a:r>
            <a:endParaRPr lang="en-US" dirty="0">
              <a:solidFill>
                <a:schemeClr val="tx2">
                  <a:lumMod val="50000"/>
                </a:schemeClr>
              </a:solidFill>
            </a:endParaRPr>
          </a:p>
        </p:txBody>
      </p:sp>
      <p:sp>
        <p:nvSpPr>
          <p:cNvPr id="5" name="Text Placeholder 4">
            <a:extLst>
              <a:ext uri="{FF2B5EF4-FFF2-40B4-BE49-F238E27FC236}">
                <a16:creationId xmlns:a16="http://schemas.microsoft.com/office/drawing/2014/main" id="{51A6E5B0-D565-4FCB-995A-BB3D20718E8F}"/>
              </a:ext>
            </a:extLst>
          </p:cNvPr>
          <p:cNvSpPr>
            <a:spLocks noGrp="1"/>
          </p:cNvSpPr>
          <p:nvPr>
            <p:ph type="body" sz="quarter" idx="10"/>
          </p:nvPr>
        </p:nvSpPr>
        <p:spPr>
          <a:xfrm>
            <a:off x="432089" y="1004676"/>
            <a:ext cx="11341268" cy="430887"/>
          </a:xfrm>
        </p:spPr>
        <p:txBody>
          <a:bodyPr/>
          <a:lstStyle/>
          <a:p>
            <a:r>
              <a:rPr lang="en-US" dirty="0"/>
              <a:t>Azure Event Grid is a routing service connecting data sources with event handlers.</a:t>
            </a:r>
          </a:p>
        </p:txBody>
      </p:sp>
      <p:sp>
        <p:nvSpPr>
          <p:cNvPr id="7" name="TextBox 6">
            <a:extLst>
              <a:ext uri="{FF2B5EF4-FFF2-40B4-BE49-F238E27FC236}">
                <a16:creationId xmlns:a16="http://schemas.microsoft.com/office/drawing/2014/main" id="{4CCDA2CC-F2D1-4B03-A2DA-214307B7E3F3}"/>
              </a:ext>
            </a:extLst>
          </p:cNvPr>
          <p:cNvSpPr txBox="1"/>
          <p:nvPr/>
        </p:nvSpPr>
        <p:spPr>
          <a:xfrm>
            <a:off x="354891" y="1946283"/>
            <a:ext cx="4812994" cy="3016210"/>
          </a:xfrm>
          <a:prstGeom prst="rect">
            <a:avLst/>
          </a:prstGeom>
          <a:noFill/>
        </p:spPr>
        <p:txBody>
          <a:bodyPr wrap="square">
            <a:spAutoFit/>
          </a:bodyPr>
          <a:lstStyle/>
          <a:p>
            <a:pPr marL="342900" lvl="1" indent="-342900">
              <a:spcAft>
                <a:spcPts val="1200"/>
              </a:spcAft>
              <a:buFont typeface="Arial" panose="020B0604020202020204" pitchFamily="34" charset="0"/>
              <a:buChar char="•"/>
            </a:pPr>
            <a:r>
              <a:rPr lang="en-US" sz="2000" dirty="0"/>
              <a:t>Events sources include Azure resources or custom topics (you create)</a:t>
            </a:r>
          </a:p>
          <a:p>
            <a:pPr marL="342900" lvl="1" indent="-342900">
              <a:spcAft>
                <a:spcPts val="1200"/>
              </a:spcAft>
              <a:buFont typeface="Arial" panose="020B0604020202020204" pitchFamily="34" charset="0"/>
              <a:buChar char="•"/>
            </a:pPr>
            <a:r>
              <a:rPr lang="en-US" sz="2000" dirty="0"/>
              <a:t>Event handlers react to an event</a:t>
            </a:r>
          </a:p>
          <a:p>
            <a:pPr marL="342900" lvl="1" indent="-342900">
              <a:spcAft>
                <a:spcPts val="1200"/>
              </a:spcAft>
              <a:buFont typeface="Arial" panose="020B0604020202020204" pitchFamily="34" charset="0"/>
              <a:buChar char="•"/>
            </a:pPr>
            <a:r>
              <a:rPr lang="en-US" sz="2000" dirty="0"/>
              <a:t>Useful for serverless applications and operations automation</a:t>
            </a:r>
          </a:p>
          <a:p>
            <a:pPr marL="342900" lvl="1" indent="-342900">
              <a:spcAft>
                <a:spcPts val="1200"/>
              </a:spcAft>
              <a:buFont typeface="Arial" panose="020B0604020202020204" pitchFamily="34" charset="0"/>
              <a:buChar char="•"/>
            </a:pPr>
            <a:r>
              <a:rPr lang="en-US" sz="2000" dirty="0">
                <a:solidFill>
                  <a:srgbClr val="171717"/>
                </a:solidFill>
                <a:latin typeface="Segoe UI" panose="020B0502040204020203" pitchFamily="34" charset="0"/>
              </a:rPr>
              <a:t>U</a:t>
            </a:r>
            <a:r>
              <a:rPr lang="en-US" sz="2000" b="0" i="0" dirty="0">
                <a:solidFill>
                  <a:srgbClr val="171717"/>
                </a:solidFill>
                <a:effectLst/>
                <a:latin typeface="Segoe UI" panose="020B0502040204020203" pitchFamily="34" charset="0"/>
              </a:rPr>
              <a:t>ses a </a:t>
            </a:r>
            <a:r>
              <a:rPr lang="en-US" sz="2000" i="0" dirty="0">
                <a:solidFill>
                  <a:srgbClr val="171717"/>
                </a:solidFill>
                <a:effectLst/>
                <a:latin typeface="Segoe UI" panose="020B0502040204020203" pitchFamily="34" charset="0"/>
              </a:rPr>
              <a:t>pay-per-operation or pay-per-use</a:t>
            </a:r>
            <a:r>
              <a:rPr lang="en-US" sz="2000" b="0" i="0" dirty="0">
                <a:solidFill>
                  <a:srgbClr val="171717"/>
                </a:solidFill>
                <a:effectLst/>
                <a:latin typeface="Segoe UI" panose="020B0502040204020203" pitchFamily="34" charset="0"/>
              </a:rPr>
              <a:t> pricing models</a:t>
            </a:r>
            <a:endParaRPr lang="en-US" sz="2000" dirty="0"/>
          </a:p>
        </p:txBody>
      </p:sp>
      <p:sp>
        <p:nvSpPr>
          <p:cNvPr id="9" name="Rectangle 8">
            <a:extLst>
              <a:ext uri="{FF2B5EF4-FFF2-40B4-BE49-F238E27FC236}">
                <a16:creationId xmlns:a16="http://schemas.microsoft.com/office/drawing/2014/main" id="{3D8248FE-2023-454C-9B73-318BBFB632DE}"/>
              </a:ext>
              <a:ext uri="{C183D7F6-B498-43B3-948B-1728B52AA6E4}">
                <adec:decorative xmlns:adec="http://schemas.microsoft.com/office/drawing/2017/decorative" val="1"/>
              </a:ext>
            </a:extLst>
          </p:cNvPr>
          <p:cNvSpPr/>
          <p:nvPr/>
        </p:nvSpPr>
        <p:spPr bwMode="auto">
          <a:xfrm>
            <a:off x="5321147" y="1808458"/>
            <a:ext cx="6812098" cy="4265079"/>
          </a:xfrm>
          <a:prstGeom prst="rect">
            <a:avLst/>
          </a:prstGeom>
          <a:noFill/>
          <a:ln>
            <a:solidFill>
              <a:schemeClr val="bg1">
                <a:lumMod val="8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pic>
        <p:nvPicPr>
          <p:cNvPr id="11" name="Picture 10" descr="Event Grid connects event sources with event handlers. ">
            <a:extLst>
              <a:ext uri="{FF2B5EF4-FFF2-40B4-BE49-F238E27FC236}">
                <a16:creationId xmlns:a16="http://schemas.microsoft.com/office/drawing/2014/main" id="{88DF527C-B593-4427-873B-AE9FA033B077}"/>
              </a:ext>
            </a:extLst>
          </p:cNvPr>
          <p:cNvPicPr>
            <a:picLocks noChangeAspect="1"/>
          </p:cNvPicPr>
          <p:nvPr/>
        </p:nvPicPr>
        <p:blipFill>
          <a:blip r:embed="rId4"/>
          <a:stretch>
            <a:fillRect/>
          </a:stretch>
        </p:blipFill>
        <p:spPr>
          <a:xfrm>
            <a:off x="5474408" y="2021709"/>
            <a:ext cx="6505575" cy="3838575"/>
          </a:xfrm>
          <a:prstGeom prst="rect">
            <a:avLst/>
          </a:prstGeom>
        </p:spPr>
      </p:pic>
    </p:spTree>
    <p:extLst>
      <p:ext uri="{BB962C8B-B14F-4D97-AF65-F5344CB8AC3E}">
        <p14:creationId xmlns:p14="http://schemas.microsoft.com/office/powerpoint/2010/main" val="1302695720"/>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F5EDB0-A175-4279-B3F0-DA3DCEF76279}"/>
              </a:ext>
            </a:extLst>
          </p:cNvPr>
          <p:cNvSpPr>
            <a:spLocks noGrp="1"/>
          </p:cNvSpPr>
          <p:nvPr>
            <p:ph type="title"/>
          </p:nvPr>
        </p:nvSpPr>
        <p:spPr>
          <a:xfrm>
            <a:off x="418643" y="440494"/>
            <a:ext cx="11341268" cy="642840"/>
          </a:xfrm>
        </p:spPr>
        <p:txBody>
          <a:bodyPr/>
          <a:lstStyle/>
          <a:p>
            <a:r>
              <a:rPr lang="en-US" dirty="0"/>
              <a:t>Comparison of message and event solutions</a:t>
            </a:r>
          </a:p>
        </p:txBody>
      </p:sp>
      <p:sp>
        <p:nvSpPr>
          <p:cNvPr id="3" name="Text Placeholder 2">
            <a:extLst>
              <a:ext uri="{FF2B5EF4-FFF2-40B4-BE49-F238E27FC236}">
                <a16:creationId xmlns:a16="http://schemas.microsoft.com/office/drawing/2014/main" id="{828F8A24-2D22-4770-8F91-68D138373D8E}"/>
              </a:ext>
            </a:extLst>
          </p:cNvPr>
          <p:cNvSpPr>
            <a:spLocks noGrp="1"/>
          </p:cNvSpPr>
          <p:nvPr>
            <p:ph type="body" sz="quarter" idx="10"/>
          </p:nvPr>
        </p:nvSpPr>
        <p:spPr>
          <a:xfrm>
            <a:off x="432089" y="931375"/>
            <a:ext cx="11341268" cy="430887"/>
          </a:xfrm>
        </p:spPr>
        <p:txBody>
          <a:bodyPr/>
          <a:lstStyle/>
          <a:p>
            <a:r>
              <a:rPr lang="en-US" dirty="0"/>
              <a:t>Consider combining several solutions</a:t>
            </a:r>
          </a:p>
        </p:txBody>
      </p:sp>
      <p:graphicFrame>
        <p:nvGraphicFramePr>
          <p:cNvPr id="6" name="Table 5">
            <a:extLst>
              <a:ext uri="{FF2B5EF4-FFF2-40B4-BE49-F238E27FC236}">
                <a16:creationId xmlns:a16="http://schemas.microsoft.com/office/drawing/2014/main" id="{55EA93D0-172B-4F3E-9BBA-58ABEE8E3D6C}"/>
              </a:ext>
            </a:extLst>
          </p:cNvPr>
          <p:cNvGraphicFramePr/>
          <p:nvPr>
            <p:extLst>
              <p:ext uri="{D42A27DB-BD31-4B8C-83A1-F6EECF244321}">
                <p14:modId xmlns:p14="http://schemas.microsoft.com/office/powerpoint/2010/main" val="4156644572"/>
              </p:ext>
            </p:extLst>
          </p:nvPr>
        </p:nvGraphicFramePr>
        <p:xfrm>
          <a:off x="648158" y="4025965"/>
          <a:ext cx="10895684" cy="2375169"/>
        </p:xfrm>
        <a:graphic>
          <a:graphicData uri="http://schemas.openxmlformats.org/drawingml/2006/table">
            <a:tbl>
              <a:tblPr firstRow="1">
                <a:tableStyleId>{5C22544A-7EE6-4342-B048-85BDC9FD1C3A}</a:tableStyleId>
              </a:tblPr>
              <a:tblGrid>
                <a:gridCol w="1795750">
                  <a:extLst>
                    <a:ext uri="{9D8B030D-6E8A-4147-A177-3AD203B41FA5}">
                      <a16:colId xmlns:a16="http://schemas.microsoft.com/office/drawing/2014/main" val="3703802318"/>
                    </a:ext>
                  </a:extLst>
                </a:gridCol>
                <a:gridCol w="2809301">
                  <a:extLst>
                    <a:ext uri="{9D8B030D-6E8A-4147-A177-3AD203B41FA5}">
                      <a16:colId xmlns:a16="http://schemas.microsoft.com/office/drawing/2014/main" val="1153576583"/>
                    </a:ext>
                  </a:extLst>
                </a:gridCol>
                <a:gridCol w="2888256">
                  <a:extLst>
                    <a:ext uri="{9D8B030D-6E8A-4147-A177-3AD203B41FA5}">
                      <a16:colId xmlns:a16="http://schemas.microsoft.com/office/drawing/2014/main" val="2963856253"/>
                    </a:ext>
                  </a:extLst>
                </a:gridCol>
                <a:gridCol w="3402377">
                  <a:extLst>
                    <a:ext uri="{9D8B030D-6E8A-4147-A177-3AD203B41FA5}">
                      <a16:colId xmlns:a16="http://schemas.microsoft.com/office/drawing/2014/main" val="1752780588"/>
                    </a:ext>
                  </a:extLst>
                </a:gridCol>
              </a:tblGrid>
              <a:tr h="404166">
                <a:tc>
                  <a:txBody>
                    <a:bodyPr/>
                    <a:lstStyle/>
                    <a:p>
                      <a:pPr algn="ctr" fontAlgn="ctr">
                        <a:spcBef>
                          <a:spcPts val="0"/>
                        </a:spcBef>
                        <a:spcAft>
                          <a:spcPts val="0"/>
                        </a:spcAft>
                      </a:pPr>
                      <a:r>
                        <a:rPr lang="en-US" sz="1600" b="0" u="none" strike="noStrike" dirty="0">
                          <a:solidFill>
                            <a:schemeClr val="bg1"/>
                          </a:solidFill>
                          <a:effectLst/>
                          <a:latin typeface="+mn-lt"/>
                        </a:rPr>
                        <a:t>Service</a:t>
                      </a:r>
                      <a:endParaRPr lang="en-US" sz="1600" b="0" i="0" u="none" strike="noStrike" dirty="0">
                        <a:solidFill>
                          <a:schemeClr val="bg1"/>
                        </a:solidFill>
                        <a:effectLst/>
                        <a:latin typeface="+mn-lt"/>
                      </a:endParaRPr>
                    </a:p>
                  </a:txBody>
                  <a:tcPr marL="95327" marR="95327" marT="112660" marB="11266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fontAlgn="ctr">
                        <a:spcBef>
                          <a:spcPts val="0"/>
                        </a:spcBef>
                        <a:spcAft>
                          <a:spcPts val="0"/>
                        </a:spcAft>
                      </a:pPr>
                      <a:r>
                        <a:rPr lang="en-US" sz="1600" b="0" u="none" strike="noStrike" dirty="0">
                          <a:solidFill>
                            <a:schemeClr val="bg1"/>
                          </a:solidFill>
                          <a:effectLst/>
                          <a:latin typeface="+mn-lt"/>
                        </a:rPr>
                        <a:t>Purpose</a:t>
                      </a:r>
                      <a:endParaRPr lang="en-US" sz="1600" b="0" i="0" u="none" strike="noStrike" dirty="0">
                        <a:solidFill>
                          <a:schemeClr val="bg1"/>
                        </a:solidFill>
                        <a:effectLst/>
                        <a:latin typeface="+mn-lt"/>
                      </a:endParaRPr>
                    </a:p>
                  </a:txBody>
                  <a:tcPr marL="95327" marR="95327" marT="112660" marB="11266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fontAlgn="ctr">
                        <a:spcBef>
                          <a:spcPts val="0"/>
                        </a:spcBef>
                        <a:spcAft>
                          <a:spcPts val="0"/>
                        </a:spcAft>
                      </a:pPr>
                      <a:r>
                        <a:rPr lang="en-US" sz="1600" b="0" u="none" strike="noStrike" dirty="0">
                          <a:solidFill>
                            <a:schemeClr val="bg1"/>
                          </a:solidFill>
                          <a:effectLst/>
                          <a:latin typeface="+mn-lt"/>
                        </a:rPr>
                        <a:t>Type</a:t>
                      </a:r>
                      <a:endParaRPr lang="en-US" sz="1600" b="0" i="0" u="none" strike="noStrike" dirty="0">
                        <a:solidFill>
                          <a:schemeClr val="bg1"/>
                        </a:solidFill>
                        <a:effectLst/>
                        <a:latin typeface="+mn-lt"/>
                      </a:endParaRPr>
                    </a:p>
                  </a:txBody>
                  <a:tcPr marL="95327" marR="95327" marT="112660" marB="11266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fontAlgn="ctr">
                        <a:spcBef>
                          <a:spcPts val="0"/>
                        </a:spcBef>
                        <a:spcAft>
                          <a:spcPts val="0"/>
                        </a:spcAft>
                      </a:pPr>
                      <a:r>
                        <a:rPr lang="en-US" sz="1600" b="0" u="none" strike="noStrike" dirty="0">
                          <a:solidFill>
                            <a:schemeClr val="bg1"/>
                          </a:solidFill>
                          <a:effectLst/>
                          <a:latin typeface="+mn-lt"/>
                        </a:rPr>
                        <a:t>When to use</a:t>
                      </a:r>
                      <a:endParaRPr lang="en-US" sz="1600" b="0" i="0" u="none" strike="noStrike" dirty="0">
                        <a:solidFill>
                          <a:schemeClr val="bg1"/>
                        </a:solidFill>
                        <a:effectLst/>
                        <a:latin typeface="+mn-lt"/>
                      </a:endParaRPr>
                    </a:p>
                  </a:txBody>
                  <a:tcPr marL="95327" marR="95327" marT="112660" marB="11266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946462878"/>
                  </a:ext>
                </a:extLst>
              </a:tr>
              <a:tr h="584005">
                <a:tc>
                  <a:txBody>
                    <a:bodyPr/>
                    <a:lstStyle/>
                    <a:p>
                      <a:pPr algn="l" fontAlgn="ctr">
                        <a:spcBef>
                          <a:spcPts val="0"/>
                        </a:spcBef>
                        <a:spcAft>
                          <a:spcPts val="0"/>
                        </a:spcAft>
                      </a:pPr>
                      <a:r>
                        <a:rPr lang="en-US" sz="1600" b="0" u="none" strike="noStrike" dirty="0">
                          <a:effectLst/>
                          <a:latin typeface="+mn-lt"/>
                        </a:rPr>
                        <a:t>Event Grid</a:t>
                      </a:r>
                      <a:endParaRPr lang="en-US" sz="1600" b="0" i="0" u="none" strike="noStrike" dirty="0">
                        <a:effectLst/>
                        <a:latin typeface="+mn-lt"/>
                      </a:endParaRPr>
                    </a:p>
                  </a:txBody>
                  <a:tcPr marL="112660" marR="112660" marT="86661" marB="86661">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l" fontAlgn="ctr">
                        <a:spcBef>
                          <a:spcPts val="0"/>
                        </a:spcBef>
                        <a:spcAft>
                          <a:spcPts val="0"/>
                        </a:spcAft>
                      </a:pPr>
                      <a:r>
                        <a:rPr lang="en-US" sz="1600" b="0" u="none" strike="noStrike" dirty="0">
                          <a:effectLst/>
                          <a:latin typeface="+mn-lt"/>
                        </a:rPr>
                        <a:t>Reactive programming</a:t>
                      </a:r>
                      <a:endParaRPr lang="en-US" sz="1600" b="0" i="0" u="none" strike="noStrike" dirty="0">
                        <a:effectLst/>
                        <a:latin typeface="+mn-lt"/>
                      </a:endParaRPr>
                    </a:p>
                  </a:txBody>
                  <a:tcPr marL="112660" marR="112660" marT="86661" marB="86661">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l" fontAlgn="ctr">
                        <a:spcBef>
                          <a:spcPts val="0"/>
                        </a:spcBef>
                        <a:spcAft>
                          <a:spcPts val="0"/>
                        </a:spcAft>
                      </a:pPr>
                      <a:r>
                        <a:rPr lang="en-US" sz="1600" b="0" u="none" strike="noStrike" dirty="0">
                          <a:effectLst/>
                          <a:latin typeface="+mn-lt"/>
                        </a:rPr>
                        <a:t>Event distribution (discrete)</a:t>
                      </a:r>
                      <a:endParaRPr lang="en-US" sz="1600" b="0" i="0" u="none" strike="noStrike" dirty="0">
                        <a:effectLst/>
                        <a:latin typeface="+mn-lt"/>
                      </a:endParaRPr>
                    </a:p>
                  </a:txBody>
                  <a:tcPr marL="112660" marR="112660" marT="86661" marB="86661">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l" fontAlgn="ctr">
                        <a:spcBef>
                          <a:spcPts val="0"/>
                        </a:spcBef>
                        <a:spcAft>
                          <a:spcPts val="0"/>
                        </a:spcAft>
                      </a:pPr>
                      <a:r>
                        <a:rPr lang="en-US" sz="1600" b="0" u="none" strike="noStrike" dirty="0">
                          <a:effectLst/>
                          <a:latin typeface="+mn-lt"/>
                        </a:rPr>
                        <a:t>React to status changes</a:t>
                      </a:r>
                      <a:endParaRPr lang="en-US" sz="1600" b="0" i="0" u="none" strike="noStrike" dirty="0">
                        <a:effectLst/>
                        <a:latin typeface="+mn-lt"/>
                      </a:endParaRPr>
                    </a:p>
                  </a:txBody>
                  <a:tcPr marL="112660" marR="112660" marT="86661" marB="86661">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24515126"/>
                  </a:ext>
                </a:extLst>
              </a:tr>
              <a:tr h="584005">
                <a:tc>
                  <a:txBody>
                    <a:bodyPr/>
                    <a:lstStyle/>
                    <a:p>
                      <a:pPr algn="l" fontAlgn="ctr">
                        <a:spcBef>
                          <a:spcPts val="0"/>
                        </a:spcBef>
                        <a:spcAft>
                          <a:spcPts val="0"/>
                        </a:spcAft>
                      </a:pPr>
                      <a:r>
                        <a:rPr lang="en-US" sz="1600" b="0" u="none" strike="noStrike" dirty="0">
                          <a:effectLst/>
                          <a:latin typeface="+mn-lt"/>
                        </a:rPr>
                        <a:t>Event Hubs</a:t>
                      </a:r>
                      <a:endParaRPr lang="en-US" sz="1600" b="0" i="0" u="none" strike="noStrike" dirty="0">
                        <a:effectLst/>
                        <a:latin typeface="+mn-lt"/>
                      </a:endParaRPr>
                    </a:p>
                  </a:txBody>
                  <a:tcPr marL="112660" marR="112660" marT="86661" marB="86661">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l" fontAlgn="ctr">
                        <a:spcBef>
                          <a:spcPts val="0"/>
                        </a:spcBef>
                        <a:spcAft>
                          <a:spcPts val="0"/>
                        </a:spcAft>
                      </a:pPr>
                      <a:r>
                        <a:rPr lang="en-US" sz="1600" b="0" u="none" strike="noStrike" dirty="0">
                          <a:effectLst/>
                          <a:latin typeface="+mn-lt"/>
                        </a:rPr>
                        <a:t>Big data pipeline</a:t>
                      </a:r>
                      <a:endParaRPr lang="en-US" sz="1600" b="0" i="0" u="none" strike="noStrike" dirty="0">
                        <a:effectLst/>
                        <a:latin typeface="+mn-lt"/>
                      </a:endParaRPr>
                    </a:p>
                  </a:txBody>
                  <a:tcPr marL="112660" marR="112660" marT="86661" marB="86661">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l" fontAlgn="ctr">
                        <a:spcBef>
                          <a:spcPts val="0"/>
                        </a:spcBef>
                        <a:spcAft>
                          <a:spcPts val="0"/>
                        </a:spcAft>
                      </a:pPr>
                      <a:r>
                        <a:rPr lang="en-US" sz="1600" b="0" u="none" strike="noStrike" dirty="0">
                          <a:effectLst/>
                          <a:latin typeface="+mn-lt"/>
                        </a:rPr>
                        <a:t>Event streaming (series)</a:t>
                      </a:r>
                      <a:endParaRPr lang="en-US" sz="1600" b="0" i="0" u="none" strike="noStrike" dirty="0">
                        <a:effectLst/>
                        <a:latin typeface="+mn-lt"/>
                      </a:endParaRPr>
                    </a:p>
                  </a:txBody>
                  <a:tcPr marL="112660" marR="112660" marT="86661" marB="86661">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l" fontAlgn="ctr">
                        <a:spcBef>
                          <a:spcPts val="0"/>
                        </a:spcBef>
                        <a:spcAft>
                          <a:spcPts val="0"/>
                        </a:spcAft>
                      </a:pPr>
                      <a:r>
                        <a:rPr lang="en-US" sz="1600" b="0" u="none" strike="noStrike" dirty="0">
                          <a:effectLst/>
                          <a:latin typeface="+mn-lt"/>
                        </a:rPr>
                        <a:t>Telemetry and distributed data streaming</a:t>
                      </a:r>
                      <a:endParaRPr lang="en-US" sz="1600" b="0" i="0" u="none" strike="noStrike" dirty="0">
                        <a:effectLst/>
                        <a:latin typeface="+mn-lt"/>
                      </a:endParaRPr>
                    </a:p>
                  </a:txBody>
                  <a:tcPr marL="112660" marR="112660" marT="86661" marB="86661">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846053460"/>
                  </a:ext>
                </a:extLst>
              </a:tr>
              <a:tr h="584005">
                <a:tc>
                  <a:txBody>
                    <a:bodyPr/>
                    <a:lstStyle/>
                    <a:p>
                      <a:pPr algn="l" fontAlgn="ctr">
                        <a:spcBef>
                          <a:spcPts val="0"/>
                        </a:spcBef>
                        <a:spcAft>
                          <a:spcPts val="0"/>
                        </a:spcAft>
                      </a:pPr>
                      <a:r>
                        <a:rPr lang="en-US" sz="1600" b="0" u="none" strike="noStrike" dirty="0">
                          <a:effectLst/>
                          <a:latin typeface="+mn-lt"/>
                        </a:rPr>
                        <a:t>Service Bus</a:t>
                      </a:r>
                      <a:endParaRPr lang="en-US" sz="1600" b="0" i="0" u="none" strike="noStrike" dirty="0">
                        <a:effectLst/>
                        <a:latin typeface="+mn-lt"/>
                      </a:endParaRPr>
                    </a:p>
                  </a:txBody>
                  <a:tcPr marL="112660" marR="112660" marT="86661" marB="86661">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l" fontAlgn="ctr">
                        <a:spcBef>
                          <a:spcPts val="0"/>
                        </a:spcBef>
                        <a:spcAft>
                          <a:spcPts val="0"/>
                        </a:spcAft>
                      </a:pPr>
                      <a:r>
                        <a:rPr lang="en-US" sz="1600" b="0" u="none" strike="noStrike" dirty="0">
                          <a:effectLst/>
                          <a:latin typeface="+mn-lt"/>
                        </a:rPr>
                        <a:t>High-value enterprise messaging</a:t>
                      </a:r>
                      <a:endParaRPr lang="en-US" sz="1600" b="0" i="0" u="none" strike="noStrike" dirty="0">
                        <a:effectLst/>
                        <a:latin typeface="+mn-lt"/>
                      </a:endParaRPr>
                    </a:p>
                  </a:txBody>
                  <a:tcPr marL="112660" marR="112660" marT="86661" marB="86661">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l" fontAlgn="ctr">
                        <a:spcBef>
                          <a:spcPts val="0"/>
                        </a:spcBef>
                        <a:spcAft>
                          <a:spcPts val="0"/>
                        </a:spcAft>
                      </a:pPr>
                      <a:r>
                        <a:rPr lang="en-US" sz="1600" b="0" u="none" strike="noStrike" dirty="0">
                          <a:effectLst/>
                          <a:latin typeface="+mn-lt"/>
                        </a:rPr>
                        <a:t>Message</a:t>
                      </a:r>
                      <a:endParaRPr lang="en-US" sz="1600" b="0" i="0" u="none" strike="noStrike" dirty="0">
                        <a:effectLst/>
                        <a:latin typeface="+mn-lt"/>
                      </a:endParaRPr>
                    </a:p>
                  </a:txBody>
                  <a:tcPr marL="112660" marR="112660" marT="86661" marB="86661">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l" fontAlgn="ctr">
                        <a:spcBef>
                          <a:spcPts val="0"/>
                        </a:spcBef>
                        <a:spcAft>
                          <a:spcPts val="0"/>
                        </a:spcAft>
                      </a:pPr>
                      <a:r>
                        <a:rPr lang="en-US" sz="1600" b="0" u="none" strike="noStrike" dirty="0">
                          <a:effectLst/>
                          <a:latin typeface="+mn-lt"/>
                        </a:rPr>
                        <a:t>Order processing and financial transactions</a:t>
                      </a:r>
                      <a:endParaRPr lang="en-US" sz="1600" b="0" i="0" u="none" strike="noStrike" dirty="0">
                        <a:effectLst/>
                        <a:latin typeface="+mn-lt"/>
                      </a:endParaRPr>
                    </a:p>
                  </a:txBody>
                  <a:tcPr marL="112660" marR="112660" marT="86661" marB="86661">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98998703"/>
                  </a:ext>
                </a:extLst>
              </a:tr>
            </a:tbl>
          </a:graphicData>
        </a:graphic>
      </p:graphicFrame>
      <p:pic>
        <p:nvPicPr>
          <p:cNvPr id="7" name="Picture 6">
            <a:extLst>
              <a:ext uri="{FF2B5EF4-FFF2-40B4-BE49-F238E27FC236}">
                <a16:creationId xmlns:a16="http://schemas.microsoft.com/office/drawing/2014/main" id="{D4E0AB42-8106-4C6C-B540-524B5114435D}"/>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52328" y="1726669"/>
            <a:ext cx="7962830" cy="2076685"/>
          </a:xfrm>
          <a:prstGeom prst="rect">
            <a:avLst/>
          </a:prstGeom>
        </p:spPr>
      </p:pic>
      <p:sp>
        <p:nvSpPr>
          <p:cNvPr id="4" name="Rectangle 1">
            <a:extLst>
              <a:ext uri="{FF2B5EF4-FFF2-40B4-BE49-F238E27FC236}">
                <a16:creationId xmlns:a16="http://schemas.microsoft.com/office/drawing/2014/main" id="{CE5172FB-DB19-49C2-AE9A-C39D13A28432}"/>
              </a:ext>
              <a:ext uri="{C183D7F6-B498-43B3-948B-1728B52AA6E4}">
                <adec:decorative xmlns:adec="http://schemas.microsoft.com/office/drawing/2017/decorative" val="1"/>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Arial" panose="020B0604020202020204" pitchFamily="34" charset="0"/>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9" name="Rectangle 8">
            <a:extLst>
              <a:ext uri="{FF2B5EF4-FFF2-40B4-BE49-F238E27FC236}">
                <a16:creationId xmlns:a16="http://schemas.microsoft.com/office/drawing/2014/main" id="{A66AB605-49EB-4DCF-97AB-BD02E3FA4C72}"/>
              </a:ext>
              <a:ext uri="{C183D7F6-B498-43B3-948B-1728B52AA6E4}">
                <adec:decorative xmlns:adec="http://schemas.microsoft.com/office/drawing/2017/decorative" val="1"/>
              </a:ext>
            </a:extLst>
          </p:cNvPr>
          <p:cNvSpPr/>
          <p:nvPr/>
        </p:nvSpPr>
        <p:spPr bwMode="auto">
          <a:xfrm>
            <a:off x="648159" y="1523828"/>
            <a:ext cx="10895684" cy="2375169"/>
          </a:xfrm>
          <a:prstGeom prst="rect">
            <a:avLst/>
          </a:prstGeom>
          <a:noFill/>
          <a:ln>
            <a:solidFill>
              <a:schemeClr val="bg1">
                <a:lumMod val="8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Tree>
    <p:extLst>
      <p:ext uri="{BB962C8B-B14F-4D97-AF65-F5344CB8AC3E}">
        <p14:creationId xmlns:p14="http://schemas.microsoft.com/office/powerpoint/2010/main" val="3280701753"/>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827B65-7984-445E-AD7F-92AB8340B3A5}"/>
              </a:ext>
            </a:extLst>
          </p:cNvPr>
          <p:cNvSpPr>
            <a:spLocks noGrp="1"/>
          </p:cNvSpPr>
          <p:nvPr>
            <p:ph type="title"/>
          </p:nvPr>
        </p:nvSpPr>
        <p:spPr/>
        <p:txBody>
          <a:bodyPr/>
          <a:lstStyle/>
          <a:p>
            <a:r>
              <a:rPr lang="en-US" dirty="0"/>
              <a:t>Suggested Solution Diagram</a:t>
            </a:r>
          </a:p>
        </p:txBody>
      </p:sp>
      <p:pic>
        <p:nvPicPr>
          <p:cNvPr id="5" name="Picture 4" descr="Solution as described in the instructor handout. ">
            <a:extLst>
              <a:ext uri="{FF2B5EF4-FFF2-40B4-BE49-F238E27FC236}">
                <a16:creationId xmlns:a16="http://schemas.microsoft.com/office/drawing/2014/main" id="{072172FF-6A53-4C7B-B828-192BA9DF4CF4}"/>
              </a:ext>
            </a:extLst>
          </p:cNvPr>
          <p:cNvPicPr>
            <a:picLocks noChangeAspect="1"/>
          </p:cNvPicPr>
          <p:nvPr/>
        </p:nvPicPr>
        <p:blipFill>
          <a:blip r:embed="rId2"/>
          <a:stretch>
            <a:fillRect/>
          </a:stretch>
        </p:blipFill>
        <p:spPr>
          <a:xfrm>
            <a:off x="1299094" y="1230021"/>
            <a:ext cx="8236459" cy="5296816"/>
          </a:xfrm>
          <a:prstGeom prst="rect">
            <a:avLst/>
          </a:prstGeom>
        </p:spPr>
      </p:pic>
    </p:spTree>
    <p:extLst>
      <p:ext uri="{BB962C8B-B14F-4D97-AF65-F5344CB8AC3E}">
        <p14:creationId xmlns:p14="http://schemas.microsoft.com/office/powerpoint/2010/main" val="703541394"/>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7C07771-F235-48DD-9D7A-DA13F72E5D61}"/>
              </a:ext>
            </a:extLst>
          </p:cNvPr>
          <p:cNvSpPr>
            <a:spLocks noGrp="1"/>
          </p:cNvSpPr>
          <p:nvPr>
            <p:ph type="title"/>
          </p:nvPr>
        </p:nvSpPr>
        <p:spPr/>
        <p:txBody>
          <a:bodyPr/>
          <a:lstStyle/>
          <a:p>
            <a:r>
              <a:rPr lang="en-US" dirty="0"/>
              <a:t>Application optimization solution</a:t>
            </a:r>
          </a:p>
        </p:txBody>
      </p:sp>
      <p:pic>
        <p:nvPicPr>
          <p:cNvPr id="7" name="Picture Placeholder 6">
            <a:extLst>
              <a:ext uri="{FF2B5EF4-FFF2-40B4-BE49-F238E27FC236}">
                <a16:creationId xmlns:a16="http://schemas.microsoft.com/office/drawing/2014/main" id="{1651D7D8-7FCE-49CF-85C2-3D6163FDC722}"/>
              </a:ext>
              <a:ext uri="{C183D7F6-B498-43B3-948B-1728B52AA6E4}">
                <adec:decorative xmlns:adec="http://schemas.microsoft.com/office/drawing/2017/decorative" val="1"/>
              </a:ext>
            </a:extLst>
          </p:cNvPr>
          <p:cNvPicPr>
            <a:picLocks noGrp="1" noChangeAspect="1"/>
          </p:cNvPicPr>
          <p:nvPr>
            <p:ph type="pic" sz="quarter" idx="10"/>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a:stretch>
        </p:blipFill>
        <p:spPr/>
      </p:pic>
    </p:spTree>
    <p:extLst>
      <p:ext uri="{BB962C8B-B14F-4D97-AF65-F5344CB8AC3E}">
        <p14:creationId xmlns:p14="http://schemas.microsoft.com/office/powerpoint/2010/main" val="575002393"/>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CFEC19-9DD1-4718-BCAA-96383D213B9B}"/>
              </a:ext>
            </a:extLst>
          </p:cNvPr>
          <p:cNvSpPr>
            <a:spLocks noGrp="1"/>
          </p:cNvSpPr>
          <p:nvPr>
            <p:ph type="title"/>
          </p:nvPr>
        </p:nvSpPr>
        <p:spPr/>
        <p:txBody>
          <a:bodyPr/>
          <a:lstStyle/>
          <a:p>
            <a:r>
              <a:rPr lang="en-US" dirty="0"/>
              <a:t>When to use </a:t>
            </a:r>
            <a:r>
              <a:rPr lang="en-US" dirty="0">
                <a:solidFill>
                  <a:schemeClr val="tx2">
                    <a:lumMod val="50000"/>
                  </a:schemeClr>
                </a:solidFill>
                <a:hlinkClick r:id="rId3">
                  <a:extLst>
                    <a:ext uri="{A12FA001-AC4F-418D-AE19-62706E023703}">
                      <ahyp:hlinkClr xmlns:ahyp="http://schemas.microsoft.com/office/drawing/2018/hyperlinkcolor" val="tx"/>
                    </a:ext>
                  </a:extLst>
                </a:hlinkClick>
              </a:rPr>
              <a:t>Azure Cache for Redis</a:t>
            </a:r>
            <a:endParaRPr lang="en-US" dirty="0">
              <a:solidFill>
                <a:schemeClr val="tx2">
                  <a:lumMod val="50000"/>
                </a:schemeClr>
              </a:solidFill>
            </a:endParaRPr>
          </a:p>
        </p:txBody>
      </p:sp>
      <p:sp>
        <p:nvSpPr>
          <p:cNvPr id="3" name="Text Placeholder 2">
            <a:extLst>
              <a:ext uri="{FF2B5EF4-FFF2-40B4-BE49-F238E27FC236}">
                <a16:creationId xmlns:a16="http://schemas.microsoft.com/office/drawing/2014/main" id="{3067EA74-B1CF-4892-8430-096D6DD7214D}"/>
              </a:ext>
            </a:extLst>
          </p:cNvPr>
          <p:cNvSpPr>
            <a:spLocks noGrp="1"/>
          </p:cNvSpPr>
          <p:nvPr>
            <p:ph type="body" sz="quarter" idx="10"/>
          </p:nvPr>
        </p:nvSpPr>
        <p:spPr/>
        <p:txBody>
          <a:bodyPr/>
          <a:lstStyle/>
          <a:p>
            <a:r>
              <a:rPr lang="en-US" dirty="0"/>
              <a:t>Store frequently accessed data so that applications can be responsive to users. </a:t>
            </a:r>
          </a:p>
        </p:txBody>
      </p:sp>
      <p:sp>
        <p:nvSpPr>
          <p:cNvPr id="5" name="TextBox 4">
            <a:extLst>
              <a:ext uri="{FF2B5EF4-FFF2-40B4-BE49-F238E27FC236}">
                <a16:creationId xmlns:a16="http://schemas.microsoft.com/office/drawing/2014/main" id="{626BAA33-7FD3-4541-BB5C-F42DD4E60EE3}"/>
              </a:ext>
            </a:extLst>
          </p:cNvPr>
          <p:cNvSpPr txBox="1"/>
          <p:nvPr/>
        </p:nvSpPr>
        <p:spPr>
          <a:xfrm>
            <a:off x="344540" y="1801033"/>
            <a:ext cx="5751460" cy="3631763"/>
          </a:xfrm>
          <a:prstGeom prst="rect">
            <a:avLst/>
          </a:prstGeom>
          <a:noFill/>
        </p:spPr>
        <p:txBody>
          <a:bodyPr wrap="square">
            <a:spAutoFit/>
          </a:bodyPr>
          <a:lstStyle/>
          <a:p>
            <a:pPr marL="342900" indent="-342900">
              <a:spcAft>
                <a:spcPts val="1200"/>
              </a:spcAft>
              <a:buFont typeface="Arial" panose="020B0604020202020204" pitchFamily="34" charset="0"/>
              <a:buChar char="•"/>
            </a:pPr>
            <a:r>
              <a:rPr lang="en-US" sz="2000" dirty="0"/>
              <a:t>Key scenarios - data cache, content cache, session store, job and message queuing, and distributed transactions</a:t>
            </a:r>
          </a:p>
          <a:p>
            <a:pPr marL="342900" indent="-342900">
              <a:spcAft>
                <a:spcPts val="1200"/>
              </a:spcAft>
              <a:buFont typeface="Arial" panose="020B0604020202020204" pitchFamily="34" charset="0"/>
              <a:buChar char="•"/>
            </a:pPr>
            <a:r>
              <a:rPr lang="en-US" sz="2000" dirty="0"/>
              <a:t>Fully managed solution</a:t>
            </a:r>
          </a:p>
          <a:p>
            <a:pPr marL="342900" indent="-342900">
              <a:spcAft>
                <a:spcPts val="1200"/>
              </a:spcAft>
              <a:buFont typeface="Arial" panose="020B0604020202020204" pitchFamily="34" charset="0"/>
              <a:buChar char="•"/>
            </a:pPr>
            <a:r>
              <a:rPr lang="en-US" sz="2000" dirty="0"/>
              <a:t>High availability  - responds automatically to both anticipated and unanticipated changes in demand</a:t>
            </a:r>
          </a:p>
          <a:p>
            <a:pPr marL="342900" indent="-342900">
              <a:spcAft>
                <a:spcPts val="1200"/>
              </a:spcAft>
              <a:buFont typeface="Arial" panose="020B0604020202020204" pitchFamily="34" charset="0"/>
              <a:buChar char="•"/>
            </a:pPr>
            <a:r>
              <a:rPr lang="en-US" sz="2000" dirty="0"/>
              <a:t>Same performance and scaling benefits throughout the world – network isolation, data encryption in transit</a:t>
            </a:r>
          </a:p>
        </p:txBody>
      </p:sp>
      <p:pic>
        <p:nvPicPr>
          <p:cNvPr id="11" name="Picture 10" descr="Azure Cache for Redis receives data and passes it to backend applications. ">
            <a:extLst>
              <a:ext uri="{FF2B5EF4-FFF2-40B4-BE49-F238E27FC236}">
                <a16:creationId xmlns:a16="http://schemas.microsoft.com/office/drawing/2014/main" id="{9CD6D109-37DA-4AC2-9D3D-62E27C3F5D0A}"/>
              </a:ext>
            </a:extLst>
          </p:cNvPr>
          <p:cNvPicPr>
            <a:picLocks noChangeAspect="1"/>
          </p:cNvPicPr>
          <p:nvPr/>
        </p:nvPicPr>
        <p:blipFill>
          <a:blip r:embed="rId4"/>
          <a:stretch>
            <a:fillRect/>
          </a:stretch>
        </p:blipFill>
        <p:spPr>
          <a:xfrm>
            <a:off x="6290631" y="1696579"/>
            <a:ext cx="5379216" cy="4334708"/>
          </a:xfrm>
          <a:prstGeom prst="rect">
            <a:avLst/>
          </a:prstGeom>
        </p:spPr>
      </p:pic>
      <p:sp>
        <p:nvSpPr>
          <p:cNvPr id="13" name="Rectangle 12">
            <a:extLst>
              <a:ext uri="{FF2B5EF4-FFF2-40B4-BE49-F238E27FC236}">
                <a16:creationId xmlns:a16="http://schemas.microsoft.com/office/drawing/2014/main" id="{2B1D4228-7499-4B7B-958C-97E347E37F42}"/>
              </a:ext>
              <a:ext uri="{C183D7F6-B498-43B3-948B-1728B52AA6E4}">
                <adec:decorative xmlns:adec="http://schemas.microsoft.com/office/drawing/2017/decorative" val="1"/>
              </a:ext>
            </a:extLst>
          </p:cNvPr>
          <p:cNvSpPr/>
          <p:nvPr/>
        </p:nvSpPr>
        <p:spPr bwMode="auto">
          <a:xfrm>
            <a:off x="6095999" y="1533955"/>
            <a:ext cx="5799799" cy="4723626"/>
          </a:xfrm>
          <a:prstGeom prst="rect">
            <a:avLst/>
          </a:prstGeom>
          <a:noFill/>
          <a:ln>
            <a:solidFill>
              <a:schemeClr val="bg1">
                <a:lumMod val="8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Tree>
    <p:extLst>
      <p:ext uri="{BB962C8B-B14F-4D97-AF65-F5344CB8AC3E}">
        <p14:creationId xmlns:p14="http://schemas.microsoft.com/office/powerpoint/2010/main" val="3321083298"/>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3">
            <a:extLst>
              <a:ext uri="{FF2B5EF4-FFF2-40B4-BE49-F238E27FC236}">
                <a16:creationId xmlns:a16="http://schemas.microsoft.com/office/drawing/2014/main" id="{E307D465-5D56-0B41-96C4-901FFC2422DF}"/>
              </a:ext>
            </a:extLst>
          </p:cNvPr>
          <p:cNvSpPr>
            <a:spLocks noGrp="1"/>
          </p:cNvSpPr>
          <p:nvPr>
            <p:ph type="title"/>
          </p:nvPr>
        </p:nvSpPr>
        <p:spPr>
          <a:xfrm>
            <a:off x="418643" y="440494"/>
            <a:ext cx="11341268" cy="642840"/>
          </a:xfrm>
        </p:spPr>
        <p:txBody>
          <a:bodyPr/>
          <a:lstStyle/>
          <a:p>
            <a:r>
              <a:rPr lang="en-US" dirty="0"/>
              <a:t>Design an Azure API management solution</a:t>
            </a:r>
          </a:p>
        </p:txBody>
      </p:sp>
      <p:sp>
        <p:nvSpPr>
          <p:cNvPr id="5" name="Text Placeholder 4">
            <a:extLst>
              <a:ext uri="{FF2B5EF4-FFF2-40B4-BE49-F238E27FC236}">
                <a16:creationId xmlns:a16="http://schemas.microsoft.com/office/drawing/2014/main" id="{6438609F-05F6-4DC5-B792-C296CB45D3EC}"/>
              </a:ext>
            </a:extLst>
          </p:cNvPr>
          <p:cNvSpPr>
            <a:spLocks noGrp="1"/>
          </p:cNvSpPr>
          <p:nvPr>
            <p:ph type="body" sz="quarter" idx="10"/>
          </p:nvPr>
        </p:nvSpPr>
        <p:spPr/>
        <p:txBody>
          <a:bodyPr/>
          <a:lstStyle/>
          <a:p>
            <a:r>
              <a:rPr lang="en-US" dirty="0"/>
              <a:t>Publish, secure, maintain, and analyze all your company's APIs.</a:t>
            </a:r>
          </a:p>
        </p:txBody>
      </p:sp>
      <p:sp>
        <p:nvSpPr>
          <p:cNvPr id="7" name="TextBox 6">
            <a:extLst>
              <a:ext uri="{FF2B5EF4-FFF2-40B4-BE49-F238E27FC236}">
                <a16:creationId xmlns:a16="http://schemas.microsoft.com/office/drawing/2014/main" id="{079B41B3-2F0B-40F8-AE5A-19415E1F18B7}"/>
              </a:ext>
            </a:extLst>
          </p:cNvPr>
          <p:cNvSpPr txBox="1"/>
          <p:nvPr/>
        </p:nvSpPr>
        <p:spPr>
          <a:xfrm>
            <a:off x="549119" y="2088636"/>
            <a:ext cx="4849146" cy="2862322"/>
          </a:xfrm>
          <a:prstGeom prst="rect">
            <a:avLst/>
          </a:prstGeom>
          <a:noFill/>
        </p:spPr>
        <p:txBody>
          <a:bodyPr wrap="square">
            <a:spAutoFit/>
          </a:bodyPr>
          <a:lstStyle/>
          <a:p>
            <a:pPr marL="342900" lvl="1" indent="-342900">
              <a:spcAft>
                <a:spcPts val="1200"/>
              </a:spcAft>
              <a:buFont typeface="Arial" panose="020B0604020202020204" pitchFamily="34" charset="0"/>
              <a:buChar char="•"/>
            </a:pPr>
            <a:r>
              <a:rPr lang="en-US" sz="2000" b="0" i="0" dirty="0">
                <a:effectLst/>
                <a:latin typeface="Segoe UI" panose="020B0502040204020203" pitchFamily="34" charset="0"/>
              </a:rPr>
              <a:t>Bring multiple APIs under a single administrative umbrella – centralized management</a:t>
            </a:r>
          </a:p>
          <a:p>
            <a:pPr marL="342900" lvl="1" indent="-342900">
              <a:spcAft>
                <a:spcPts val="1200"/>
              </a:spcAft>
              <a:buFont typeface="Arial" panose="020B0604020202020204" pitchFamily="34" charset="0"/>
              <a:buChar char="•"/>
            </a:pPr>
            <a:r>
              <a:rPr lang="en-US" sz="2000" dirty="0">
                <a:latin typeface="Segoe UI" panose="020B0502040204020203" pitchFamily="34" charset="0"/>
              </a:rPr>
              <a:t>M</a:t>
            </a:r>
            <a:r>
              <a:rPr lang="en-US" sz="2000" b="0" i="0" dirty="0">
                <a:effectLst/>
                <a:latin typeface="Segoe UI" panose="020B0502040204020203" pitchFamily="34" charset="0"/>
              </a:rPr>
              <a:t>anage permissions and access</a:t>
            </a:r>
          </a:p>
          <a:p>
            <a:pPr marL="342900" lvl="1" indent="-342900">
              <a:spcAft>
                <a:spcPts val="1200"/>
              </a:spcAft>
              <a:buFont typeface="Arial" panose="020B0604020202020204" pitchFamily="34" charset="0"/>
              <a:buChar char="•"/>
            </a:pPr>
            <a:r>
              <a:rPr lang="en-US" sz="2000" dirty="0">
                <a:latin typeface="Segoe UI" panose="020B0502040204020203" pitchFamily="34" charset="0"/>
              </a:rPr>
              <a:t>Ensure compliance across API</a:t>
            </a:r>
          </a:p>
          <a:p>
            <a:pPr marL="342900" lvl="1" indent="-342900">
              <a:spcAft>
                <a:spcPts val="1200"/>
              </a:spcAft>
              <a:buFont typeface="Arial" panose="020B0604020202020204" pitchFamily="34" charset="0"/>
              <a:buChar char="•"/>
            </a:pPr>
            <a:r>
              <a:rPr lang="en-US" sz="2000" dirty="0">
                <a:latin typeface="Segoe UI" panose="020B0502040204020203" pitchFamily="34" charset="0"/>
              </a:rPr>
              <a:t>Standardize API specs</a:t>
            </a:r>
          </a:p>
          <a:p>
            <a:pPr marL="342900" lvl="1" indent="-342900">
              <a:spcAft>
                <a:spcPts val="1200"/>
              </a:spcAft>
              <a:buFont typeface="Arial" panose="020B0604020202020204" pitchFamily="34" charset="0"/>
              <a:buChar char="•"/>
            </a:pPr>
            <a:r>
              <a:rPr lang="en-US" sz="2000" dirty="0">
                <a:latin typeface="Segoe UI" panose="020B0502040204020203" pitchFamily="34" charset="0"/>
              </a:rPr>
              <a:t>Pr</a:t>
            </a:r>
            <a:r>
              <a:rPr lang="en-US" sz="2000" b="0" i="0" dirty="0">
                <a:effectLst/>
                <a:latin typeface="Segoe UI" panose="020B0502040204020203" pitchFamily="34" charset="0"/>
              </a:rPr>
              <a:t>otect the APIs from malicious usage</a:t>
            </a:r>
          </a:p>
        </p:txBody>
      </p:sp>
      <p:pic>
        <p:nvPicPr>
          <p:cNvPr id="15" name="Picture 14" descr="Apps are directed to backend server where the API is deployed. ">
            <a:extLst>
              <a:ext uri="{FF2B5EF4-FFF2-40B4-BE49-F238E27FC236}">
                <a16:creationId xmlns:a16="http://schemas.microsoft.com/office/drawing/2014/main" id="{DCCA2BBB-417F-424E-94E2-146474DBB76F}"/>
              </a:ext>
            </a:extLst>
          </p:cNvPr>
          <p:cNvPicPr>
            <a:picLocks noChangeAspect="1"/>
          </p:cNvPicPr>
          <p:nvPr/>
        </p:nvPicPr>
        <p:blipFill>
          <a:blip r:embed="rId3"/>
          <a:stretch>
            <a:fillRect/>
          </a:stretch>
        </p:blipFill>
        <p:spPr>
          <a:xfrm>
            <a:off x="6454071" y="1736083"/>
            <a:ext cx="5083654" cy="4319369"/>
          </a:xfrm>
          <a:prstGeom prst="rect">
            <a:avLst/>
          </a:prstGeom>
        </p:spPr>
      </p:pic>
      <p:sp>
        <p:nvSpPr>
          <p:cNvPr id="17" name="Rectangle 16">
            <a:extLst>
              <a:ext uri="{FF2B5EF4-FFF2-40B4-BE49-F238E27FC236}">
                <a16:creationId xmlns:a16="http://schemas.microsoft.com/office/drawing/2014/main" id="{E7DFD482-076C-44F8-921C-F010BC45D82C}"/>
              </a:ext>
              <a:ext uri="{C183D7F6-B498-43B3-948B-1728B52AA6E4}">
                <adec:decorative xmlns:adec="http://schemas.microsoft.com/office/drawing/2017/decorative" val="1"/>
              </a:ext>
            </a:extLst>
          </p:cNvPr>
          <p:cNvSpPr/>
          <p:nvPr/>
        </p:nvSpPr>
        <p:spPr bwMode="auto">
          <a:xfrm>
            <a:off x="6095999" y="1533955"/>
            <a:ext cx="5799799" cy="4723626"/>
          </a:xfrm>
          <a:prstGeom prst="rect">
            <a:avLst/>
          </a:prstGeom>
          <a:noFill/>
          <a:ln>
            <a:solidFill>
              <a:schemeClr val="bg1">
                <a:lumMod val="8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Tree>
    <p:extLst>
      <p:ext uri="{BB962C8B-B14F-4D97-AF65-F5344CB8AC3E}">
        <p14:creationId xmlns:p14="http://schemas.microsoft.com/office/powerpoint/2010/main" val="154314511"/>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87E926F-039B-4C03-A243-8F90E17B6DF4}"/>
              </a:ext>
            </a:extLst>
          </p:cNvPr>
          <p:cNvSpPr>
            <a:spLocks noGrp="1"/>
          </p:cNvSpPr>
          <p:nvPr>
            <p:ph type="title"/>
          </p:nvPr>
        </p:nvSpPr>
        <p:spPr/>
        <p:txBody>
          <a:bodyPr/>
          <a:lstStyle/>
          <a:p>
            <a:r>
              <a:rPr lang="en-US" dirty="0"/>
              <a:t>Application Configuration</a:t>
            </a:r>
          </a:p>
        </p:txBody>
      </p:sp>
      <p:pic>
        <p:nvPicPr>
          <p:cNvPr id="7" name="Picture Placeholder 6">
            <a:extLst>
              <a:ext uri="{FF2B5EF4-FFF2-40B4-BE49-F238E27FC236}">
                <a16:creationId xmlns:a16="http://schemas.microsoft.com/office/drawing/2014/main" id="{DA3470E0-9A81-4A64-BF52-F157EA50D08F}"/>
              </a:ext>
              <a:ext uri="{C183D7F6-B498-43B3-948B-1728B52AA6E4}">
                <adec:decorative xmlns:adec="http://schemas.microsoft.com/office/drawing/2017/decorative" val="1"/>
              </a:ext>
            </a:extLst>
          </p:cNvPr>
          <p:cNvPicPr>
            <a:picLocks noGrp="1" noChangeAspect="1"/>
          </p:cNvPicPr>
          <p:nvPr>
            <p:ph type="pic" sz="quarter" idx="10"/>
          </p:nvPr>
        </p:nvPicPr>
        <p:blipFill>
          <a:blip r:embed="rId3">
            <a:duotone>
              <a:prstClr val="black"/>
              <a:schemeClr val="accent4">
                <a:tint val="45000"/>
                <a:satMod val="400000"/>
              </a:schemeClr>
            </a:duotone>
            <a:extLst>
              <a:ext uri="{BEBA8EAE-BF5A-486C-A8C5-ECC9F3942E4B}">
                <a14:imgProps xmlns:a14="http://schemas.microsoft.com/office/drawing/2010/main">
                  <a14:imgLayer r:embed="rId4">
                    <a14:imgEffect>
                      <a14:brightnessContrast bright="-40000" contrast="-40000"/>
                    </a14:imgEffect>
                  </a14:imgLayer>
                </a14:imgProps>
              </a:ext>
              <a:ext uri="{28A0092B-C50C-407E-A947-70E740481C1C}">
                <a14:useLocalDpi xmlns:a14="http://schemas.microsoft.com/office/drawing/2010/main" val="0"/>
              </a:ext>
            </a:extLst>
          </a:blip>
          <a:srcRect/>
          <a:stretch>
            <a:fillRect/>
          </a:stretch>
        </p:blipFill>
        <p:spPr/>
      </p:pic>
    </p:spTree>
    <p:extLst>
      <p:ext uri="{BB962C8B-B14F-4D97-AF65-F5344CB8AC3E}">
        <p14:creationId xmlns:p14="http://schemas.microsoft.com/office/powerpoint/2010/main" val="2723663768"/>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3">
            <a:extLst>
              <a:ext uri="{FF2B5EF4-FFF2-40B4-BE49-F238E27FC236}">
                <a16:creationId xmlns:a16="http://schemas.microsoft.com/office/drawing/2014/main" id="{E307D465-5D56-0B41-96C4-901FFC2422DF}"/>
              </a:ext>
            </a:extLst>
          </p:cNvPr>
          <p:cNvSpPr>
            <a:spLocks noGrp="1"/>
          </p:cNvSpPr>
          <p:nvPr>
            <p:ph type="title"/>
          </p:nvPr>
        </p:nvSpPr>
        <p:spPr>
          <a:xfrm>
            <a:off x="418643" y="440494"/>
            <a:ext cx="11341268" cy="642840"/>
          </a:xfrm>
        </p:spPr>
        <p:txBody>
          <a:bodyPr/>
          <a:lstStyle/>
          <a:p>
            <a:r>
              <a:rPr lang="en-US" dirty="0"/>
              <a:t>What is Infrastructure as Code?</a:t>
            </a:r>
          </a:p>
        </p:txBody>
      </p:sp>
      <p:sp>
        <p:nvSpPr>
          <p:cNvPr id="21" name="Text Placeholder 20">
            <a:extLst>
              <a:ext uri="{FF2B5EF4-FFF2-40B4-BE49-F238E27FC236}">
                <a16:creationId xmlns:a16="http://schemas.microsoft.com/office/drawing/2014/main" id="{4047240F-BF9A-4E2B-8008-11B83B1D6719}"/>
              </a:ext>
            </a:extLst>
          </p:cNvPr>
          <p:cNvSpPr>
            <a:spLocks noGrp="1"/>
          </p:cNvSpPr>
          <p:nvPr>
            <p:ph type="body" sz="quarter" idx="10"/>
          </p:nvPr>
        </p:nvSpPr>
        <p:spPr/>
        <p:txBody>
          <a:bodyPr/>
          <a:lstStyle/>
          <a:p>
            <a:r>
              <a:rPr lang="en-US" dirty="0"/>
              <a:t>Infrastructure as Code (IaC) is the process of automating your infrastructure provisioning.</a:t>
            </a:r>
          </a:p>
        </p:txBody>
      </p:sp>
      <p:sp>
        <p:nvSpPr>
          <p:cNvPr id="19" name="TextBox 18">
            <a:extLst>
              <a:ext uri="{FF2B5EF4-FFF2-40B4-BE49-F238E27FC236}">
                <a16:creationId xmlns:a16="http://schemas.microsoft.com/office/drawing/2014/main" id="{DA7D93C5-427A-46DA-92B8-6D377FF5E968}"/>
              </a:ext>
            </a:extLst>
          </p:cNvPr>
          <p:cNvSpPr txBox="1"/>
          <p:nvPr/>
        </p:nvSpPr>
        <p:spPr>
          <a:xfrm>
            <a:off x="418643" y="1920895"/>
            <a:ext cx="5173980" cy="3016210"/>
          </a:xfrm>
          <a:prstGeom prst="rect">
            <a:avLst/>
          </a:prstGeom>
          <a:noFill/>
        </p:spPr>
        <p:txBody>
          <a:bodyPr wrap="square">
            <a:spAutoFit/>
          </a:bodyPr>
          <a:lstStyle/>
          <a:p>
            <a:pPr marL="342900" lvl="1" indent="-342900">
              <a:spcBef>
                <a:spcPts val="0"/>
              </a:spcBef>
              <a:spcAft>
                <a:spcPts val="1200"/>
              </a:spcAft>
              <a:buFont typeface="Arial" panose="020B0604020202020204" pitchFamily="34" charset="0"/>
              <a:buChar char="•"/>
            </a:pPr>
            <a:r>
              <a:rPr lang="en-US" sz="2000" dirty="0"/>
              <a:t>The </a:t>
            </a:r>
            <a:r>
              <a:rPr lang="en-US" sz="2000" dirty="0" err="1"/>
              <a:t>IaC</a:t>
            </a:r>
            <a:r>
              <a:rPr lang="en-US" sz="2000" dirty="0"/>
              <a:t> model </a:t>
            </a:r>
            <a:r>
              <a:rPr lang="en-US" sz="2000" b="0" i="0" dirty="0">
                <a:solidFill>
                  <a:srgbClr val="171717"/>
                </a:solidFill>
                <a:effectLst/>
                <a:latin typeface="Segoe UI" panose="020B0502040204020203" pitchFamily="34" charset="0"/>
              </a:rPr>
              <a:t>generates the same environment every time it is applied</a:t>
            </a:r>
            <a:endParaRPr lang="en-US" sz="2000" dirty="0"/>
          </a:p>
          <a:p>
            <a:pPr marL="342900" lvl="1" indent="-342900">
              <a:spcBef>
                <a:spcPts val="0"/>
              </a:spcBef>
              <a:spcAft>
                <a:spcPts val="1200"/>
              </a:spcAft>
              <a:buFont typeface="Arial" panose="020B0604020202020204" pitchFamily="34" charset="0"/>
              <a:buChar char="•"/>
            </a:pPr>
            <a:r>
              <a:rPr lang="en-US" sz="2000" dirty="0"/>
              <a:t>Solves the problem of environmental drift</a:t>
            </a:r>
          </a:p>
          <a:p>
            <a:pPr marL="342900" lvl="1" indent="-342900">
              <a:spcBef>
                <a:spcPts val="0"/>
              </a:spcBef>
              <a:spcAft>
                <a:spcPts val="1200"/>
              </a:spcAft>
              <a:buFont typeface="Arial" panose="020B0604020202020204" pitchFamily="34" charset="0"/>
              <a:buChar char="•"/>
            </a:pPr>
            <a:r>
              <a:rPr lang="en-US" sz="2000" dirty="0"/>
              <a:t>Enables teams to test applications in production-like environments early</a:t>
            </a:r>
          </a:p>
          <a:p>
            <a:pPr marL="342900" lvl="1" indent="-342900">
              <a:spcBef>
                <a:spcPts val="0"/>
              </a:spcBef>
              <a:spcAft>
                <a:spcPts val="1200"/>
              </a:spcAft>
              <a:buFont typeface="Arial" panose="020B0604020202020204" pitchFamily="34" charset="0"/>
              <a:buChar char="•"/>
            </a:pPr>
            <a:r>
              <a:rPr lang="en-US" sz="2000" dirty="0"/>
              <a:t>Where possible, </a:t>
            </a:r>
            <a:r>
              <a:rPr lang="en-US" sz="2000" b="0" i="0" dirty="0">
                <a:solidFill>
                  <a:srgbClr val="171717"/>
                </a:solidFill>
                <a:effectLst/>
                <a:latin typeface="Segoe UI" panose="020B0502040204020203" pitchFamily="34" charset="0"/>
              </a:rPr>
              <a:t>uses declarative definition files </a:t>
            </a:r>
            <a:endParaRPr lang="en-US" sz="2000" dirty="0"/>
          </a:p>
        </p:txBody>
      </p:sp>
      <p:sp>
        <p:nvSpPr>
          <p:cNvPr id="5" name="Rectangle 4">
            <a:extLst>
              <a:ext uri="{FF2B5EF4-FFF2-40B4-BE49-F238E27FC236}">
                <a16:creationId xmlns:a16="http://schemas.microsoft.com/office/drawing/2014/main" id="{98316DB6-DEF2-486D-BA25-1C6E4A952C06}"/>
              </a:ext>
              <a:ext uri="{C183D7F6-B498-43B3-948B-1728B52AA6E4}">
                <adec:decorative xmlns:adec="http://schemas.microsoft.com/office/drawing/2017/decorative" val="1"/>
              </a:ext>
            </a:extLst>
          </p:cNvPr>
          <p:cNvSpPr/>
          <p:nvPr/>
        </p:nvSpPr>
        <p:spPr bwMode="auto">
          <a:xfrm>
            <a:off x="6007100" y="1752568"/>
            <a:ext cx="5888699" cy="4100756"/>
          </a:xfrm>
          <a:prstGeom prst="rect">
            <a:avLst/>
          </a:prstGeom>
          <a:noFill/>
          <a:ln>
            <a:solidFill>
              <a:schemeClr val="bg1">
                <a:lumMod val="8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pic>
        <p:nvPicPr>
          <p:cNvPr id="3" name="Picture 2" descr="Tooling creates multiple virtual machines. ">
            <a:extLst>
              <a:ext uri="{FF2B5EF4-FFF2-40B4-BE49-F238E27FC236}">
                <a16:creationId xmlns:a16="http://schemas.microsoft.com/office/drawing/2014/main" id="{07F15CE0-54EE-4888-92EB-CBE8CD05E48A}"/>
              </a:ext>
            </a:extLst>
          </p:cNvPr>
          <p:cNvPicPr>
            <a:picLocks noChangeAspect="1"/>
          </p:cNvPicPr>
          <p:nvPr/>
        </p:nvPicPr>
        <p:blipFill>
          <a:blip r:embed="rId3"/>
          <a:stretch>
            <a:fillRect/>
          </a:stretch>
        </p:blipFill>
        <p:spPr>
          <a:xfrm>
            <a:off x="6102723" y="2279650"/>
            <a:ext cx="5676900" cy="2838450"/>
          </a:xfrm>
          <a:prstGeom prst="rect">
            <a:avLst/>
          </a:prstGeom>
        </p:spPr>
      </p:pic>
    </p:spTree>
    <p:extLst>
      <p:ext uri="{BB962C8B-B14F-4D97-AF65-F5344CB8AC3E}">
        <p14:creationId xmlns:p14="http://schemas.microsoft.com/office/powerpoint/2010/main" val="1403448944"/>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3">
            <a:extLst>
              <a:ext uri="{FF2B5EF4-FFF2-40B4-BE49-F238E27FC236}">
                <a16:creationId xmlns:a16="http://schemas.microsoft.com/office/drawing/2014/main" id="{E307D465-5D56-0B41-96C4-901FFC2422DF}"/>
              </a:ext>
            </a:extLst>
          </p:cNvPr>
          <p:cNvSpPr>
            <a:spLocks noGrp="1"/>
          </p:cNvSpPr>
          <p:nvPr>
            <p:ph type="title"/>
          </p:nvPr>
        </p:nvSpPr>
        <p:spPr>
          <a:xfrm>
            <a:off x="418643" y="440494"/>
            <a:ext cx="11341268" cy="642840"/>
          </a:xfrm>
        </p:spPr>
        <p:txBody>
          <a:bodyPr/>
          <a:lstStyle/>
          <a:p>
            <a:r>
              <a:rPr lang="en-US" dirty="0"/>
              <a:t>Provision resources with Infrastructure as Code </a:t>
            </a:r>
          </a:p>
        </p:txBody>
      </p:sp>
      <p:sp>
        <p:nvSpPr>
          <p:cNvPr id="21" name="Text Placeholder 20">
            <a:extLst>
              <a:ext uri="{FF2B5EF4-FFF2-40B4-BE49-F238E27FC236}">
                <a16:creationId xmlns:a16="http://schemas.microsoft.com/office/drawing/2014/main" id="{4047240F-BF9A-4E2B-8008-11B83B1D6719}"/>
              </a:ext>
            </a:extLst>
          </p:cNvPr>
          <p:cNvSpPr>
            <a:spLocks noGrp="1"/>
          </p:cNvSpPr>
          <p:nvPr>
            <p:ph type="body" sz="quarter" idx="10"/>
          </p:nvPr>
        </p:nvSpPr>
        <p:spPr/>
        <p:txBody>
          <a:bodyPr/>
          <a:lstStyle/>
          <a:p>
            <a:r>
              <a:rPr lang="en-US" dirty="0"/>
              <a:t>Azure supports </a:t>
            </a:r>
            <a:r>
              <a:rPr lang="en-US" dirty="0" err="1"/>
              <a:t>IaC</a:t>
            </a:r>
            <a:r>
              <a:rPr lang="en-US" dirty="0"/>
              <a:t> with Azure Resource Manager and third-party platforms.</a:t>
            </a:r>
          </a:p>
        </p:txBody>
      </p:sp>
      <p:sp>
        <p:nvSpPr>
          <p:cNvPr id="19" name="TextBox 18">
            <a:extLst>
              <a:ext uri="{FF2B5EF4-FFF2-40B4-BE49-F238E27FC236}">
                <a16:creationId xmlns:a16="http://schemas.microsoft.com/office/drawing/2014/main" id="{DA7D93C5-427A-46DA-92B8-6D377FF5E968}"/>
              </a:ext>
            </a:extLst>
          </p:cNvPr>
          <p:cNvSpPr txBox="1"/>
          <p:nvPr/>
        </p:nvSpPr>
        <p:spPr>
          <a:xfrm>
            <a:off x="418643" y="1920895"/>
            <a:ext cx="5173980" cy="3016210"/>
          </a:xfrm>
          <a:prstGeom prst="rect">
            <a:avLst/>
          </a:prstGeom>
          <a:noFill/>
        </p:spPr>
        <p:txBody>
          <a:bodyPr wrap="square">
            <a:spAutoFit/>
          </a:bodyPr>
          <a:lstStyle/>
          <a:p>
            <a:pPr marL="342900" lvl="1" indent="-342900">
              <a:spcBef>
                <a:spcPts val="0"/>
              </a:spcBef>
              <a:spcAft>
                <a:spcPts val="1200"/>
              </a:spcAft>
              <a:buFont typeface="Arial" panose="020B0604020202020204" pitchFamily="34" charset="0"/>
              <a:buChar char="•"/>
            </a:pPr>
            <a:r>
              <a:rPr lang="en-US" sz="2000" dirty="0"/>
              <a:t>Azure Resource Manager templates – Bicep, JSON </a:t>
            </a:r>
          </a:p>
          <a:p>
            <a:pPr marL="342900" lvl="1" indent="-342900">
              <a:spcAft>
                <a:spcPts val="1200"/>
              </a:spcAft>
              <a:buFont typeface="Arial" panose="020B0604020202020204" pitchFamily="34" charset="0"/>
              <a:buChar char="•"/>
            </a:pPr>
            <a:r>
              <a:rPr lang="en-US" sz="2000" dirty="0"/>
              <a:t>Azure Automation  </a:t>
            </a:r>
          </a:p>
          <a:p>
            <a:pPr marL="342900" lvl="1" indent="-342900">
              <a:spcAft>
                <a:spcPts val="1200"/>
              </a:spcAft>
              <a:buFont typeface="Arial" panose="020B0604020202020204" pitchFamily="34" charset="0"/>
              <a:buChar char="•"/>
            </a:pPr>
            <a:r>
              <a:rPr lang="en-US" sz="2000" dirty="0"/>
              <a:t>Azure DevOps services </a:t>
            </a:r>
          </a:p>
          <a:p>
            <a:pPr marL="342900" lvl="1" indent="-342900">
              <a:spcAft>
                <a:spcPts val="1200"/>
              </a:spcAft>
              <a:buFont typeface="Arial" panose="020B0604020202020204" pitchFamily="34" charset="0"/>
              <a:buChar char="•"/>
            </a:pPr>
            <a:r>
              <a:rPr lang="en-US" sz="2000" dirty="0"/>
              <a:t>GitHub actions</a:t>
            </a:r>
          </a:p>
          <a:p>
            <a:pPr marL="342900" lvl="1" indent="-342900">
              <a:spcAft>
                <a:spcPts val="1200"/>
              </a:spcAft>
              <a:buFont typeface="Arial" panose="020B0604020202020204" pitchFamily="34" charset="0"/>
              <a:buChar char="•"/>
            </a:pPr>
            <a:r>
              <a:rPr lang="en-US" sz="2000" dirty="0"/>
              <a:t>Terraform</a:t>
            </a:r>
          </a:p>
          <a:p>
            <a:pPr marL="342900" lvl="1" indent="-342900">
              <a:spcAft>
                <a:spcPts val="1200"/>
              </a:spcAft>
              <a:buFont typeface="Arial" panose="020B0604020202020204" pitchFamily="34" charset="0"/>
              <a:buChar char="•"/>
            </a:pPr>
            <a:r>
              <a:rPr lang="en-US" sz="2000" dirty="0"/>
              <a:t>Jenkins </a:t>
            </a:r>
          </a:p>
        </p:txBody>
      </p:sp>
      <p:sp>
        <p:nvSpPr>
          <p:cNvPr id="5" name="Rectangle 4">
            <a:extLst>
              <a:ext uri="{FF2B5EF4-FFF2-40B4-BE49-F238E27FC236}">
                <a16:creationId xmlns:a16="http://schemas.microsoft.com/office/drawing/2014/main" id="{98316DB6-DEF2-486D-BA25-1C6E4A952C06}"/>
              </a:ext>
              <a:ext uri="{C183D7F6-B498-43B3-948B-1728B52AA6E4}">
                <adec:decorative xmlns:adec="http://schemas.microsoft.com/office/drawing/2017/decorative" val="1"/>
              </a:ext>
            </a:extLst>
          </p:cNvPr>
          <p:cNvSpPr/>
          <p:nvPr/>
        </p:nvSpPr>
        <p:spPr bwMode="auto">
          <a:xfrm>
            <a:off x="6102723" y="1752568"/>
            <a:ext cx="5793076" cy="4100756"/>
          </a:xfrm>
          <a:prstGeom prst="rect">
            <a:avLst/>
          </a:prstGeom>
          <a:noFill/>
          <a:ln>
            <a:solidFill>
              <a:schemeClr val="bg1">
                <a:lumMod val="8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grpSp>
        <p:nvGrpSpPr>
          <p:cNvPr id="2" name="Group 1" descr="Bicep templates create JSON templates that create resources in Azure. ">
            <a:extLst>
              <a:ext uri="{FF2B5EF4-FFF2-40B4-BE49-F238E27FC236}">
                <a16:creationId xmlns:a16="http://schemas.microsoft.com/office/drawing/2014/main" id="{204E3450-968B-4E57-9A77-9B6DF5CD6BDD}"/>
              </a:ext>
            </a:extLst>
          </p:cNvPr>
          <p:cNvGrpSpPr/>
          <p:nvPr/>
        </p:nvGrpSpPr>
        <p:grpSpPr>
          <a:xfrm>
            <a:off x="6451273" y="2121783"/>
            <a:ext cx="5305425" cy="3362325"/>
            <a:chOff x="6451273" y="2121783"/>
            <a:chExt cx="5305425" cy="3362325"/>
          </a:xfrm>
        </p:grpSpPr>
        <p:pic>
          <p:nvPicPr>
            <p:cNvPr id="10" name="Graphic 9">
              <a:extLst>
                <a:ext uri="{FF2B5EF4-FFF2-40B4-BE49-F238E27FC236}">
                  <a16:creationId xmlns:a16="http://schemas.microsoft.com/office/drawing/2014/main" id="{E00CAEF6-D57A-4DBA-A63D-EF7AA421C28F}"/>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748785" y="2762620"/>
              <a:ext cx="617289" cy="617289"/>
            </a:xfrm>
            <a:prstGeom prst="rect">
              <a:avLst/>
            </a:prstGeom>
          </p:spPr>
        </p:pic>
        <p:pic>
          <p:nvPicPr>
            <p:cNvPr id="17" name="Picture 16" descr="Bicep templates create JSON templates that provision resources in Azure. ">
              <a:extLst>
                <a:ext uri="{FF2B5EF4-FFF2-40B4-BE49-F238E27FC236}">
                  <a16:creationId xmlns:a16="http://schemas.microsoft.com/office/drawing/2014/main" id="{DC85D94E-7A85-437D-974F-E22440172A21}"/>
                </a:ext>
              </a:extLst>
            </p:cNvPr>
            <p:cNvPicPr>
              <a:picLocks noChangeAspect="1"/>
            </p:cNvPicPr>
            <p:nvPr/>
          </p:nvPicPr>
          <p:blipFill>
            <a:blip r:embed="rId5"/>
            <a:stretch>
              <a:fillRect/>
            </a:stretch>
          </p:blipFill>
          <p:spPr>
            <a:xfrm>
              <a:off x="6451273" y="2121783"/>
              <a:ext cx="5305425" cy="3362325"/>
            </a:xfrm>
            <a:prstGeom prst="rect">
              <a:avLst/>
            </a:prstGeom>
          </p:spPr>
        </p:pic>
      </p:grpSp>
    </p:spTree>
    <p:extLst>
      <p:ext uri="{BB962C8B-B14F-4D97-AF65-F5344CB8AC3E}">
        <p14:creationId xmlns:p14="http://schemas.microsoft.com/office/powerpoint/2010/main" val="533030446"/>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34D5999-BB6D-4A72-E3D1-2DC5D63C67B0}"/>
              </a:ext>
            </a:extLst>
          </p:cNvPr>
          <p:cNvPicPr>
            <a:picLocks noChangeAspect="1"/>
          </p:cNvPicPr>
          <p:nvPr/>
        </p:nvPicPr>
        <p:blipFill>
          <a:blip r:embed="rId2"/>
          <a:stretch>
            <a:fillRect/>
          </a:stretch>
        </p:blipFill>
        <p:spPr>
          <a:xfrm>
            <a:off x="106345" y="0"/>
            <a:ext cx="5426110" cy="6858000"/>
          </a:xfrm>
          <a:prstGeom prst="rect">
            <a:avLst/>
          </a:prstGeom>
        </p:spPr>
      </p:pic>
      <p:pic>
        <p:nvPicPr>
          <p:cNvPr id="7" name="Picture 6">
            <a:extLst>
              <a:ext uri="{FF2B5EF4-FFF2-40B4-BE49-F238E27FC236}">
                <a16:creationId xmlns:a16="http://schemas.microsoft.com/office/drawing/2014/main" id="{62E9D717-762E-5D7A-7A20-D009C1160092}"/>
              </a:ext>
            </a:extLst>
          </p:cNvPr>
          <p:cNvPicPr>
            <a:picLocks noChangeAspect="1"/>
          </p:cNvPicPr>
          <p:nvPr/>
        </p:nvPicPr>
        <p:blipFill>
          <a:blip r:embed="rId3"/>
          <a:stretch>
            <a:fillRect/>
          </a:stretch>
        </p:blipFill>
        <p:spPr>
          <a:xfrm>
            <a:off x="5651935" y="1160462"/>
            <a:ext cx="6540065" cy="4537075"/>
          </a:xfrm>
          <a:prstGeom prst="rect">
            <a:avLst/>
          </a:prstGeom>
        </p:spPr>
      </p:pic>
    </p:spTree>
    <p:extLst>
      <p:ext uri="{BB962C8B-B14F-4D97-AF65-F5344CB8AC3E}">
        <p14:creationId xmlns:p14="http://schemas.microsoft.com/office/powerpoint/2010/main" val="761965900"/>
      </p:ext>
    </p:extLst>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3">
            <a:extLst>
              <a:ext uri="{FF2B5EF4-FFF2-40B4-BE49-F238E27FC236}">
                <a16:creationId xmlns:a16="http://schemas.microsoft.com/office/drawing/2014/main" id="{E307D465-5D56-0B41-96C4-901FFC2422DF}"/>
              </a:ext>
            </a:extLst>
          </p:cNvPr>
          <p:cNvSpPr>
            <a:spLocks noGrp="1"/>
          </p:cNvSpPr>
          <p:nvPr>
            <p:ph type="title"/>
          </p:nvPr>
        </p:nvSpPr>
        <p:spPr>
          <a:xfrm>
            <a:off x="418643" y="440494"/>
            <a:ext cx="11341268" cy="642840"/>
          </a:xfrm>
        </p:spPr>
        <p:txBody>
          <a:bodyPr/>
          <a:lstStyle/>
          <a:p>
            <a:r>
              <a:rPr lang="en-US" dirty="0"/>
              <a:t>Design an Azure App Configuration solution</a:t>
            </a:r>
          </a:p>
        </p:txBody>
      </p:sp>
      <p:sp>
        <p:nvSpPr>
          <p:cNvPr id="5" name="Text Placeholder 4">
            <a:extLst>
              <a:ext uri="{FF2B5EF4-FFF2-40B4-BE49-F238E27FC236}">
                <a16:creationId xmlns:a16="http://schemas.microsoft.com/office/drawing/2014/main" id="{4A83527C-A254-4A59-A082-4D8823580D52}"/>
              </a:ext>
            </a:extLst>
          </p:cNvPr>
          <p:cNvSpPr>
            <a:spLocks noGrp="1"/>
          </p:cNvSpPr>
          <p:nvPr>
            <p:ph type="body" sz="quarter" idx="10"/>
          </p:nvPr>
        </p:nvSpPr>
        <p:spPr/>
        <p:txBody>
          <a:bodyPr/>
          <a:lstStyle/>
          <a:p>
            <a:r>
              <a:rPr lang="en-US" dirty="0"/>
              <a:t>Azure App Configuration centrally manages application settings and feature flags.</a:t>
            </a:r>
          </a:p>
        </p:txBody>
      </p:sp>
      <p:sp>
        <p:nvSpPr>
          <p:cNvPr id="8" name="TextBox 7">
            <a:extLst>
              <a:ext uri="{FF2B5EF4-FFF2-40B4-BE49-F238E27FC236}">
                <a16:creationId xmlns:a16="http://schemas.microsoft.com/office/drawing/2014/main" id="{F8A9BC7E-6E40-4C67-A290-B27EF8DB35B8}"/>
              </a:ext>
            </a:extLst>
          </p:cNvPr>
          <p:cNvSpPr txBox="1"/>
          <p:nvPr/>
        </p:nvSpPr>
        <p:spPr>
          <a:xfrm>
            <a:off x="475847" y="2186624"/>
            <a:ext cx="5270307" cy="2886303"/>
          </a:xfrm>
          <a:prstGeom prst="rect">
            <a:avLst/>
          </a:prstGeom>
          <a:noFill/>
        </p:spPr>
        <p:txBody>
          <a:bodyPr wrap="square">
            <a:spAutoFit/>
          </a:bodyPr>
          <a:lstStyle/>
          <a:p>
            <a:pPr marL="285750" marR="0" lvl="0" indent="-285750">
              <a:lnSpc>
                <a:spcPct val="107000"/>
              </a:lnSpc>
              <a:spcBef>
                <a:spcPts val="0"/>
              </a:spcBef>
              <a:spcAft>
                <a:spcPts val="1000"/>
              </a:spcAft>
              <a:buFont typeface="Arial" panose="020B0604020202020204" pitchFamily="34" charset="0"/>
              <a:buChar char="•"/>
            </a:pPr>
            <a:r>
              <a:rPr lang="en-US" sz="2000" dirty="0">
                <a:effectLst/>
                <a:ea typeface="Calibri" panose="020F0502020204030204" pitchFamily="34" charset="0"/>
                <a:cs typeface="Arial" panose="020B0604020202020204" pitchFamily="34" charset="0"/>
              </a:rPr>
              <a:t>Flexible key representations and mappings</a:t>
            </a:r>
          </a:p>
          <a:p>
            <a:pPr marL="285750" marR="0" lvl="0" indent="-285750">
              <a:lnSpc>
                <a:spcPct val="107000"/>
              </a:lnSpc>
              <a:spcBef>
                <a:spcPts val="0"/>
              </a:spcBef>
              <a:spcAft>
                <a:spcPts val="1000"/>
              </a:spcAft>
              <a:buFont typeface="Arial" panose="020B0604020202020204" pitchFamily="34" charset="0"/>
              <a:buChar char="•"/>
            </a:pPr>
            <a:r>
              <a:rPr lang="en-US" sz="2000" dirty="0">
                <a:effectLst/>
                <a:ea typeface="Calibri" panose="020F0502020204030204" pitchFamily="34" charset="0"/>
                <a:cs typeface="Arial" panose="020B0604020202020204" pitchFamily="34" charset="0"/>
              </a:rPr>
              <a:t>Point-in-time replay of settings</a:t>
            </a:r>
          </a:p>
          <a:p>
            <a:pPr marL="285750" marR="0" lvl="0" indent="-285750">
              <a:lnSpc>
                <a:spcPct val="107000"/>
              </a:lnSpc>
              <a:spcBef>
                <a:spcPts val="0"/>
              </a:spcBef>
              <a:spcAft>
                <a:spcPts val="1000"/>
              </a:spcAft>
              <a:buFont typeface="Arial" panose="020B0604020202020204" pitchFamily="34" charset="0"/>
              <a:buChar char="•"/>
            </a:pPr>
            <a:r>
              <a:rPr lang="en-US" sz="2000" dirty="0">
                <a:ea typeface="Calibri" panose="020F0502020204030204" pitchFamily="34" charset="0"/>
                <a:cs typeface="Arial" panose="020B0604020202020204" pitchFamily="34" charset="0"/>
              </a:rPr>
              <a:t>D</a:t>
            </a:r>
            <a:r>
              <a:rPr lang="en-US" sz="2000" dirty="0">
                <a:effectLst/>
                <a:ea typeface="Calibri" panose="020F0502020204030204" pitchFamily="34" charset="0"/>
                <a:cs typeface="Arial" panose="020B0604020202020204" pitchFamily="34" charset="0"/>
              </a:rPr>
              <a:t>edicated UI for feature flag management</a:t>
            </a:r>
          </a:p>
          <a:p>
            <a:pPr marL="285750" marR="0" lvl="0" indent="-285750">
              <a:lnSpc>
                <a:spcPct val="107000"/>
              </a:lnSpc>
              <a:spcBef>
                <a:spcPts val="0"/>
              </a:spcBef>
              <a:spcAft>
                <a:spcPts val="1000"/>
              </a:spcAft>
              <a:buFont typeface="Arial" panose="020B0604020202020204" pitchFamily="34" charset="0"/>
              <a:buChar char="•"/>
            </a:pPr>
            <a:r>
              <a:rPr lang="en-US" sz="2000" dirty="0">
                <a:effectLst/>
                <a:ea typeface="Calibri" panose="020F0502020204030204" pitchFamily="34" charset="0"/>
                <a:cs typeface="Arial" panose="020B0604020202020204" pitchFamily="34" charset="0"/>
              </a:rPr>
              <a:t>Comparison of two sets of configurations on custom-defined dimensions</a:t>
            </a:r>
          </a:p>
          <a:p>
            <a:pPr marL="285750" marR="0" lvl="0" indent="-285750">
              <a:lnSpc>
                <a:spcPct val="107000"/>
              </a:lnSpc>
              <a:spcBef>
                <a:spcPts val="0"/>
              </a:spcBef>
              <a:spcAft>
                <a:spcPts val="1000"/>
              </a:spcAft>
              <a:buFont typeface="Arial" panose="020B0604020202020204" pitchFamily="34" charset="0"/>
              <a:buChar char="•"/>
            </a:pPr>
            <a:r>
              <a:rPr lang="en-US" sz="2000" dirty="0">
                <a:effectLst/>
                <a:ea typeface="Calibri" panose="020F0502020204030204" pitchFamily="34" charset="0"/>
                <a:cs typeface="Arial" panose="020B0604020202020204" pitchFamily="34" charset="0"/>
              </a:rPr>
              <a:t>Enhanced security through Azure-managed identities and encryption</a:t>
            </a:r>
          </a:p>
        </p:txBody>
      </p:sp>
      <p:sp>
        <p:nvSpPr>
          <p:cNvPr id="9" name="Rectangle 8">
            <a:extLst>
              <a:ext uri="{FF2B5EF4-FFF2-40B4-BE49-F238E27FC236}">
                <a16:creationId xmlns:a16="http://schemas.microsoft.com/office/drawing/2014/main" id="{2A018608-76A6-4BA2-9A8D-1754D4AE4977}"/>
              </a:ext>
              <a:ext uri="{C183D7F6-B498-43B3-948B-1728B52AA6E4}">
                <adec:decorative xmlns:adec="http://schemas.microsoft.com/office/drawing/2017/decorative" val="1"/>
              </a:ext>
            </a:extLst>
          </p:cNvPr>
          <p:cNvSpPr/>
          <p:nvPr/>
        </p:nvSpPr>
        <p:spPr bwMode="auto">
          <a:xfrm>
            <a:off x="6010275" y="1668377"/>
            <a:ext cx="6046910" cy="3922798"/>
          </a:xfrm>
          <a:prstGeom prst="rect">
            <a:avLst/>
          </a:prstGeom>
          <a:noFill/>
          <a:ln>
            <a:solidFill>
              <a:schemeClr val="bg1">
                <a:lumMod val="8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grpSp>
        <p:nvGrpSpPr>
          <p:cNvPr id="2" name="Group 1" descr="Two application with separate and shared configuration files. ">
            <a:extLst>
              <a:ext uri="{FF2B5EF4-FFF2-40B4-BE49-F238E27FC236}">
                <a16:creationId xmlns:a16="http://schemas.microsoft.com/office/drawing/2014/main" id="{24710DAC-DDB1-4496-828C-AC1EB313EF5C}"/>
              </a:ext>
            </a:extLst>
          </p:cNvPr>
          <p:cNvGrpSpPr/>
          <p:nvPr/>
        </p:nvGrpSpPr>
        <p:grpSpPr>
          <a:xfrm>
            <a:off x="6089277" y="2256060"/>
            <a:ext cx="5841256" cy="2467717"/>
            <a:chOff x="2842154" y="1861228"/>
            <a:chExt cx="5841256" cy="2467717"/>
          </a:xfrm>
        </p:grpSpPr>
        <p:grpSp>
          <p:nvGrpSpPr>
            <p:cNvPr id="61" name="Group 60">
              <a:extLst>
                <a:ext uri="{FF2B5EF4-FFF2-40B4-BE49-F238E27FC236}">
                  <a16:creationId xmlns:a16="http://schemas.microsoft.com/office/drawing/2014/main" id="{591159BA-1CA5-4D38-9A9C-D72906301E5A}"/>
                </a:ext>
              </a:extLst>
            </p:cNvPr>
            <p:cNvGrpSpPr/>
            <p:nvPr/>
          </p:nvGrpSpPr>
          <p:grpSpPr>
            <a:xfrm>
              <a:off x="2842154" y="1889794"/>
              <a:ext cx="2706130" cy="2381457"/>
              <a:chOff x="5855066" y="2321169"/>
              <a:chExt cx="3081374" cy="3002876"/>
            </a:xfrm>
          </p:grpSpPr>
          <p:grpSp>
            <p:nvGrpSpPr>
              <p:cNvPr id="39" name="Group 38">
                <a:extLst>
                  <a:ext uri="{FF2B5EF4-FFF2-40B4-BE49-F238E27FC236}">
                    <a16:creationId xmlns:a16="http://schemas.microsoft.com/office/drawing/2014/main" id="{412D1D1A-CA1F-4956-8544-EC59E5EE307C}"/>
                  </a:ext>
                </a:extLst>
              </p:cNvPr>
              <p:cNvGrpSpPr/>
              <p:nvPr/>
            </p:nvGrpSpPr>
            <p:grpSpPr>
              <a:xfrm>
                <a:off x="5855066" y="2444041"/>
                <a:ext cx="2847379" cy="2880004"/>
                <a:chOff x="6476707" y="2686403"/>
                <a:chExt cx="2847379" cy="2880004"/>
              </a:xfrm>
            </p:grpSpPr>
            <p:pic>
              <p:nvPicPr>
                <p:cNvPr id="12" name="Graphic 11">
                  <a:extLst>
                    <a:ext uri="{FF2B5EF4-FFF2-40B4-BE49-F238E27FC236}">
                      <a16:creationId xmlns:a16="http://schemas.microsoft.com/office/drawing/2014/main" id="{60DE3C9A-4BDF-4692-8037-50C7ECE06E9E}"/>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598050" y="2757902"/>
                  <a:ext cx="862798" cy="862798"/>
                </a:xfrm>
                <a:prstGeom prst="rect">
                  <a:avLst/>
                </a:prstGeom>
              </p:spPr>
            </p:pic>
            <p:pic>
              <p:nvPicPr>
                <p:cNvPr id="15" name="Graphic 14">
                  <a:extLst>
                    <a:ext uri="{FF2B5EF4-FFF2-40B4-BE49-F238E27FC236}">
                      <a16:creationId xmlns:a16="http://schemas.microsoft.com/office/drawing/2014/main" id="{A3A86851-CD8F-4F88-8B72-6A81AC56D8BC}"/>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212126" y="2686403"/>
                  <a:ext cx="1003474" cy="1003474"/>
                </a:xfrm>
                <a:prstGeom prst="rect">
                  <a:avLst/>
                </a:prstGeom>
              </p:spPr>
            </p:pic>
            <p:grpSp>
              <p:nvGrpSpPr>
                <p:cNvPr id="22" name="Group 21">
                  <a:extLst>
                    <a:ext uri="{FF2B5EF4-FFF2-40B4-BE49-F238E27FC236}">
                      <a16:creationId xmlns:a16="http://schemas.microsoft.com/office/drawing/2014/main" id="{80B6E096-ACFB-43E5-9FE5-2C987AFA7ADB}"/>
                    </a:ext>
                  </a:extLst>
                </p:cNvPr>
                <p:cNvGrpSpPr/>
                <p:nvPr/>
              </p:nvGrpSpPr>
              <p:grpSpPr>
                <a:xfrm>
                  <a:off x="8242271" y="4019373"/>
                  <a:ext cx="1081815" cy="1080325"/>
                  <a:chOff x="6010274" y="2561492"/>
                  <a:chExt cx="1081815" cy="1080325"/>
                </a:xfrm>
              </p:grpSpPr>
              <p:pic>
                <p:nvPicPr>
                  <p:cNvPr id="19" name="Graphic 18">
                    <a:extLst>
                      <a:ext uri="{FF2B5EF4-FFF2-40B4-BE49-F238E27FC236}">
                        <a16:creationId xmlns:a16="http://schemas.microsoft.com/office/drawing/2014/main" id="{136DBC47-BE61-43DA-9DF0-6431241BCB26}"/>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010274" y="2561492"/>
                    <a:ext cx="953233" cy="953233"/>
                  </a:xfrm>
                  <a:prstGeom prst="rect">
                    <a:avLst/>
                  </a:prstGeom>
                </p:spPr>
              </p:pic>
              <p:pic>
                <p:nvPicPr>
                  <p:cNvPr id="21" name="Graphic 20">
                    <a:extLst>
                      <a:ext uri="{FF2B5EF4-FFF2-40B4-BE49-F238E27FC236}">
                        <a16:creationId xmlns:a16="http://schemas.microsoft.com/office/drawing/2014/main" id="{A7387768-196A-4287-BD51-5201A4FFF815}"/>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6551182" y="3100910"/>
                    <a:ext cx="540907" cy="540907"/>
                  </a:xfrm>
                  <a:prstGeom prst="rect">
                    <a:avLst/>
                  </a:prstGeom>
                </p:spPr>
              </p:pic>
            </p:grpSp>
            <p:grpSp>
              <p:nvGrpSpPr>
                <p:cNvPr id="23" name="Group 22">
                  <a:extLst>
                    <a:ext uri="{FF2B5EF4-FFF2-40B4-BE49-F238E27FC236}">
                      <a16:creationId xmlns:a16="http://schemas.microsoft.com/office/drawing/2014/main" id="{EC8254AA-046F-4BD1-ADD1-D9981ED39234}"/>
                    </a:ext>
                  </a:extLst>
                </p:cNvPr>
                <p:cNvGrpSpPr/>
                <p:nvPr/>
              </p:nvGrpSpPr>
              <p:grpSpPr>
                <a:xfrm>
                  <a:off x="6562622" y="4016507"/>
                  <a:ext cx="1081815" cy="1080325"/>
                  <a:chOff x="6010274" y="2561492"/>
                  <a:chExt cx="1081815" cy="1080325"/>
                </a:xfrm>
              </p:grpSpPr>
              <p:pic>
                <p:nvPicPr>
                  <p:cNvPr id="24" name="Graphic 23">
                    <a:extLst>
                      <a:ext uri="{FF2B5EF4-FFF2-40B4-BE49-F238E27FC236}">
                        <a16:creationId xmlns:a16="http://schemas.microsoft.com/office/drawing/2014/main" id="{768FDA88-2B14-456A-8926-A69D10AEE0E4}"/>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010274" y="2561492"/>
                    <a:ext cx="953233" cy="953233"/>
                  </a:xfrm>
                  <a:prstGeom prst="rect">
                    <a:avLst/>
                  </a:prstGeom>
                </p:spPr>
              </p:pic>
              <p:pic>
                <p:nvPicPr>
                  <p:cNvPr id="25" name="Graphic 24">
                    <a:extLst>
                      <a:ext uri="{FF2B5EF4-FFF2-40B4-BE49-F238E27FC236}">
                        <a16:creationId xmlns:a16="http://schemas.microsoft.com/office/drawing/2014/main" id="{C40783E4-8FC2-4638-BF42-7EFEA9F40346}"/>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6551182" y="3100910"/>
                    <a:ext cx="540907" cy="540907"/>
                  </a:xfrm>
                  <a:prstGeom prst="rect">
                    <a:avLst/>
                  </a:prstGeom>
                </p:spPr>
              </p:pic>
            </p:grpSp>
            <p:sp>
              <p:nvSpPr>
                <p:cNvPr id="26" name="TextBox 25">
                  <a:extLst>
                    <a:ext uri="{FF2B5EF4-FFF2-40B4-BE49-F238E27FC236}">
                      <a16:creationId xmlns:a16="http://schemas.microsoft.com/office/drawing/2014/main" id="{89965C11-B099-45DB-B113-E2A5385782DF}"/>
                    </a:ext>
                  </a:extLst>
                </p:cNvPr>
                <p:cNvSpPr txBox="1"/>
                <p:nvPr/>
              </p:nvSpPr>
              <p:spPr>
                <a:xfrm>
                  <a:off x="6476707" y="5049342"/>
                  <a:ext cx="1154803" cy="517065"/>
                </a:xfrm>
                <a:prstGeom prst="rect">
                  <a:avLst/>
                </a:prstGeom>
                <a:noFill/>
              </p:spPr>
              <p:txBody>
                <a:bodyPr wrap="none" lIns="182880" tIns="146304" rIns="182880" bIns="146304" rtlCol="0">
                  <a:spAutoFit/>
                </a:bodyPr>
                <a:lstStyle/>
                <a:p>
                  <a:pPr>
                    <a:lnSpc>
                      <a:spcPct val="90000"/>
                    </a:lnSpc>
                    <a:spcAft>
                      <a:spcPts val="600"/>
                    </a:spcAft>
                  </a:pPr>
                  <a:r>
                    <a:rPr lang="en-US" sz="1600" dirty="0">
                      <a:gradFill>
                        <a:gsLst>
                          <a:gs pos="2917">
                            <a:schemeClr val="tx1"/>
                          </a:gs>
                          <a:gs pos="30000">
                            <a:schemeClr val="tx1"/>
                          </a:gs>
                        </a:gsLst>
                        <a:lin ang="5400000" scaled="0"/>
                      </a:gradFill>
                    </a:rPr>
                    <a:t>Config A</a:t>
                  </a:r>
                </a:p>
              </p:txBody>
            </p:sp>
            <p:sp>
              <p:nvSpPr>
                <p:cNvPr id="28" name="TextBox 27">
                  <a:extLst>
                    <a:ext uri="{FF2B5EF4-FFF2-40B4-BE49-F238E27FC236}">
                      <a16:creationId xmlns:a16="http://schemas.microsoft.com/office/drawing/2014/main" id="{86220FC6-15AD-4888-8E38-78863A851D7B}"/>
                    </a:ext>
                  </a:extLst>
                </p:cNvPr>
                <p:cNvSpPr txBox="1"/>
                <p:nvPr/>
              </p:nvSpPr>
              <p:spPr>
                <a:xfrm>
                  <a:off x="8137629" y="5011252"/>
                  <a:ext cx="1138773" cy="517065"/>
                </a:xfrm>
                <a:prstGeom prst="rect">
                  <a:avLst/>
                </a:prstGeom>
                <a:noFill/>
              </p:spPr>
              <p:txBody>
                <a:bodyPr wrap="none" lIns="182880" tIns="146304" rIns="182880" bIns="146304" rtlCol="0">
                  <a:spAutoFit/>
                </a:bodyPr>
                <a:lstStyle/>
                <a:p>
                  <a:pPr>
                    <a:lnSpc>
                      <a:spcPct val="90000"/>
                    </a:lnSpc>
                    <a:spcAft>
                      <a:spcPts val="600"/>
                    </a:spcAft>
                  </a:pPr>
                  <a:r>
                    <a:rPr lang="en-US" sz="1600" dirty="0">
                      <a:gradFill>
                        <a:gsLst>
                          <a:gs pos="2917">
                            <a:schemeClr val="tx1"/>
                          </a:gs>
                          <a:gs pos="30000">
                            <a:schemeClr val="tx1"/>
                          </a:gs>
                        </a:gsLst>
                        <a:lin ang="5400000" scaled="0"/>
                      </a:gradFill>
                    </a:rPr>
                    <a:t>Config B</a:t>
                  </a:r>
                </a:p>
              </p:txBody>
            </p:sp>
            <p:cxnSp>
              <p:nvCxnSpPr>
                <p:cNvPr id="34" name="Straight Arrow Connector 33">
                  <a:extLst>
                    <a:ext uri="{FF2B5EF4-FFF2-40B4-BE49-F238E27FC236}">
                      <a16:creationId xmlns:a16="http://schemas.microsoft.com/office/drawing/2014/main" id="{195F45BD-FF6F-4738-AB55-A81EE39A1C0E}"/>
                    </a:ext>
                  </a:extLst>
                </p:cNvPr>
                <p:cNvCxnSpPr>
                  <a:stCxn id="12" idx="2"/>
                  <a:endCxn id="24" idx="0"/>
                </p:cNvCxnSpPr>
                <p:nvPr/>
              </p:nvCxnSpPr>
              <p:spPr>
                <a:xfrm>
                  <a:off x="7029449" y="3620700"/>
                  <a:ext cx="9790" cy="395807"/>
                </a:xfrm>
                <a:prstGeom prst="straightConnector1">
                  <a:avLst/>
                </a:prstGeom>
                <a:ln>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0605D4D3-AA61-46CF-86AD-68D0ABC527EA}"/>
                    </a:ext>
                  </a:extLst>
                </p:cNvPr>
                <p:cNvCxnSpPr>
                  <a:cxnSpLocks/>
                  <a:stCxn id="15" idx="2"/>
                  <a:endCxn id="19" idx="0"/>
                </p:cNvCxnSpPr>
                <p:nvPr/>
              </p:nvCxnSpPr>
              <p:spPr>
                <a:xfrm>
                  <a:off x="8713863" y="3689877"/>
                  <a:ext cx="5025" cy="329496"/>
                </a:xfrm>
                <a:prstGeom prst="straightConnector1">
                  <a:avLst/>
                </a:prstGeom>
                <a:ln>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grpSp>
          <p:sp>
            <p:nvSpPr>
              <p:cNvPr id="60" name="Rectangle 59">
                <a:extLst>
                  <a:ext uri="{FF2B5EF4-FFF2-40B4-BE49-F238E27FC236}">
                    <a16:creationId xmlns:a16="http://schemas.microsoft.com/office/drawing/2014/main" id="{69CD3BB9-C274-404C-8302-F45B3981DD18}"/>
                  </a:ext>
                  <a:ext uri="{C183D7F6-B498-43B3-948B-1728B52AA6E4}">
                    <adec:decorative xmlns:adec="http://schemas.microsoft.com/office/drawing/2017/decorative" val="1"/>
                  </a:ext>
                </a:extLst>
              </p:cNvPr>
              <p:cNvSpPr/>
              <p:nvPr/>
            </p:nvSpPr>
            <p:spPr bwMode="auto">
              <a:xfrm>
                <a:off x="5890009" y="2321169"/>
                <a:ext cx="3046431" cy="3002829"/>
              </a:xfrm>
              <a:prstGeom prst="rect">
                <a:avLst/>
              </a:prstGeom>
              <a:noFill/>
              <a:ln>
                <a:solidFill>
                  <a:schemeClr val="bg1">
                    <a:lumMod val="8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grpSp>
        <p:grpSp>
          <p:nvGrpSpPr>
            <p:cNvPr id="82" name="Group 81">
              <a:extLst>
                <a:ext uri="{FF2B5EF4-FFF2-40B4-BE49-F238E27FC236}">
                  <a16:creationId xmlns:a16="http://schemas.microsoft.com/office/drawing/2014/main" id="{78753707-8631-4A7A-B593-325AF8CDECCA}"/>
                </a:ext>
              </a:extLst>
            </p:cNvPr>
            <p:cNvGrpSpPr/>
            <p:nvPr/>
          </p:nvGrpSpPr>
          <p:grpSpPr>
            <a:xfrm>
              <a:off x="6208073" y="1861228"/>
              <a:ext cx="2475337" cy="2467717"/>
              <a:chOff x="9060171" y="3263363"/>
              <a:chExt cx="3046431" cy="3015699"/>
            </a:xfrm>
          </p:grpSpPr>
          <p:grpSp>
            <p:nvGrpSpPr>
              <p:cNvPr id="81" name="Group 80">
                <a:extLst>
                  <a:ext uri="{FF2B5EF4-FFF2-40B4-BE49-F238E27FC236}">
                    <a16:creationId xmlns:a16="http://schemas.microsoft.com/office/drawing/2014/main" id="{C829E9F7-6857-403A-BFE4-D28F680EBE01}"/>
                  </a:ext>
                </a:extLst>
              </p:cNvPr>
              <p:cNvGrpSpPr/>
              <p:nvPr/>
            </p:nvGrpSpPr>
            <p:grpSpPr>
              <a:xfrm>
                <a:off x="9219413" y="3386174"/>
                <a:ext cx="2738789" cy="2892888"/>
                <a:chOff x="9313136" y="2476503"/>
                <a:chExt cx="2738789" cy="2892888"/>
              </a:xfrm>
            </p:grpSpPr>
            <p:sp>
              <p:nvSpPr>
                <p:cNvPr id="32" name="TextBox 31">
                  <a:extLst>
                    <a:ext uri="{FF2B5EF4-FFF2-40B4-BE49-F238E27FC236}">
                      <a16:creationId xmlns:a16="http://schemas.microsoft.com/office/drawing/2014/main" id="{3D9DD1A3-CEAB-4FBC-B84D-6975EA466C23}"/>
                    </a:ext>
                  </a:extLst>
                </p:cNvPr>
                <p:cNvSpPr txBox="1"/>
                <p:nvPr/>
              </p:nvSpPr>
              <p:spPr>
                <a:xfrm>
                  <a:off x="9442563" y="4737507"/>
                  <a:ext cx="2609362" cy="631884"/>
                </a:xfrm>
                <a:prstGeom prst="rect">
                  <a:avLst/>
                </a:prstGeom>
                <a:noFill/>
              </p:spPr>
              <p:txBody>
                <a:bodyPr wrap="square" lIns="182880" tIns="146304" rIns="182880" bIns="146304" rtlCol="0">
                  <a:spAutoFit/>
                </a:bodyPr>
                <a:lstStyle/>
                <a:p>
                  <a:pPr>
                    <a:lnSpc>
                      <a:spcPct val="90000"/>
                    </a:lnSpc>
                    <a:spcAft>
                      <a:spcPts val="600"/>
                    </a:spcAft>
                  </a:pPr>
                  <a:r>
                    <a:rPr lang="en-US" sz="1600" dirty="0">
                      <a:gradFill>
                        <a:gsLst>
                          <a:gs pos="2917">
                            <a:schemeClr val="tx1"/>
                          </a:gs>
                          <a:gs pos="30000">
                            <a:schemeClr val="tx1"/>
                          </a:gs>
                        </a:gsLst>
                        <a:lin ang="5400000" scaled="0"/>
                      </a:gradFill>
                    </a:rPr>
                    <a:t>App Configuration</a:t>
                  </a:r>
                </a:p>
              </p:txBody>
            </p:sp>
            <p:grpSp>
              <p:nvGrpSpPr>
                <p:cNvPr id="40" name="Group 39">
                  <a:extLst>
                    <a:ext uri="{FF2B5EF4-FFF2-40B4-BE49-F238E27FC236}">
                      <a16:creationId xmlns:a16="http://schemas.microsoft.com/office/drawing/2014/main" id="{D2D37A98-5BE7-4DD3-A20F-816B022A8693}"/>
                    </a:ext>
                  </a:extLst>
                </p:cNvPr>
                <p:cNvGrpSpPr/>
                <p:nvPr/>
              </p:nvGrpSpPr>
              <p:grpSpPr>
                <a:xfrm>
                  <a:off x="9313136" y="2476503"/>
                  <a:ext cx="2617550" cy="2373471"/>
                  <a:chOff x="6598050" y="2626115"/>
                  <a:chExt cx="2617550" cy="2373471"/>
                </a:xfrm>
              </p:grpSpPr>
              <p:pic>
                <p:nvPicPr>
                  <p:cNvPr id="41" name="Graphic 40">
                    <a:extLst>
                      <a:ext uri="{FF2B5EF4-FFF2-40B4-BE49-F238E27FC236}">
                        <a16:creationId xmlns:a16="http://schemas.microsoft.com/office/drawing/2014/main" id="{8B980472-E51A-4544-A4E5-C5157981B4FB}"/>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598050" y="2757902"/>
                    <a:ext cx="862798" cy="862798"/>
                  </a:xfrm>
                  <a:prstGeom prst="rect">
                    <a:avLst/>
                  </a:prstGeom>
                </p:spPr>
              </p:pic>
              <p:pic>
                <p:nvPicPr>
                  <p:cNvPr id="42" name="Graphic 41">
                    <a:extLst>
                      <a:ext uri="{FF2B5EF4-FFF2-40B4-BE49-F238E27FC236}">
                        <a16:creationId xmlns:a16="http://schemas.microsoft.com/office/drawing/2014/main" id="{9412C735-95E2-4398-82EC-565869B309C1}"/>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212126" y="2626115"/>
                    <a:ext cx="1003474" cy="1003474"/>
                  </a:xfrm>
                  <a:prstGeom prst="rect">
                    <a:avLst/>
                  </a:prstGeom>
                </p:spPr>
              </p:pic>
              <p:grpSp>
                <p:nvGrpSpPr>
                  <p:cNvPr id="44" name="Group 43">
                    <a:extLst>
                      <a:ext uri="{FF2B5EF4-FFF2-40B4-BE49-F238E27FC236}">
                        <a16:creationId xmlns:a16="http://schemas.microsoft.com/office/drawing/2014/main" id="{0B701BEA-8346-4EE5-B214-683951051117}"/>
                      </a:ext>
                    </a:extLst>
                  </p:cNvPr>
                  <p:cNvGrpSpPr/>
                  <p:nvPr/>
                </p:nvGrpSpPr>
                <p:grpSpPr>
                  <a:xfrm>
                    <a:off x="7358812" y="3919261"/>
                    <a:ext cx="1081815" cy="1080325"/>
                    <a:chOff x="6806464" y="2464246"/>
                    <a:chExt cx="1081815" cy="1080325"/>
                  </a:xfrm>
                </p:grpSpPr>
                <p:pic>
                  <p:nvPicPr>
                    <p:cNvPr id="49" name="Graphic 48">
                      <a:extLst>
                        <a:ext uri="{FF2B5EF4-FFF2-40B4-BE49-F238E27FC236}">
                          <a16:creationId xmlns:a16="http://schemas.microsoft.com/office/drawing/2014/main" id="{19413811-2A7F-46BB-BEAE-36287ACED828}"/>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806464" y="2464246"/>
                      <a:ext cx="953233" cy="953233"/>
                    </a:xfrm>
                    <a:prstGeom prst="rect">
                      <a:avLst/>
                    </a:prstGeom>
                  </p:spPr>
                </p:pic>
                <p:pic>
                  <p:nvPicPr>
                    <p:cNvPr id="50" name="Graphic 49">
                      <a:extLst>
                        <a:ext uri="{FF2B5EF4-FFF2-40B4-BE49-F238E27FC236}">
                          <a16:creationId xmlns:a16="http://schemas.microsoft.com/office/drawing/2014/main" id="{B80AA095-D5A8-4859-B997-ACB3429FAAF2}"/>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7347372" y="3003664"/>
                      <a:ext cx="540907" cy="540907"/>
                    </a:xfrm>
                    <a:prstGeom prst="rect">
                      <a:avLst/>
                    </a:prstGeom>
                  </p:spPr>
                </p:pic>
              </p:grpSp>
            </p:grpSp>
            <p:cxnSp>
              <p:nvCxnSpPr>
                <p:cNvPr id="54" name="Connector: Elbow 53">
                  <a:extLst>
                    <a:ext uri="{FF2B5EF4-FFF2-40B4-BE49-F238E27FC236}">
                      <a16:creationId xmlns:a16="http://schemas.microsoft.com/office/drawing/2014/main" id="{734A5336-A312-4746-A0E0-BE201DD5FC7B}"/>
                    </a:ext>
                  </a:extLst>
                </p:cNvPr>
                <p:cNvCxnSpPr>
                  <a:cxnSpLocks/>
                  <a:stCxn id="41" idx="2"/>
                  <a:endCxn id="49" idx="0"/>
                </p:cNvCxnSpPr>
                <p:nvPr/>
              </p:nvCxnSpPr>
              <p:spPr>
                <a:xfrm rot="16200000" flipH="1">
                  <a:off x="9998245" y="3217378"/>
                  <a:ext cx="298561" cy="805980"/>
                </a:xfrm>
                <a:prstGeom prst="bentConnector3">
                  <a:avLst/>
                </a:prstGeom>
                <a:ln>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56" name="Connector: Elbow 55">
                  <a:extLst>
                    <a:ext uri="{FF2B5EF4-FFF2-40B4-BE49-F238E27FC236}">
                      <a16:creationId xmlns:a16="http://schemas.microsoft.com/office/drawing/2014/main" id="{D5702389-998E-4755-A572-5FA1D9EAC37C}"/>
                    </a:ext>
                  </a:extLst>
                </p:cNvPr>
                <p:cNvCxnSpPr>
                  <a:cxnSpLocks/>
                  <a:stCxn id="42" idx="2"/>
                  <a:endCxn id="49" idx="0"/>
                </p:cNvCxnSpPr>
                <p:nvPr/>
              </p:nvCxnSpPr>
              <p:spPr>
                <a:xfrm rot="5400000">
                  <a:off x="10844896" y="3185596"/>
                  <a:ext cx="289672" cy="878434"/>
                </a:xfrm>
                <a:prstGeom prst="bentConnector3">
                  <a:avLst>
                    <a:gd name="adj1" fmla="val 50000"/>
                  </a:avLst>
                </a:prstGeom>
                <a:ln>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grpSp>
          <p:sp>
            <p:nvSpPr>
              <p:cNvPr id="78" name="Rectangle 77">
                <a:extLst>
                  <a:ext uri="{FF2B5EF4-FFF2-40B4-BE49-F238E27FC236}">
                    <a16:creationId xmlns:a16="http://schemas.microsoft.com/office/drawing/2014/main" id="{03DE7291-7EA9-485B-8494-B2543622342A}"/>
                  </a:ext>
                  <a:ext uri="{C183D7F6-B498-43B3-948B-1728B52AA6E4}">
                    <adec:decorative xmlns:adec="http://schemas.microsoft.com/office/drawing/2017/decorative" val="1"/>
                  </a:ext>
                </a:extLst>
              </p:cNvPr>
              <p:cNvSpPr/>
              <p:nvPr/>
            </p:nvSpPr>
            <p:spPr bwMode="auto">
              <a:xfrm>
                <a:off x="9060171" y="3263363"/>
                <a:ext cx="3046431" cy="2910239"/>
              </a:xfrm>
              <a:prstGeom prst="rect">
                <a:avLst/>
              </a:prstGeom>
              <a:noFill/>
              <a:ln>
                <a:solidFill>
                  <a:schemeClr val="bg1">
                    <a:lumMod val="8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grpSp>
        <p:sp>
          <p:nvSpPr>
            <p:cNvPr id="83" name="Arrow: Right 82">
              <a:extLst>
                <a:ext uri="{FF2B5EF4-FFF2-40B4-BE49-F238E27FC236}">
                  <a16:creationId xmlns:a16="http://schemas.microsoft.com/office/drawing/2014/main" id="{E7E657EE-B192-4496-B10B-3E4F494CCBAA}"/>
                </a:ext>
              </a:extLst>
            </p:cNvPr>
            <p:cNvSpPr/>
            <p:nvPr/>
          </p:nvSpPr>
          <p:spPr bwMode="auto">
            <a:xfrm>
              <a:off x="5670497" y="2852089"/>
              <a:ext cx="463982" cy="527526"/>
            </a:xfrm>
            <a:prstGeom prst="rightArrow">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grpSp>
    </p:spTree>
    <p:extLst>
      <p:ext uri="{BB962C8B-B14F-4D97-AF65-F5344CB8AC3E}">
        <p14:creationId xmlns:p14="http://schemas.microsoft.com/office/powerpoint/2010/main" val="863399237"/>
      </p:ext>
    </p:extLst>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18B4F3F-CDE4-4DFF-AA15-D699813BE349}"/>
              </a:ext>
            </a:extLst>
          </p:cNvPr>
          <p:cNvSpPr>
            <a:spLocks noGrp="1"/>
          </p:cNvSpPr>
          <p:nvPr>
            <p:ph type="title"/>
          </p:nvPr>
        </p:nvSpPr>
        <p:spPr/>
        <p:txBody>
          <a:bodyPr/>
          <a:lstStyle/>
          <a:p>
            <a:r>
              <a:rPr lang="en-US" dirty="0"/>
              <a:t>End of presentation</a:t>
            </a:r>
          </a:p>
        </p:txBody>
      </p:sp>
      <p:pic>
        <p:nvPicPr>
          <p:cNvPr id="2" name="Picture 1">
            <a:extLst>
              <a:ext uri="{FF2B5EF4-FFF2-40B4-BE49-F238E27FC236}">
                <a16:creationId xmlns:a16="http://schemas.microsoft.com/office/drawing/2014/main" id="{3717FA0F-5756-4E67-AEF5-FE9F075EB51B}"/>
              </a:ex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9986211" y="2788373"/>
            <a:ext cx="1393403" cy="1393403"/>
          </a:xfrm>
          <a:prstGeom prst="rect">
            <a:avLst/>
          </a:prstGeom>
        </p:spPr>
      </p:pic>
    </p:spTree>
    <p:extLst>
      <p:ext uri="{BB962C8B-B14F-4D97-AF65-F5344CB8AC3E}">
        <p14:creationId xmlns:p14="http://schemas.microsoft.com/office/powerpoint/2010/main" val="1043983413"/>
      </p:ext>
    </p:extLst>
  </p:cSld>
  <p:clrMapOvr>
    <a:masterClrMapping/>
  </p:clrMapOvr>
  <p:transition>
    <p:fade/>
  </p:transition>
</p:sld>
</file>

<file path=ppt/theme/theme1.xml><?xml version="1.0" encoding="utf-8"?>
<a:theme xmlns:a="http://schemas.openxmlformats.org/drawingml/2006/main" name="azure">
  <a:themeElements>
    <a:clrScheme name="Azure">
      <a:dk1>
        <a:srgbClr val="000000"/>
      </a:dk1>
      <a:lt1>
        <a:srgbClr val="FFFFFF"/>
      </a:lt1>
      <a:dk2>
        <a:srgbClr val="0078D4"/>
      </a:dk2>
      <a:lt2>
        <a:srgbClr val="FFFFFF"/>
      </a:lt2>
      <a:accent1>
        <a:srgbClr val="243A5E"/>
      </a:accent1>
      <a:accent2>
        <a:srgbClr val="75757A"/>
      </a:accent2>
      <a:accent3>
        <a:srgbClr val="000041"/>
      </a:accent3>
      <a:accent4>
        <a:srgbClr val="0078D4"/>
      </a:accent4>
      <a:accent5>
        <a:srgbClr val="50E6FF"/>
      </a:accent5>
      <a:accent6>
        <a:srgbClr val="EBEBEB"/>
      </a:accent6>
      <a:hlink>
        <a:srgbClr val="0078D4"/>
      </a:hlink>
      <a:folHlink>
        <a:srgbClr val="0078D4"/>
      </a:folHlink>
    </a:clrScheme>
    <a:fontScheme name="Dynamics 365">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defTabSz="932472" fontAlgn="base">
          <a:lnSpc>
            <a:spcPct val="90000"/>
          </a:lnSpc>
          <a:spcBef>
            <a:spcPct val="0"/>
          </a:spcBef>
          <a:spcAft>
            <a:spcPct val="0"/>
          </a:spcAft>
          <a:defRPr sz="24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182880" tIns="146304" rIns="182880" bIns="146304" rtlCol="0">
        <a:spAutoFit/>
      </a:bodyPr>
      <a:lstStyle>
        <a:defPPr>
          <a:lnSpc>
            <a:spcPct val="90000"/>
          </a:lnSpc>
          <a:spcAft>
            <a:spcPts val="600"/>
          </a:spcAft>
          <a:defRPr sz="24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azure" id="{694C3C5A-296C-428D-9931-5E70097D04A6}" vid="{8648951D-6B4C-475F-A412-60A972635B3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f42aa342-8706-4288-bd11-ebb85995028c}" enabled="1" method="Standard" siteId="{72f988bf-86f1-41af-91ab-2d7cd011db47}" removed="0"/>
</clbl:labelList>
</file>

<file path=docProps/app.xml><?xml version="1.0" encoding="utf-8"?>
<Properties xmlns="http://schemas.openxmlformats.org/officeDocument/2006/extended-properties" xmlns:vt="http://schemas.openxmlformats.org/officeDocument/2006/docPropsVTypes">
  <Template>azure</Template>
  <TotalTime>0</TotalTime>
  <Words>1741</Words>
  <Application>Microsoft Office PowerPoint</Application>
  <PresentationFormat>Widescreen</PresentationFormat>
  <Paragraphs>210</Paragraphs>
  <Slides>20</Slides>
  <Notes>15</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20</vt:i4>
      </vt:variant>
    </vt:vector>
  </HeadingPairs>
  <TitlesOfParts>
    <vt:vector size="28" baseType="lpstr">
      <vt:lpstr>Arial</vt:lpstr>
      <vt:lpstr>Calibri</vt:lpstr>
      <vt:lpstr>Consolas</vt:lpstr>
      <vt:lpstr>Segoe UI</vt:lpstr>
      <vt:lpstr>Segoe UI Light</vt:lpstr>
      <vt:lpstr>Segoe UI Semibold</vt:lpstr>
      <vt:lpstr>Wingdings</vt:lpstr>
      <vt:lpstr>azure</vt:lpstr>
      <vt:lpstr>Module 04:  Message And Event Integration</vt:lpstr>
      <vt:lpstr>Module 04 – Outline</vt:lpstr>
      <vt:lpstr>Messaging solution</vt:lpstr>
      <vt:lpstr>Design for Azure Queue storage</vt:lpstr>
      <vt:lpstr>Design for Service Bus queues and topics</vt:lpstr>
      <vt:lpstr>Compare messaging solutions</vt:lpstr>
      <vt:lpstr>Event solution</vt:lpstr>
      <vt:lpstr>Design an Event Hub messaging solution</vt:lpstr>
      <vt:lpstr>Design an event-driven solution </vt:lpstr>
      <vt:lpstr>Comparison of message and event solutions</vt:lpstr>
      <vt:lpstr>Suggested Solution Diagram</vt:lpstr>
      <vt:lpstr>Application optimization solution</vt:lpstr>
      <vt:lpstr>When to use Azure Cache for Redis</vt:lpstr>
      <vt:lpstr>Design an Azure API management solution</vt:lpstr>
      <vt:lpstr>Application Configuration</vt:lpstr>
      <vt:lpstr>What is Infrastructure as Code?</vt:lpstr>
      <vt:lpstr>Provision resources with Infrastructure as Code </vt:lpstr>
      <vt:lpstr>PowerPoint Presentation</vt:lpstr>
      <vt:lpstr>Design an Azure App Configuration solution</vt:lpstr>
      <vt:lpstr>End of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2021-11-13T16:00:34Z</dcterms:created>
  <dcterms:modified xsi:type="dcterms:W3CDTF">2022-07-12T13:34:06Z</dcterms:modified>
</cp:coreProperties>
</file>